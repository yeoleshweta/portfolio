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3" r:id="rId4"/>
  </p:sldMasterIdLst>
  <p:notesMasterIdLst>
    <p:notesMasterId r:id="rId31"/>
  </p:notesMasterIdLst>
  <p:sldIdLst>
    <p:sldId id="2842" r:id="rId5"/>
    <p:sldId id="2844" r:id="rId6"/>
    <p:sldId id="2843" r:id="rId7"/>
    <p:sldId id="2835" r:id="rId8"/>
    <p:sldId id="456" r:id="rId9"/>
    <p:sldId id="2841" r:id="rId10"/>
    <p:sldId id="2425" r:id="rId11"/>
    <p:sldId id="2855" r:id="rId12"/>
    <p:sldId id="457" r:id="rId13"/>
    <p:sldId id="2848" r:id="rId14"/>
    <p:sldId id="2849" r:id="rId15"/>
    <p:sldId id="2837" r:id="rId16"/>
    <p:sldId id="2838" r:id="rId17"/>
    <p:sldId id="2850" r:id="rId18"/>
    <p:sldId id="2851" r:id="rId19"/>
    <p:sldId id="2852" r:id="rId20"/>
    <p:sldId id="2853" r:id="rId21"/>
    <p:sldId id="2854" r:id="rId22"/>
    <p:sldId id="2861" r:id="rId23"/>
    <p:sldId id="2862" r:id="rId24"/>
    <p:sldId id="2863" r:id="rId25"/>
    <p:sldId id="2866" r:id="rId26"/>
    <p:sldId id="2865" r:id="rId27"/>
    <p:sldId id="2867" r:id="rId28"/>
    <p:sldId id="2864" r:id="rId29"/>
    <p:sldId id="333" r:id="rId30"/>
  </p:sldIdLst>
  <p:sldSz cx="12188825" cy="6858000"/>
  <p:notesSz cx="6858000" cy="9144000"/>
  <p:defaultTextStyle>
    <a:defPPr>
      <a:defRPr lang="en-US"/>
    </a:defPPr>
    <a:lvl1pPr algn="l" rtl="0" fontAlgn="base">
      <a:spcBef>
        <a:spcPct val="0"/>
      </a:spcBef>
      <a:spcAft>
        <a:spcPct val="0"/>
      </a:spcAft>
      <a:defRPr b="1" kern="1200">
        <a:solidFill>
          <a:schemeClr val="tx1"/>
        </a:solidFill>
        <a:latin typeface="Verdana" pitchFamily="34" charset="0"/>
        <a:ea typeface="+mn-ea"/>
        <a:cs typeface="+mn-cs"/>
      </a:defRPr>
    </a:lvl1pPr>
    <a:lvl2pPr marL="457200" algn="l" rtl="0" fontAlgn="base">
      <a:spcBef>
        <a:spcPct val="0"/>
      </a:spcBef>
      <a:spcAft>
        <a:spcPct val="0"/>
      </a:spcAft>
      <a:defRPr b="1" kern="1200">
        <a:solidFill>
          <a:schemeClr val="tx1"/>
        </a:solidFill>
        <a:latin typeface="Verdana" pitchFamily="34" charset="0"/>
        <a:ea typeface="+mn-ea"/>
        <a:cs typeface="+mn-cs"/>
      </a:defRPr>
    </a:lvl2pPr>
    <a:lvl3pPr marL="914400" algn="l" rtl="0" fontAlgn="base">
      <a:spcBef>
        <a:spcPct val="0"/>
      </a:spcBef>
      <a:spcAft>
        <a:spcPct val="0"/>
      </a:spcAft>
      <a:defRPr b="1" kern="1200">
        <a:solidFill>
          <a:schemeClr val="tx1"/>
        </a:solidFill>
        <a:latin typeface="Verdana" pitchFamily="34" charset="0"/>
        <a:ea typeface="+mn-ea"/>
        <a:cs typeface="+mn-cs"/>
      </a:defRPr>
    </a:lvl3pPr>
    <a:lvl4pPr marL="1371600" algn="l" rtl="0" fontAlgn="base">
      <a:spcBef>
        <a:spcPct val="0"/>
      </a:spcBef>
      <a:spcAft>
        <a:spcPct val="0"/>
      </a:spcAft>
      <a:defRPr b="1" kern="1200">
        <a:solidFill>
          <a:schemeClr val="tx1"/>
        </a:solidFill>
        <a:latin typeface="Verdana" pitchFamily="34" charset="0"/>
        <a:ea typeface="+mn-ea"/>
        <a:cs typeface="+mn-cs"/>
      </a:defRPr>
    </a:lvl4pPr>
    <a:lvl5pPr marL="1828800" algn="l" rtl="0" fontAlgn="base">
      <a:spcBef>
        <a:spcPct val="0"/>
      </a:spcBef>
      <a:spcAft>
        <a:spcPct val="0"/>
      </a:spcAft>
      <a:defRPr b="1" kern="1200">
        <a:solidFill>
          <a:schemeClr val="tx1"/>
        </a:solidFill>
        <a:latin typeface="Verdana" pitchFamily="34" charset="0"/>
        <a:ea typeface="+mn-ea"/>
        <a:cs typeface="+mn-cs"/>
      </a:defRPr>
    </a:lvl5pPr>
    <a:lvl6pPr marL="2286000" algn="l" defTabSz="914400" rtl="0" eaLnBrk="1" latinLnBrk="0" hangingPunct="1">
      <a:defRPr b="1" kern="1200">
        <a:solidFill>
          <a:schemeClr val="tx1"/>
        </a:solidFill>
        <a:latin typeface="Verdana" pitchFamily="34" charset="0"/>
        <a:ea typeface="+mn-ea"/>
        <a:cs typeface="+mn-cs"/>
      </a:defRPr>
    </a:lvl6pPr>
    <a:lvl7pPr marL="2743200" algn="l" defTabSz="914400" rtl="0" eaLnBrk="1" latinLnBrk="0" hangingPunct="1">
      <a:defRPr b="1" kern="1200">
        <a:solidFill>
          <a:schemeClr val="tx1"/>
        </a:solidFill>
        <a:latin typeface="Verdana" pitchFamily="34" charset="0"/>
        <a:ea typeface="+mn-ea"/>
        <a:cs typeface="+mn-cs"/>
      </a:defRPr>
    </a:lvl7pPr>
    <a:lvl8pPr marL="3200400" algn="l" defTabSz="914400" rtl="0" eaLnBrk="1" latinLnBrk="0" hangingPunct="1">
      <a:defRPr b="1" kern="1200">
        <a:solidFill>
          <a:schemeClr val="tx1"/>
        </a:solidFill>
        <a:latin typeface="Verdana" pitchFamily="34" charset="0"/>
        <a:ea typeface="+mn-ea"/>
        <a:cs typeface="+mn-cs"/>
      </a:defRPr>
    </a:lvl8pPr>
    <a:lvl9pPr marL="3657600" algn="l" defTabSz="914400" rtl="0" eaLnBrk="1" latinLnBrk="0" hangingPunct="1">
      <a:defRPr b="1" kern="1200">
        <a:solidFill>
          <a:schemeClr val="tx1"/>
        </a:solidFill>
        <a:latin typeface="Verdana"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E4E4"/>
    <a:srgbClr val="CCCCCC"/>
    <a:srgbClr val="BFBFBF"/>
    <a:srgbClr val="999999"/>
    <a:srgbClr val="0D0D0D"/>
    <a:srgbClr val="CECECE"/>
    <a:srgbClr val="000000"/>
    <a:srgbClr val="B2B2B2"/>
    <a:srgbClr val="2E392D"/>
    <a:srgbClr val="52675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6EDC85-CB3C-40DA-99B3-5E7C8281C4B6}" v="1" dt="2022-10-04T01:07:13.4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788" y="-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ng Euijung" userId="e60c4ac9-f268-4dc4-af66-c2690e6d74fe" providerId="ADAL" clId="{5EA2C42D-1F3F-4EA0-9691-39BA56B13DF1}"/>
    <pc:docChg chg="modSld">
      <pc:chgData name="Yang Euijung" userId="e60c4ac9-f268-4dc4-af66-c2690e6d74fe" providerId="ADAL" clId="{5EA2C42D-1F3F-4EA0-9691-39BA56B13DF1}" dt="2021-09-14T19:48:01.451" v="1" actId="1076"/>
      <pc:docMkLst>
        <pc:docMk/>
      </pc:docMkLst>
      <pc:sldChg chg="modSp mod">
        <pc:chgData name="Yang Euijung" userId="e60c4ac9-f268-4dc4-af66-c2690e6d74fe" providerId="ADAL" clId="{5EA2C42D-1F3F-4EA0-9691-39BA56B13DF1}" dt="2021-09-14T19:48:01.451" v="1" actId="1076"/>
        <pc:sldMkLst>
          <pc:docMk/>
          <pc:sldMk cId="2171105786" sldId="2842"/>
        </pc:sldMkLst>
        <pc:spChg chg="mod">
          <ac:chgData name="Yang Euijung" userId="e60c4ac9-f268-4dc4-af66-c2690e6d74fe" providerId="ADAL" clId="{5EA2C42D-1F3F-4EA0-9691-39BA56B13DF1}" dt="2021-09-14T19:48:01.451" v="1" actId="1076"/>
          <ac:spMkLst>
            <pc:docMk/>
            <pc:sldMk cId="2171105786" sldId="2842"/>
            <ac:spMk id="30" creationId="{F5AC46DF-865D-46CA-895D-5B90BA856F76}"/>
          </ac:spMkLst>
        </pc:spChg>
      </pc:sldChg>
    </pc:docChg>
  </pc:docChgLst>
  <pc:docChgLst>
    <pc:chgData name="Yang Euijung" userId="e60c4ac9-f268-4dc4-af66-c2690e6d74fe" providerId="ADAL" clId="{776EDC85-CB3C-40DA-99B3-5E7C8281C4B6}"/>
    <pc:docChg chg="custSel modSld">
      <pc:chgData name="Yang Euijung" userId="e60c4ac9-f268-4dc4-af66-c2690e6d74fe" providerId="ADAL" clId="{776EDC85-CB3C-40DA-99B3-5E7C8281C4B6}" dt="2022-10-04T01:07:15.819" v="1" actId="21"/>
      <pc:docMkLst>
        <pc:docMk/>
      </pc:docMkLst>
      <pc:sldChg chg="addSp delSp modSp mod">
        <pc:chgData name="Yang Euijung" userId="e60c4ac9-f268-4dc4-af66-c2690e6d74fe" providerId="ADAL" clId="{776EDC85-CB3C-40DA-99B3-5E7C8281C4B6}" dt="2022-10-04T01:07:15.819" v="1" actId="21"/>
        <pc:sldMkLst>
          <pc:docMk/>
          <pc:sldMk cId="2171105786" sldId="2842"/>
        </pc:sldMkLst>
        <pc:spChg chg="add del mod">
          <ac:chgData name="Yang Euijung" userId="e60c4ac9-f268-4dc4-af66-c2690e6d74fe" providerId="ADAL" clId="{776EDC85-CB3C-40DA-99B3-5E7C8281C4B6}" dt="2022-10-04T01:07:15.819" v="1" actId="21"/>
          <ac:spMkLst>
            <pc:docMk/>
            <pc:sldMk cId="2171105786" sldId="2842"/>
            <ac:spMk id="4" creationId="{E8DE57F6-058B-7666-0CB5-56AF28B9B44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a:latin typeface="Arial" charset="0"/>
              </a:defRPr>
            </a:lvl1pPr>
          </a:lstStyle>
          <a:p>
            <a:endParaRPr lang="en-US"/>
          </a:p>
        </p:txBody>
      </p:sp>
      <p:sp>
        <p:nvSpPr>
          <p:cNvPr id="2867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atin typeface="Arial" charset="0"/>
              </a:defRPr>
            </a:lvl1pPr>
          </a:lstStyle>
          <a:p>
            <a:endParaRPr lang="en-US"/>
          </a:p>
        </p:txBody>
      </p:sp>
      <p:sp>
        <p:nvSpPr>
          <p:cNvPr id="28676" name="Rectangle 4"/>
          <p:cNvSpPr>
            <a:spLocks noGrp="1" noRot="1" noChangeAspect="1" noChangeArrowheads="1" noTextEdit="1"/>
          </p:cNvSpPr>
          <p:nvPr>
            <p:ph type="sldImg" idx="2"/>
          </p:nvPr>
        </p:nvSpPr>
        <p:spPr bwMode="auto">
          <a:xfrm>
            <a:off x="382588" y="685800"/>
            <a:ext cx="6092825" cy="3429000"/>
          </a:xfrm>
          <a:prstGeom prst="rect">
            <a:avLst/>
          </a:prstGeom>
          <a:noFill/>
          <a:ln w="9525">
            <a:solidFill>
              <a:srgbClr val="000000"/>
            </a:solidFill>
            <a:miter lim="800000"/>
            <a:headEnd/>
            <a:tailEnd/>
          </a:ln>
          <a:effectLst/>
        </p:spPr>
      </p:sp>
      <p:sp>
        <p:nvSpPr>
          <p:cNvPr id="2867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67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a:latin typeface="Arial" charset="0"/>
              </a:defRPr>
            </a:lvl1pPr>
          </a:lstStyle>
          <a:p>
            <a:endParaRPr lang="en-US"/>
          </a:p>
        </p:txBody>
      </p:sp>
      <p:sp>
        <p:nvSpPr>
          <p:cNvPr id="2867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atin typeface="Arial" charset="0"/>
              </a:defRPr>
            </a:lvl1pPr>
          </a:lstStyle>
          <a:p>
            <a:fld id="{F00EBA6F-7B3C-40A0-A697-58A807823717}" type="slidenum">
              <a:rPr lang="en-US"/>
              <a:pPr/>
              <a:t>‹#›</a:t>
            </a:fld>
            <a:endParaRPr lang="en-US"/>
          </a:p>
        </p:txBody>
      </p:sp>
    </p:spTree>
    <p:extLst>
      <p:ext uri="{BB962C8B-B14F-4D97-AF65-F5344CB8AC3E}">
        <p14:creationId xmlns:p14="http://schemas.microsoft.com/office/powerpoint/2010/main" val="421532442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00EBA6F-7B3C-40A0-A697-58A807823717}" type="slidenum">
              <a:rPr lang="en-US"/>
              <a:pPr/>
              <a:t>1</a:t>
            </a:fld>
            <a:endParaRPr lang="en-US"/>
          </a:p>
        </p:txBody>
      </p:sp>
    </p:spTree>
    <p:extLst>
      <p:ext uri="{BB962C8B-B14F-4D97-AF65-F5344CB8AC3E}">
        <p14:creationId xmlns:p14="http://schemas.microsoft.com/office/powerpoint/2010/main" val="31059842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00EBA6F-7B3C-40A0-A697-58A807823717}" type="slidenum">
              <a:rPr lang="en-US"/>
              <a:pPr/>
              <a:t>2</a:t>
            </a:fld>
            <a:endParaRPr lang="en-US"/>
          </a:p>
        </p:txBody>
      </p:sp>
    </p:spTree>
    <p:extLst>
      <p:ext uri="{BB962C8B-B14F-4D97-AF65-F5344CB8AC3E}">
        <p14:creationId xmlns:p14="http://schemas.microsoft.com/office/powerpoint/2010/main" val="16680358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A7304F7-A807-3D42-AB9A-B1FA095A858E}" type="slidenum">
              <a:rPr lang="en-US" smtClean="0"/>
              <a:t>3</a:t>
            </a:fld>
            <a:endParaRPr lang="en-US"/>
          </a:p>
        </p:txBody>
      </p:sp>
    </p:spTree>
    <p:extLst>
      <p:ext uri="{BB962C8B-B14F-4D97-AF65-F5344CB8AC3E}">
        <p14:creationId xmlns:p14="http://schemas.microsoft.com/office/powerpoint/2010/main" val="31423934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00EBA6F-7B3C-40A0-A697-58A807823717}" type="slidenum">
              <a:rPr lang="en-US" smtClean="0"/>
              <a:pPr/>
              <a:t>4</a:t>
            </a:fld>
            <a:endParaRPr lang="en-US"/>
          </a:p>
        </p:txBody>
      </p:sp>
    </p:spTree>
    <p:extLst>
      <p:ext uri="{BB962C8B-B14F-4D97-AF65-F5344CB8AC3E}">
        <p14:creationId xmlns:p14="http://schemas.microsoft.com/office/powerpoint/2010/main" val="6281833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00EBA6F-7B3C-40A0-A697-58A807823717}" type="slidenum">
              <a:rPr lang="en-US" smtClean="0"/>
              <a:pPr/>
              <a:t>5</a:t>
            </a:fld>
            <a:endParaRPr lang="en-US"/>
          </a:p>
        </p:txBody>
      </p:sp>
    </p:spTree>
    <p:extLst>
      <p:ext uri="{BB962C8B-B14F-4D97-AF65-F5344CB8AC3E}">
        <p14:creationId xmlns:p14="http://schemas.microsoft.com/office/powerpoint/2010/main" val="41185021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00EBA6F-7B3C-40A0-A697-58A807823717}" type="slidenum">
              <a:rPr lang="en-US" smtClean="0"/>
              <a:pPr/>
              <a:t>6</a:t>
            </a:fld>
            <a:endParaRPr lang="en-US"/>
          </a:p>
        </p:txBody>
      </p:sp>
    </p:spTree>
    <p:extLst>
      <p:ext uri="{BB962C8B-B14F-4D97-AF65-F5344CB8AC3E}">
        <p14:creationId xmlns:p14="http://schemas.microsoft.com/office/powerpoint/2010/main" val="27559461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00EBA6F-7B3C-40A0-A697-58A807823717}" type="slidenum">
              <a:rPr lang="en-US" smtClean="0"/>
              <a:pPr/>
              <a:t>7</a:t>
            </a:fld>
            <a:endParaRPr lang="en-US"/>
          </a:p>
        </p:txBody>
      </p:sp>
    </p:spTree>
    <p:extLst>
      <p:ext uri="{BB962C8B-B14F-4D97-AF65-F5344CB8AC3E}">
        <p14:creationId xmlns:p14="http://schemas.microsoft.com/office/powerpoint/2010/main" val="1818218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00EBA6F-7B3C-40A0-A697-58A807823717}" type="slidenum">
              <a:rPr lang="en-US" smtClean="0"/>
              <a:pPr/>
              <a:t>8</a:t>
            </a:fld>
            <a:endParaRPr lang="en-US"/>
          </a:p>
        </p:txBody>
      </p:sp>
    </p:spTree>
    <p:extLst>
      <p:ext uri="{BB962C8B-B14F-4D97-AF65-F5344CB8AC3E}">
        <p14:creationId xmlns:p14="http://schemas.microsoft.com/office/powerpoint/2010/main" val="19506358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00EBA6F-7B3C-40A0-A697-58A807823717}" type="slidenum">
              <a:rPr lang="en-US" smtClean="0"/>
              <a:pPr/>
              <a:t>9</a:t>
            </a:fld>
            <a:endParaRPr lang="en-US"/>
          </a:p>
        </p:txBody>
      </p:sp>
    </p:spTree>
    <p:extLst>
      <p:ext uri="{BB962C8B-B14F-4D97-AF65-F5344CB8AC3E}">
        <p14:creationId xmlns:p14="http://schemas.microsoft.com/office/powerpoint/2010/main" val="30600760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00EBA6F-7B3C-40A0-A697-58A807823717}" type="slidenum">
              <a:rPr lang="en-US" smtClean="0"/>
              <a:pPr/>
              <a:t>10</a:t>
            </a:fld>
            <a:endParaRPr lang="en-US"/>
          </a:p>
        </p:txBody>
      </p:sp>
    </p:spTree>
    <p:extLst>
      <p:ext uri="{BB962C8B-B14F-4D97-AF65-F5344CB8AC3E}">
        <p14:creationId xmlns:p14="http://schemas.microsoft.com/office/powerpoint/2010/main" val="42779839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00EBA6F-7B3C-40A0-A697-58A807823717}" type="slidenum">
              <a:rPr lang="en-US" smtClean="0"/>
              <a:pPr/>
              <a:t>11</a:t>
            </a:fld>
            <a:endParaRPr lang="en-US"/>
          </a:p>
        </p:txBody>
      </p:sp>
    </p:spTree>
    <p:extLst>
      <p:ext uri="{BB962C8B-B14F-4D97-AF65-F5344CB8AC3E}">
        <p14:creationId xmlns:p14="http://schemas.microsoft.com/office/powerpoint/2010/main" val="42930954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00EBA6F-7B3C-40A0-A697-58A807823717}" type="slidenum">
              <a:rPr lang="en-US" smtClean="0"/>
              <a:pPr/>
              <a:t>12</a:t>
            </a:fld>
            <a:endParaRPr lang="en-US"/>
          </a:p>
        </p:txBody>
      </p:sp>
    </p:spTree>
    <p:extLst>
      <p:ext uri="{BB962C8B-B14F-4D97-AF65-F5344CB8AC3E}">
        <p14:creationId xmlns:p14="http://schemas.microsoft.com/office/powerpoint/2010/main" val="11476908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A7304F7-A807-3D42-AB9A-B1FA095A858E}" type="slidenum">
              <a:rPr lang="en-US" smtClean="0"/>
              <a:t>13</a:t>
            </a:fld>
            <a:endParaRPr lang="en-US"/>
          </a:p>
        </p:txBody>
      </p:sp>
    </p:spTree>
    <p:extLst>
      <p:ext uri="{BB962C8B-B14F-4D97-AF65-F5344CB8AC3E}">
        <p14:creationId xmlns:p14="http://schemas.microsoft.com/office/powerpoint/2010/main" val="5037943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A7304F7-A807-3D42-AB9A-B1FA095A858E}" type="slidenum">
              <a:rPr lang="en-US" smtClean="0"/>
              <a:t>14</a:t>
            </a:fld>
            <a:endParaRPr lang="en-US"/>
          </a:p>
        </p:txBody>
      </p:sp>
    </p:spTree>
    <p:extLst>
      <p:ext uri="{BB962C8B-B14F-4D97-AF65-F5344CB8AC3E}">
        <p14:creationId xmlns:p14="http://schemas.microsoft.com/office/powerpoint/2010/main" val="10806103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A7304F7-A807-3D42-AB9A-B1FA095A858E}" type="slidenum">
              <a:rPr lang="en-US" smtClean="0"/>
              <a:t>15</a:t>
            </a:fld>
            <a:endParaRPr lang="en-US"/>
          </a:p>
        </p:txBody>
      </p:sp>
    </p:spTree>
    <p:extLst>
      <p:ext uri="{BB962C8B-B14F-4D97-AF65-F5344CB8AC3E}">
        <p14:creationId xmlns:p14="http://schemas.microsoft.com/office/powerpoint/2010/main" val="2921732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A7304F7-A807-3D42-AB9A-B1FA095A858E}" type="slidenum">
              <a:rPr lang="en-US" smtClean="0"/>
              <a:t>16</a:t>
            </a:fld>
            <a:endParaRPr lang="en-US"/>
          </a:p>
        </p:txBody>
      </p:sp>
    </p:spTree>
    <p:extLst>
      <p:ext uri="{BB962C8B-B14F-4D97-AF65-F5344CB8AC3E}">
        <p14:creationId xmlns:p14="http://schemas.microsoft.com/office/powerpoint/2010/main" val="26789227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A7304F7-A807-3D42-AB9A-B1FA095A858E}" type="slidenum">
              <a:rPr lang="en-US" smtClean="0"/>
              <a:t>17</a:t>
            </a:fld>
            <a:endParaRPr lang="en-US"/>
          </a:p>
        </p:txBody>
      </p:sp>
    </p:spTree>
    <p:extLst>
      <p:ext uri="{BB962C8B-B14F-4D97-AF65-F5344CB8AC3E}">
        <p14:creationId xmlns:p14="http://schemas.microsoft.com/office/powerpoint/2010/main" val="9871235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A7304F7-A807-3D42-AB9A-B1FA095A858E}" type="slidenum">
              <a:rPr lang="en-US" smtClean="0"/>
              <a:t>18</a:t>
            </a:fld>
            <a:endParaRPr lang="en-US"/>
          </a:p>
        </p:txBody>
      </p:sp>
    </p:spTree>
    <p:extLst>
      <p:ext uri="{BB962C8B-B14F-4D97-AF65-F5344CB8AC3E}">
        <p14:creationId xmlns:p14="http://schemas.microsoft.com/office/powerpoint/2010/main" val="223994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00EBA6F-7B3C-40A0-A697-58A807823717}" type="slidenum">
              <a:rPr lang="en-US" smtClean="0"/>
              <a:pPr/>
              <a:t>19</a:t>
            </a:fld>
            <a:endParaRPr lang="en-US"/>
          </a:p>
        </p:txBody>
      </p:sp>
    </p:spTree>
    <p:extLst>
      <p:ext uri="{BB962C8B-B14F-4D97-AF65-F5344CB8AC3E}">
        <p14:creationId xmlns:p14="http://schemas.microsoft.com/office/powerpoint/2010/main" val="34438370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00EBA6F-7B3C-40A0-A697-58A807823717}" type="slidenum">
              <a:rPr lang="en-US" smtClean="0"/>
              <a:pPr/>
              <a:t>20</a:t>
            </a:fld>
            <a:endParaRPr lang="en-US"/>
          </a:p>
        </p:txBody>
      </p:sp>
    </p:spTree>
    <p:extLst>
      <p:ext uri="{BB962C8B-B14F-4D97-AF65-F5344CB8AC3E}">
        <p14:creationId xmlns:p14="http://schemas.microsoft.com/office/powerpoint/2010/main" val="26053901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00EBA6F-7B3C-40A0-A697-58A807823717}" type="slidenum">
              <a:rPr lang="en-US" smtClean="0"/>
              <a:pPr/>
              <a:t>21</a:t>
            </a:fld>
            <a:endParaRPr lang="en-US"/>
          </a:p>
        </p:txBody>
      </p:sp>
    </p:spTree>
    <p:extLst>
      <p:ext uri="{BB962C8B-B14F-4D97-AF65-F5344CB8AC3E}">
        <p14:creationId xmlns:p14="http://schemas.microsoft.com/office/powerpoint/2010/main" val="4078480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00EBA6F-7B3C-40A0-A697-58A807823717}" type="slidenum">
              <a:rPr lang="en-US" smtClean="0"/>
              <a:pPr/>
              <a:t>22</a:t>
            </a:fld>
            <a:endParaRPr lang="en-US"/>
          </a:p>
        </p:txBody>
      </p:sp>
    </p:spTree>
    <p:extLst>
      <p:ext uri="{BB962C8B-B14F-4D97-AF65-F5344CB8AC3E}">
        <p14:creationId xmlns:p14="http://schemas.microsoft.com/office/powerpoint/2010/main" val="9444089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00EBA6F-7B3C-40A0-A697-58A807823717}" type="slidenum">
              <a:rPr lang="en-US" smtClean="0"/>
              <a:pPr/>
              <a:t>23</a:t>
            </a:fld>
            <a:endParaRPr lang="en-US"/>
          </a:p>
        </p:txBody>
      </p:sp>
    </p:spTree>
    <p:extLst>
      <p:ext uri="{BB962C8B-B14F-4D97-AF65-F5344CB8AC3E}">
        <p14:creationId xmlns:p14="http://schemas.microsoft.com/office/powerpoint/2010/main" val="5429051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00EBA6F-7B3C-40A0-A697-58A807823717}" type="slidenum">
              <a:rPr lang="en-US" smtClean="0"/>
              <a:pPr/>
              <a:t>24</a:t>
            </a:fld>
            <a:endParaRPr lang="en-US"/>
          </a:p>
        </p:txBody>
      </p:sp>
    </p:spTree>
    <p:extLst>
      <p:ext uri="{BB962C8B-B14F-4D97-AF65-F5344CB8AC3E}">
        <p14:creationId xmlns:p14="http://schemas.microsoft.com/office/powerpoint/2010/main" val="41170991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00EBA6F-7B3C-40A0-A697-58A807823717}" type="slidenum">
              <a:rPr lang="en-US" smtClean="0"/>
              <a:pPr/>
              <a:t>25</a:t>
            </a:fld>
            <a:endParaRPr lang="en-US"/>
          </a:p>
        </p:txBody>
      </p:sp>
    </p:spTree>
    <p:extLst>
      <p:ext uri="{BB962C8B-B14F-4D97-AF65-F5344CB8AC3E}">
        <p14:creationId xmlns:p14="http://schemas.microsoft.com/office/powerpoint/2010/main" val="369932913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Financial – Green and Yellow">
    <p:spTree>
      <p:nvGrpSpPr>
        <p:cNvPr id="1" name=""/>
        <p:cNvGrpSpPr/>
        <p:nvPr/>
      </p:nvGrpSpPr>
      <p:grpSpPr>
        <a:xfrm>
          <a:off x="0" y="0"/>
          <a:ext cx="0" cy="0"/>
          <a:chOff x="0" y="0"/>
          <a:chExt cx="0" cy="0"/>
        </a:xfrm>
      </p:grpSpPr>
      <p:sp>
        <p:nvSpPr>
          <p:cNvPr id="12" name="Text Placeholder 11"/>
          <p:cNvSpPr>
            <a:spLocks noGrp="1"/>
          </p:cNvSpPr>
          <p:nvPr>
            <p:ph type="body" sz="quarter" idx="10"/>
          </p:nvPr>
        </p:nvSpPr>
        <p:spPr>
          <a:xfrm>
            <a:off x="1139825" y="916353"/>
            <a:ext cx="7661275" cy="455247"/>
          </a:xfrm>
        </p:spPr>
        <p:txBody>
          <a:bodyPr/>
          <a:lstStyle>
            <a:lvl1pPr>
              <a:lnSpc>
                <a:spcPts val="1800"/>
              </a:lnSpc>
              <a:spcBef>
                <a:spcPts val="0"/>
              </a:spcBef>
              <a:defRPr sz="1800"/>
            </a:lvl1pPr>
          </a:lstStyle>
          <a:p>
            <a:pPr lvl="0"/>
            <a:r>
              <a:rPr lang="en-US"/>
              <a:t>Edit Master text styles</a:t>
            </a:r>
          </a:p>
        </p:txBody>
      </p:sp>
      <p:sp>
        <p:nvSpPr>
          <p:cNvPr id="13" name="Title 1"/>
          <p:cNvSpPr>
            <a:spLocks noGrp="1"/>
          </p:cNvSpPr>
          <p:nvPr>
            <p:ph type="ctrTitle"/>
          </p:nvPr>
        </p:nvSpPr>
        <p:spPr>
          <a:xfrm>
            <a:off x="1139825" y="463549"/>
            <a:ext cx="7661275" cy="431801"/>
          </a:xfrm>
        </p:spPr>
        <p:txBody>
          <a:bodyPr>
            <a:normAutofit/>
          </a:bodyPr>
          <a:lstStyle>
            <a:lvl1pPr algn="l">
              <a:lnSpc>
                <a:spcPts val="2600"/>
              </a:lnSpc>
              <a:defRPr sz="2600" spc="40" baseline="0">
                <a:solidFill>
                  <a:schemeClr val="accent2"/>
                </a:solidFill>
              </a:defRPr>
            </a:lvl1pPr>
          </a:lstStyle>
          <a:p>
            <a:r>
              <a:rPr lang="en-US"/>
              <a:t>Click to edit Master title style</a:t>
            </a:r>
          </a:p>
        </p:txBody>
      </p:sp>
      <p:pic>
        <p:nvPicPr>
          <p:cNvPr id="11" name="Picture 10"/>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1371600"/>
            <a:ext cx="12188825" cy="5486400"/>
          </a:xfrm>
          <a:prstGeom prst="rect">
            <a:avLst/>
          </a:prstGeom>
        </p:spPr>
      </p:pic>
      <p:pic>
        <p:nvPicPr>
          <p:cNvPr id="14" name="Picture 13"/>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266599" y="6078779"/>
            <a:ext cx="831494" cy="474421"/>
          </a:xfrm>
          <a:prstGeom prst="rect">
            <a:avLst/>
          </a:prstGeom>
        </p:spPr>
      </p:pic>
      <p:pic>
        <p:nvPicPr>
          <p:cNvPr id="8" name="Picture 7"/>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9307703" y="118428"/>
            <a:ext cx="2881122" cy="1155192"/>
          </a:xfrm>
          <a:prstGeom prst="rect">
            <a:avLst/>
          </a:prstGeom>
        </p:spPr>
      </p:pic>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 Column of Text">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1 Column of Text">
    <p:spTree>
      <p:nvGrpSpPr>
        <p:cNvPr id="1" name=""/>
        <p:cNvGrpSpPr/>
        <p:nvPr/>
      </p:nvGrpSpPr>
      <p:grpSpPr>
        <a:xfrm>
          <a:off x="0" y="0"/>
          <a:ext cx="0" cy="0"/>
          <a:chOff x="0" y="0"/>
          <a:chExt cx="0" cy="0"/>
        </a:xfrm>
      </p:grpSpPr>
      <p:sp>
        <p:nvSpPr>
          <p:cNvPr id="2" name="Title 1"/>
          <p:cNvSpPr>
            <a:spLocks noGrp="1"/>
          </p:cNvSpPr>
          <p:nvPr>
            <p:ph type="title"/>
          </p:nvPr>
        </p:nvSpPr>
        <p:spPr>
          <a:xfrm>
            <a:off x="1139825" y="396875"/>
            <a:ext cx="8788401" cy="498475"/>
          </a:xfrm>
        </p:spPr>
        <p:txBody>
          <a:bodyPr/>
          <a:lstStyle/>
          <a:p>
            <a:r>
              <a:rPr lang="en-US"/>
              <a:t>Click to edit Master title style</a:t>
            </a:r>
          </a:p>
        </p:txBody>
      </p:sp>
      <p:sp>
        <p:nvSpPr>
          <p:cNvPr id="3" name="Content Placeholder 2"/>
          <p:cNvSpPr>
            <a:spLocks noGrp="1"/>
          </p:cNvSpPr>
          <p:nvPr>
            <p:ph idx="1"/>
          </p:nvPr>
        </p:nvSpPr>
        <p:spPr>
          <a:xfrm>
            <a:off x="1139826" y="1536700"/>
            <a:ext cx="8788400" cy="4641850"/>
          </a:xfrm>
        </p:spPr>
        <p:txBody>
          <a:bodyPr/>
          <a:lstStyle>
            <a:lvl1pPr>
              <a:defRPr sz="2000" baseline="0"/>
            </a:lvl1pPr>
            <a:lvl2pPr>
              <a:defRPr sz="2000" baseline="0"/>
            </a:lvl2pPr>
            <a:lvl3pPr indent="-201168">
              <a:defRPr sz="2000" baseline="0"/>
            </a:lvl3pPr>
            <a:lvl4pPr indent="-228600">
              <a:defRPr sz="2000" baseline="0"/>
            </a:lvl4pPr>
            <a:lvl5pPr indent="-201168">
              <a:defRPr sz="2000" baseline="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11"/>
          <p:cNvSpPr>
            <a:spLocks noGrp="1"/>
          </p:cNvSpPr>
          <p:nvPr>
            <p:ph type="body" sz="quarter" idx="10"/>
          </p:nvPr>
        </p:nvSpPr>
        <p:spPr>
          <a:xfrm>
            <a:off x="1139825" y="822325"/>
            <a:ext cx="8788401" cy="450850"/>
          </a:xfrm>
        </p:spPr>
        <p:txBody>
          <a:bodyPr/>
          <a:lstStyle>
            <a:lvl1pPr>
              <a:lnSpc>
                <a:spcPct val="110000"/>
              </a:lnSpc>
              <a:spcBef>
                <a:spcPts val="0"/>
              </a:spcBef>
              <a:defRPr sz="2200"/>
            </a:lvl1pPr>
          </a:lstStyle>
          <a:p>
            <a:pPr lvl="0"/>
            <a:r>
              <a:rPr lang="en-US"/>
              <a:t>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 Column Text with Bold Headers">
    <p:spTree>
      <p:nvGrpSpPr>
        <p:cNvPr id="1" name=""/>
        <p:cNvGrpSpPr/>
        <p:nvPr/>
      </p:nvGrpSpPr>
      <p:grpSpPr>
        <a:xfrm>
          <a:off x="0" y="0"/>
          <a:ext cx="0" cy="0"/>
          <a:chOff x="0" y="0"/>
          <a:chExt cx="0" cy="0"/>
        </a:xfrm>
      </p:grpSpPr>
      <p:sp>
        <p:nvSpPr>
          <p:cNvPr id="2" name="Title 1"/>
          <p:cNvSpPr>
            <a:spLocks noGrp="1"/>
          </p:cNvSpPr>
          <p:nvPr>
            <p:ph type="title"/>
          </p:nvPr>
        </p:nvSpPr>
        <p:spPr>
          <a:xfrm>
            <a:off x="1139826" y="396875"/>
            <a:ext cx="8788400" cy="498475"/>
          </a:xfrm>
        </p:spPr>
        <p:txBody>
          <a:bodyPr/>
          <a:lstStyle/>
          <a:p>
            <a:r>
              <a:rPr lang="en-US"/>
              <a:t>Click to edit Master title style</a:t>
            </a:r>
          </a:p>
        </p:txBody>
      </p:sp>
      <p:sp>
        <p:nvSpPr>
          <p:cNvPr id="3" name="Content Placeholder 2"/>
          <p:cNvSpPr>
            <a:spLocks noGrp="1"/>
          </p:cNvSpPr>
          <p:nvPr>
            <p:ph idx="1"/>
          </p:nvPr>
        </p:nvSpPr>
        <p:spPr>
          <a:xfrm>
            <a:off x="1139826" y="1536700"/>
            <a:ext cx="8788400" cy="4641850"/>
          </a:xfrm>
        </p:spPr>
        <p:txBody>
          <a:bodyPr/>
          <a:lstStyle>
            <a:lvl1pPr>
              <a:defRPr sz="2000" b="1" baseline="0"/>
            </a:lvl1pPr>
            <a:lvl2pPr marL="0" indent="0">
              <a:buFontTx/>
              <a:buNone/>
              <a:defRPr sz="2000" baseline="0"/>
            </a:lvl2pPr>
            <a:lvl3pPr marL="320040" marR="0" indent="-228600" algn="l" defTabSz="914400" rtl="0" eaLnBrk="1" fontAlgn="base" latinLnBrk="0" hangingPunct="1">
              <a:lnSpc>
                <a:spcPct val="110000"/>
              </a:lnSpc>
              <a:spcBef>
                <a:spcPct val="0"/>
              </a:spcBef>
              <a:spcAft>
                <a:spcPts val="900"/>
              </a:spcAft>
              <a:buClrTx/>
              <a:buSzTx/>
              <a:buFont typeface=".AppleSystemUIFont" charset="-120"/>
              <a:buChar char="–"/>
              <a:tabLst/>
              <a:defRPr sz="2000" baseline="0"/>
            </a:lvl3pPr>
            <a:lvl4pPr marL="640080" indent="-201168">
              <a:buFont typeface="Arial" charset="0"/>
              <a:buChar char="•"/>
              <a:defRPr sz="2000" baseline="0"/>
            </a:lvl4pPr>
            <a:lvl5pPr marL="969264" indent="-228600">
              <a:buFont typeface=".AppleSystemUIFont" charset="-120"/>
              <a:buChar char="–"/>
              <a:defRPr sz="2000" baseline="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11"/>
          <p:cNvSpPr>
            <a:spLocks noGrp="1"/>
          </p:cNvSpPr>
          <p:nvPr>
            <p:ph type="body" sz="quarter" idx="10"/>
          </p:nvPr>
        </p:nvSpPr>
        <p:spPr>
          <a:xfrm>
            <a:off x="1139825" y="822325"/>
            <a:ext cx="8788401" cy="450850"/>
          </a:xfrm>
        </p:spPr>
        <p:txBody>
          <a:bodyPr/>
          <a:lstStyle>
            <a:lvl1pPr>
              <a:lnSpc>
                <a:spcPct val="110000"/>
              </a:lnSpc>
              <a:spcBef>
                <a:spcPts val="0"/>
              </a:spcBef>
              <a:defRPr sz="2200"/>
            </a:lvl1pPr>
          </a:lstStyle>
          <a:p>
            <a:pPr lvl="0"/>
            <a:r>
              <a:rPr lang="en-US"/>
              <a:t>Edit Master text styles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2" name="Title 1"/>
          <p:cNvSpPr>
            <a:spLocks noGrp="1"/>
          </p:cNvSpPr>
          <p:nvPr>
            <p:ph type="title"/>
          </p:nvPr>
        </p:nvSpPr>
        <p:spPr>
          <a:xfrm>
            <a:off x="1139826" y="396875"/>
            <a:ext cx="8788400" cy="498475"/>
          </a:xfrm>
        </p:spPr>
        <p:txBody>
          <a:bodyPr/>
          <a:lstStyle/>
          <a:p>
            <a:r>
              <a:rPr lang="en-US"/>
              <a:t>Click to edit Master title style</a:t>
            </a:r>
          </a:p>
        </p:txBody>
      </p:sp>
      <p:sp>
        <p:nvSpPr>
          <p:cNvPr id="5" name="Content Placeholder 2"/>
          <p:cNvSpPr>
            <a:spLocks noGrp="1"/>
          </p:cNvSpPr>
          <p:nvPr>
            <p:ph idx="1"/>
          </p:nvPr>
        </p:nvSpPr>
        <p:spPr>
          <a:xfrm>
            <a:off x="1139825" y="1536700"/>
            <a:ext cx="4283075" cy="4641850"/>
          </a:xfrm>
        </p:spPr>
        <p:txBody>
          <a:bodyPr/>
          <a:lstStyle>
            <a:lvl1pPr>
              <a:defRPr sz="2000" b="0" baseline="0"/>
            </a:lvl1pPr>
            <a:lvl2pPr marL="320040" indent="-228600">
              <a:buFont typeface=".AppleSystemUIFont" charset="-120"/>
              <a:buChar char="–"/>
              <a:defRPr sz="2000" b="0" baseline="0"/>
            </a:lvl2pPr>
            <a:lvl3pPr marL="320040" indent="-201168">
              <a:buFont typeface=".AppleSystemUIFont" charset="-120"/>
              <a:buChar char="–"/>
              <a:defRPr sz="2000" baseline="0"/>
            </a:lvl3pPr>
            <a:lvl4pPr marL="640080" indent="-201168">
              <a:buFont typeface="Arial" charset="0"/>
              <a:buChar char="•"/>
              <a:defRPr sz="2000" baseline="0"/>
            </a:lvl4pPr>
            <a:lvl5pPr marL="969264" indent="-201168">
              <a:buFont typeface=".AppleSystemUIFont" charset="-120"/>
              <a:buChar char="–"/>
              <a:defRPr sz="2000" baseline="0"/>
            </a:lvl5pPr>
          </a:lstStyle>
          <a:p>
            <a:pPr lvl="0"/>
            <a:r>
              <a:rPr lang="en-US"/>
              <a:t>Edit Master text styles</a:t>
            </a:r>
          </a:p>
          <a:p>
            <a:pPr lvl="1"/>
            <a:r>
              <a:rPr lang="en-US"/>
              <a:t>Second level</a:t>
            </a:r>
          </a:p>
          <a:p>
            <a:pPr lvl="2"/>
            <a:r>
              <a:rPr lang="en-US"/>
              <a:t>Third level</a:t>
            </a:r>
          </a:p>
          <a:p>
            <a:pPr lvl="3"/>
            <a:r>
              <a:rPr lang="en-US"/>
              <a:t>Fourth level</a:t>
            </a:r>
          </a:p>
        </p:txBody>
      </p:sp>
      <p:sp>
        <p:nvSpPr>
          <p:cNvPr id="7" name="Content Placeholder 2"/>
          <p:cNvSpPr>
            <a:spLocks noGrp="1"/>
          </p:cNvSpPr>
          <p:nvPr>
            <p:ph idx="10"/>
          </p:nvPr>
        </p:nvSpPr>
        <p:spPr>
          <a:xfrm>
            <a:off x="5648325" y="1536700"/>
            <a:ext cx="4279900" cy="4641850"/>
          </a:xfrm>
        </p:spPr>
        <p:txBody>
          <a:bodyPr/>
          <a:lstStyle>
            <a:lvl1pPr>
              <a:defRPr sz="2000" b="0" baseline="0"/>
            </a:lvl1pPr>
            <a:lvl2pPr marL="320040" indent="-228600">
              <a:buFont typeface=".AppleSystemUIFont" charset="-120"/>
              <a:buChar char="–"/>
              <a:defRPr sz="2000" b="0" baseline="0"/>
            </a:lvl2pPr>
            <a:lvl3pPr marL="320040" indent="-201168">
              <a:buFont typeface=".AppleSystemUIFont" charset="-120"/>
              <a:buChar char="–"/>
              <a:defRPr sz="2000" baseline="0"/>
            </a:lvl3pPr>
            <a:lvl4pPr marL="640080" indent="-201168">
              <a:buFont typeface="Arial" charset="0"/>
              <a:buChar char="•"/>
              <a:defRPr sz="2000" baseline="0"/>
            </a:lvl4pPr>
            <a:lvl5pPr marL="969264" indent="-201168">
              <a:buFont typeface=".AppleSystemUIFont" charset="-120"/>
              <a:buChar char="–"/>
              <a:defRPr sz="2000" baseline="0"/>
            </a:lvl5pPr>
          </a:lstStyle>
          <a:p>
            <a:pPr lvl="0"/>
            <a:r>
              <a:rPr lang="en-US"/>
              <a:t>Edit Master text styles</a:t>
            </a:r>
          </a:p>
          <a:p>
            <a:pPr lvl="1"/>
            <a:r>
              <a:rPr lang="en-US"/>
              <a:t>Second level</a:t>
            </a:r>
          </a:p>
          <a:p>
            <a:pPr lvl="2"/>
            <a:r>
              <a:rPr lang="en-US"/>
              <a:t>Third level</a:t>
            </a:r>
          </a:p>
          <a:p>
            <a:pPr lvl="3"/>
            <a:r>
              <a:rPr lang="en-US"/>
              <a:t>Fourth level</a:t>
            </a:r>
          </a:p>
        </p:txBody>
      </p:sp>
      <p:sp>
        <p:nvSpPr>
          <p:cNvPr id="9" name="Text Placeholder 11"/>
          <p:cNvSpPr>
            <a:spLocks noGrp="1"/>
          </p:cNvSpPr>
          <p:nvPr>
            <p:ph type="body" sz="quarter" idx="11"/>
          </p:nvPr>
        </p:nvSpPr>
        <p:spPr>
          <a:xfrm>
            <a:off x="1139825" y="822325"/>
            <a:ext cx="8788400" cy="450850"/>
          </a:xfrm>
        </p:spPr>
        <p:txBody>
          <a:bodyPr/>
          <a:lstStyle>
            <a:lvl1pPr>
              <a:lnSpc>
                <a:spcPct val="110000"/>
              </a:lnSpc>
              <a:spcBef>
                <a:spcPts val="0"/>
              </a:spcBef>
              <a:defRPr sz="2200"/>
            </a:lvl1pPr>
          </a:lstStyle>
          <a:p>
            <a:pPr lvl="0"/>
            <a:r>
              <a:rPr lang="en-US"/>
              <a:t>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 Columns with Bold Headers">
    <p:spTree>
      <p:nvGrpSpPr>
        <p:cNvPr id="1" name=""/>
        <p:cNvGrpSpPr/>
        <p:nvPr/>
      </p:nvGrpSpPr>
      <p:grpSpPr>
        <a:xfrm>
          <a:off x="0" y="0"/>
          <a:ext cx="0" cy="0"/>
          <a:chOff x="0" y="0"/>
          <a:chExt cx="0" cy="0"/>
        </a:xfrm>
      </p:grpSpPr>
      <p:sp>
        <p:nvSpPr>
          <p:cNvPr id="2" name="Title 1"/>
          <p:cNvSpPr>
            <a:spLocks noGrp="1"/>
          </p:cNvSpPr>
          <p:nvPr>
            <p:ph type="title"/>
          </p:nvPr>
        </p:nvSpPr>
        <p:spPr>
          <a:xfrm>
            <a:off x="1139825" y="396875"/>
            <a:ext cx="8788401" cy="498475"/>
          </a:xfrm>
        </p:spPr>
        <p:txBody>
          <a:bodyPr/>
          <a:lstStyle/>
          <a:p>
            <a:r>
              <a:rPr lang="en-US"/>
              <a:t>Click to edit Master title style</a:t>
            </a:r>
          </a:p>
        </p:txBody>
      </p:sp>
      <p:sp>
        <p:nvSpPr>
          <p:cNvPr id="5" name="Content Placeholder 2"/>
          <p:cNvSpPr>
            <a:spLocks noGrp="1"/>
          </p:cNvSpPr>
          <p:nvPr>
            <p:ph idx="1"/>
          </p:nvPr>
        </p:nvSpPr>
        <p:spPr>
          <a:xfrm>
            <a:off x="1139825" y="1536700"/>
            <a:ext cx="4283075" cy="4641850"/>
          </a:xfrm>
        </p:spPr>
        <p:txBody>
          <a:bodyPr/>
          <a:lstStyle>
            <a:lvl1pPr>
              <a:defRPr sz="2000" b="1" baseline="0"/>
            </a:lvl1pPr>
            <a:lvl2pPr marL="0" indent="0">
              <a:buFontTx/>
              <a:buNone/>
              <a:defRPr sz="2000" baseline="0"/>
            </a:lvl2pPr>
            <a:lvl3pPr marL="320040" indent="-201168">
              <a:buFont typeface=".AppleSystemUIFont" charset="-120"/>
              <a:buChar char="–"/>
              <a:defRPr sz="2000" baseline="0"/>
            </a:lvl3pPr>
            <a:lvl4pPr marL="640080" indent="-201168">
              <a:defRPr sz="2000" baseline="0"/>
            </a:lvl4pPr>
            <a:lvl5pPr marL="960120" indent="-201168">
              <a:buFont typeface=".AppleSystemUIFont" charset="-120"/>
              <a:buChar char="–"/>
              <a:defRPr sz="2000" baseline="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p:cNvSpPr>
            <a:spLocks noGrp="1"/>
          </p:cNvSpPr>
          <p:nvPr>
            <p:ph idx="10"/>
          </p:nvPr>
        </p:nvSpPr>
        <p:spPr>
          <a:xfrm>
            <a:off x="5648326" y="1536700"/>
            <a:ext cx="4279900" cy="4641850"/>
          </a:xfrm>
        </p:spPr>
        <p:txBody>
          <a:bodyPr/>
          <a:lstStyle>
            <a:lvl1pPr>
              <a:defRPr sz="2000" b="1" baseline="0"/>
            </a:lvl1pPr>
            <a:lvl2pPr marL="0" indent="0">
              <a:buFontTx/>
              <a:buNone/>
              <a:defRPr sz="2000" baseline="0"/>
            </a:lvl2pPr>
            <a:lvl3pPr marL="320040" indent="-201168">
              <a:buFont typeface=".AppleSystemUIFont" charset="-120"/>
              <a:buChar char="–"/>
              <a:defRPr sz="2000" baseline="0"/>
            </a:lvl3pPr>
            <a:lvl4pPr marL="640080" indent="-201168">
              <a:defRPr sz="2000" baseline="0"/>
            </a:lvl4pPr>
            <a:lvl5pPr marL="960120" indent="-201168">
              <a:buFont typeface=".AppleSystemUIFont" charset="-120"/>
              <a:buChar char="–"/>
              <a:defRPr sz="2000" baseline="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11"/>
          <p:cNvSpPr>
            <a:spLocks noGrp="1"/>
          </p:cNvSpPr>
          <p:nvPr>
            <p:ph type="body" sz="quarter" idx="11"/>
          </p:nvPr>
        </p:nvSpPr>
        <p:spPr>
          <a:xfrm>
            <a:off x="1139825" y="822325"/>
            <a:ext cx="8788401" cy="450850"/>
          </a:xfrm>
        </p:spPr>
        <p:txBody>
          <a:bodyPr/>
          <a:lstStyle>
            <a:lvl1pPr>
              <a:lnSpc>
                <a:spcPct val="110000"/>
              </a:lnSpc>
              <a:spcBef>
                <a:spcPts val="0"/>
              </a:spcBef>
              <a:defRPr sz="2200"/>
            </a:lvl1pPr>
          </a:lstStyle>
          <a:p>
            <a:pPr lvl="0"/>
            <a:r>
              <a:rPr lang="en-US"/>
              <a:t>Edit Master text styles</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rge Photo">
    <p:spTree>
      <p:nvGrpSpPr>
        <p:cNvPr id="1" name=""/>
        <p:cNvGrpSpPr/>
        <p:nvPr/>
      </p:nvGrpSpPr>
      <p:grpSpPr>
        <a:xfrm>
          <a:off x="0" y="0"/>
          <a:ext cx="0" cy="0"/>
          <a:chOff x="0" y="0"/>
          <a:chExt cx="0" cy="0"/>
        </a:xfrm>
      </p:grpSpPr>
      <p:sp>
        <p:nvSpPr>
          <p:cNvPr id="2" name="Title 1"/>
          <p:cNvSpPr>
            <a:spLocks noGrp="1"/>
          </p:cNvSpPr>
          <p:nvPr>
            <p:ph type="title"/>
          </p:nvPr>
        </p:nvSpPr>
        <p:spPr>
          <a:xfrm>
            <a:off x="1139826" y="396875"/>
            <a:ext cx="8788400" cy="498475"/>
          </a:xfrm>
        </p:spPr>
        <p:txBody>
          <a:bodyPr/>
          <a:lstStyle/>
          <a:p>
            <a:r>
              <a:rPr lang="en-US"/>
              <a:t>Click to edit Master title style</a:t>
            </a:r>
          </a:p>
        </p:txBody>
      </p:sp>
      <p:sp>
        <p:nvSpPr>
          <p:cNvPr id="9" name="Text Placeholder 11"/>
          <p:cNvSpPr>
            <a:spLocks noGrp="1"/>
          </p:cNvSpPr>
          <p:nvPr>
            <p:ph type="body" sz="quarter" idx="11"/>
          </p:nvPr>
        </p:nvSpPr>
        <p:spPr>
          <a:xfrm>
            <a:off x="1139825" y="822325"/>
            <a:ext cx="8788402" cy="450850"/>
          </a:xfrm>
        </p:spPr>
        <p:txBody>
          <a:bodyPr/>
          <a:lstStyle>
            <a:lvl1pPr>
              <a:lnSpc>
                <a:spcPct val="110000"/>
              </a:lnSpc>
              <a:spcBef>
                <a:spcPts val="0"/>
              </a:spcBef>
              <a:defRPr sz="2200"/>
            </a:lvl1pPr>
          </a:lstStyle>
          <a:p>
            <a:pPr lvl="0"/>
            <a:r>
              <a:rPr lang="en-US"/>
              <a:t>Edit Master text styles</a:t>
            </a:r>
          </a:p>
        </p:txBody>
      </p:sp>
      <p:sp>
        <p:nvSpPr>
          <p:cNvPr id="4" name="Content Placeholder 3"/>
          <p:cNvSpPr>
            <a:spLocks noGrp="1"/>
          </p:cNvSpPr>
          <p:nvPr>
            <p:ph sz="quarter" idx="12" hasCustomPrompt="1"/>
          </p:nvPr>
        </p:nvSpPr>
        <p:spPr>
          <a:xfrm>
            <a:off x="-1" y="1600200"/>
            <a:ext cx="12188825" cy="4800600"/>
          </a:xfrm>
          <a:solidFill>
            <a:schemeClr val="tx1">
              <a:lumMod val="65000"/>
              <a:lumOff val="35000"/>
            </a:schemeClr>
          </a:solidFill>
        </p:spPr>
        <p:txBody>
          <a:bodyPr anchor="ctr" anchorCtr="0"/>
          <a:lstStyle>
            <a:lvl1pPr algn="ctr">
              <a:defRPr b="1">
                <a:solidFill>
                  <a:schemeClr val="bg1"/>
                </a:solidFill>
              </a:defRPr>
            </a:lvl1pPr>
          </a:lstStyle>
          <a:p>
            <a:r>
              <a:rPr lang="en-US"/>
              <a:t>Click to insert photo, video</a:t>
            </a:r>
            <a:br>
              <a:rPr lang="en-US"/>
            </a:br>
            <a:r>
              <a:rPr lang="en-US"/>
              <a:t>or other graphic here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and 1 Large Photo">
    <p:spTree>
      <p:nvGrpSpPr>
        <p:cNvPr id="1" name=""/>
        <p:cNvGrpSpPr/>
        <p:nvPr/>
      </p:nvGrpSpPr>
      <p:grpSpPr>
        <a:xfrm>
          <a:off x="0" y="0"/>
          <a:ext cx="0" cy="0"/>
          <a:chOff x="0" y="0"/>
          <a:chExt cx="0" cy="0"/>
        </a:xfrm>
      </p:grpSpPr>
      <p:sp>
        <p:nvSpPr>
          <p:cNvPr id="2" name="Title 1"/>
          <p:cNvSpPr>
            <a:spLocks noGrp="1"/>
          </p:cNvSpPr>
          <p:nvPr>
            <p:ph type="title"/>
          </p:nvPr>
        </p:nvSpPr>
        <p:spPr>
          <a:xfrm>
            <a:off x="1139825" y="396875"/>
            <a:ext cx="5407025" cy="498475"/>
          </a:xfrm>
        </p:spPr>
        <p:txBody>
          <a:bodyPr/>
          <a:lstStyle/>
          <a:p>
            <a:r>
              <a:rPr lang="en-US"/>
              <a:t>Click to edit Master title style</a:t>
            </a:r>
          </a:p>
        </p:txBody>
      </p:sp>
      <p:sp>
        <p:nvSpPr>
          <p:cNvPr id="5" name="Content Placeholder 2"/>
          <p:cNvSpPr>
            <a:spLocks noGrp="1"/>
          </p:cNvSpPr>
          <p:nvPr>
            <p:ph idx="1"/>
          </p:nvPr>
        </p:nvSpPr>
        <p:spPr>
          <a:xfrm>
            <a:off x="1139825" y="1536700"/>
            <a:ext cx="5407025" cy="4641850"/>
          </a:xfrm>
        </p:spPr>
        <p:txBody>
          <a:bodyPr/>
          <a:lstStyle>
            <a:lvl1pPr>
              <a:defRPr sz="2000" b="1" baseline="0"/>
            </a:lvl1pPr>
            <a:lvl2pPr marL="0" indent="0">
              <a:buFontTx/>
              <a:buNone/>
              <a:defRPr sz="2000" baseline="0"/>
            </a:lvl2pPr>
            <a:lvl3pPr marL="320040" indent="-201168">
              <a:buFont typeface=".AppleSystemUIFont" charset="-120"/>
              <a:buChar char="–"/>
              <a:defRPr sz="2000" baseline="0"/>
            </a:lvl3pPr>
            <a:lvl4pPr marL="640080" indent="-201168">
              <a:defRPr sz="2000" baseline="0"/>
            </a:lvl4pPr>
            <a:lvl5pPr marL="960120" indent="-201168">
              <a:buFont typeface=".AppleSystemUIFont" charset="-120"/>
              <a:buChar char="–"/>
              <a:defRPr sz="2000" baseline="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11"/>
          <p:cNvSpPr>
            <a:spLocks noGrp="1"/>
          </p:cNvSpPr>
          <p:nvPr>
            <p:ph type="body" sz="quarter" idx="11"/>
          </p:nvPr>
        </p:nvSpPr>
        <p:spPr>
          <a:xfrm>
            <a:off x="1139825" y="822325"/>
            <a:ext cx="5407025" cy="450850"/>
          </a:xfrm>
        </p:spPr>
        <p:txBody>
          <a:bodyPr/>
          <a:lstStyle>
            <a:lvl1pPr>
              <a:lnSpc>
                <a:spcPct val="110000"/>
              </a:lnSpc>
              <a:spcBef>
                <a:spcPts val="0"/>
              </a:spcBef>
              <a:defRPr sz="2200"/>
            </a:lvl1pPr>
          </a:lstStyle>
          <a:p>
            <a:pPr lvl="0"/>
            <a:r>
              <a:rPr lang="en-US"/>
              <a:t>Edit Master text styles</a:t>
            </a:r>
          </a:p>
        </p:txBody>
      </p:sp>
      <p:sp>
        <p:nvSpPr>
          <p:cNvPr id="6" name="Content Placeholder 3"/>
          <p:cNvSpPr>
            <a:spLocks noGrp="1"/>
          </p:cNvSpPr>
          <p:nvPr>
            <p:ph sz="quarter" idx="12" hasCustomPrompt="1"/>
          </p:nvPr>
        </p:nvSpPr>
        <p:spPr>
          <a:xfrm>
            <a:off x="6775450" y="0"/>
            <a:ext cx="5413374" cy="6400800"/>
          </a:xfrm>
          <a:solidFill>
            <a:schemeClr val="tx1">
              <a:lumMod val="65000"/>
              <a:lumOff val="35000"/>
            </a:schemeClr>
          </a:solidFill>
        </p:spPr>
        <p:txBody>
          <a:bodyPr anchor="ctr" anchorCtr="0"/>
          <a:lstStyle>
            <a:lvl1pPr algn="ctr">
              <a:defRPr b="1">
                <a:solidFill>
                  <a:schemeClr val="bg1"/>
                </a:solidFill>
              </a:defRPr>
            </a:lvl1pPr>
          </a:lstStyle>
          <a:p>
            <a:r>
              <a:rPr lang="en-US"/>
              <a:t>Click to insert photo, video</a:t>
            </a:r>
            <a:br>
              <a:rPr lang="en-US"/>
            </a:br>
            <a:r>
              <a:rPr lang="en-US"/>
              <a:t>or other graphic here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and 1 Small Photo">
    <p:spTree>
      <p:nvGrpSpPr>
        <p:cNvPr id="1" name=""/>
        <p:cNvGrpSpPr/>
        <p:nvPr/>
      </p:nvGrpSpPr>
      <p:grpSpPr>
        <a:xfrm>
          <a:off x="0" y="0"/>
          <a:ext cx="0" cy="0"/>
          <a:chOff x="0" y="0"/>
          <a:chExt cx="0" cy="0"/>
        </a:xfrm>
      </p:grpSpPr>
      <p:sp>
        <p:nvSpPr>
          <p:cNvPr id="2" name="Title 1"/>
          <p:cNvSpPr>
            <a:spLocks noGrp="1"/>
          </p:cNvSpPr>
          <p:nvPr>
            <p:ph type="title"/>
          </p:nvPr>
        </p:nvSpPr>
        <p:spPr>
          <a:xfrm>
            <a:off x="1139826" y="396875"/>
            <a:ext cx="8788400" cy="498475"/>
          </a:xfrm>
        </p:spPr>
        <p:txBody>
          <a:bodyPr/>
          <a:lstStyle/>
          <a:p>
            <a:r>
              <a:rPr lang="en-US"/>
              <a:t>Click to edit Master title style</a:t>
            </a:r>
          </a:p>
        </p:txBody>
      </p:sp>
      <p:sp>
        <p:nvSpPr>
          <p:cNvPr id="5" name="Content Placeholder 2"/>
          <p:cNvSpPr>
            <a:spLocks noGrp="1"/>
          </p:cNvSpPr>
          <p:nvPr>
            <p:ph idx="1"/>
          </p:nvPr>
        </p:nvSpPr>
        <p:spPr>
          <a:xfrm>
            <a:off x="1139824" y="1536700"/>
            <a:ext cx="5407026" cy="4641850"/>
          </a:xfrm>
        </p:spPr>
        <p:txBody>
          <a:bodyPr/>
          <a:lstStyle>
            <a:lvl1pPr>
              <a:defRPr sz="2000" b="1" baseline="0"/>
            </a:lvl1pPr>
            <a:lvl2pPr marL="0" indent="0">
              <a:buFontTx/>
              <a:buNone/>
              <a:defRPr sz="2000" baseline="0"/>
            </a:lvl2pPr>
            <a:lvl3pPr marL="320040" indent="-201168">
              <a:buFont typeface=".AppleSystemUIFont" charset="-120"/>
              <a:buChar char="–"/>
              <a:defRPr sz="2000" baseline="0"/>
            </a:lvl3pPr>
            <a:lvl4pPr marL="640080" indent="-201168">
              <a:defRPr sz="2000" baseline="0"/>
            </a:lvl4pPr>
            <a:lvl5pPr marL="960120" indent="-201168">
              <a:buFont typeface=".AppleSystemUIFont" charset="-120"/>
              <a:buChar char="–"/>
              <a:defRPr sz="2000" baseline="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11"/>
          <p:cNvSpPr>
            <a:spLocks noGrp="1"/>
          </p:cNvSpPr>
          <p:nvPr>
            <p:ph type="body" sz="quarter" idx="11"/>
          </p:nvPr>
        </p:nvSpPr>
        <p:spPr>
          <a:xfrm>
            <a:off x="1139825" y="822325"/>
            <a:ext cx="8788401" cy="450850"/>
          </a:xfrm>
        </p:spPr>
        <p:txBody>
          <a:bodyPr/>
          <a:lstStyle>
            <a:lvl1pPr>
              <a:lnSpc>
                <a:spcPct val="110000"/>
              </a:lnSpc>
              <a:spcBef>
                <a:spcPts val="0"/>
              </a:spcBef>
              <a:defRPr sz="2200"/>
            </a:lvl1pPr>
          </a:lstStyle>
          <a:p>
            <a:pPr lvl="0"/>
            <a:r>
              <a:rPr lang="en-US"/>
              <a:t>Edit Master text styles</a:t>
            </a:r>
          </a:p>
        </p:txBody>
      </p:sp>
      <p:sp>
        <p:nvSpPr>
          <p:cNvPr id="9" name="Content Placeholder 3"/>
          <p:cNvSpPr>
            <a:spLocks noGrp="1"/>
          </p:cNvSpPr>
          <p:nvPr>
            <p:ph sz="quarter" idx="12" hasCustomPrompt="1"/>
          </p:nvPr>
        </p:nvSpPr>
        <p:spPr>
          <a:xfrm>
            <a:off x="6775450" y="1600200"/>
            <a:ext cx="5413374" cy="2965450"/>
          </a:xfrm>
          <a:solidFill>
            <a:schemeClr val="tx1">
              <a:lumMod val="65000"/>
              <a:lumOff val="35000"/>
            </a:schemeClr>
          </a:solidFill>
        </p:spPr>
        <p:txBody>
          <a:bodyPr anchor="ctr" anchorCtr="0"/>
          <a:lstStyle>
            <a:lvl1pPr algn="ctr">
              <a:defRPr b="1">
                <a:solidFill>
                  <a:schemeClr val="bg1"/>
                </a:solidFill>
              </a:defRPr>
            </a:lvl1pPr>
          </a:lstStyle>
          <a:p>
            <a:r>
              <a:rPr lang="en-US"/>
              <a:t>Click to insert photo, video</a:t>
            </a:r>
            <a:br>
              <a:rPr lang="en-US"/>
            </a:br>
            <a:r>
              <a:rPr lang="en-US"/>
              <a:t>or other graphic here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xtreme Horizontal Photo">
    <p:spTree>
      <p:nvGrpSpPr>
        <p:cNvPr id="1" name=""/>
        <p:cNvGrpSpPr/>
        <p:nvPr/>
      </p:nvGrpSpPr>
      <p:grpSpPr>
        <a:xfrm>
          <a:off x="0" y="0"/>
          <a:ext cx="0" cy="0"/>
          <a:chOff x="0" y="0"/>
          <a:chExt cx="0" cy="0"/>
        </a:xfrm>
      </p:grpSpPr>
      <p:sp>
        <p:nvSpPr>
          <p:cNvPr id="2" name="Title 1"/>
          <p:cNvSpPr>
            <a:spLocks noGrp="1"/>
          </p:cNvSpPr>
          <p:nvPr>
            <p:ph type="title"/>
          </p:nvPr>
        </p:nvSpPr>
        <p:spPr>
          <a:xfrm>
            <a:off x="1139826" y="396875"/>
            <a:ext cx="8788400" cy="498475"/>
          </a:xfrm>
        </p:spPr>
        <p:txBody>
          <a:bodyPr/>
          <a:lstStyle/>
          <a:p>
            <a:r>
              <a:rPr lang="en-US"/>
              <a:t>Click to edit Master title style</a:t>
            </a:r>
          </a:p>
        </p:txBody>
      </p:sp>
      <p:sp>
        <p:nvSpPr>
          <p:cNvPr id="5" name="Content Placeholder 2"/>
          <p:cNvSpPr>
            <a:spLocks noGrp="1"/>
          </p:cNvSpPr>
          <p:nvPr>
            <p:ph idx="1"/>
          </p:nvPr>
        </p:nvSpPr>
        <p:spPr>
          <a:xfrm>
            <a:off x="1139826" y="1536700"/>
            <a:ext cx="8788400" cy="1441450"/>
          </a:xfrm>
        </p:spPr>
        <p:txBody>
          <a:bodyPr/>
          <a:lstStyle>
            <a:lvl1pPr>
              <a:defRPr sz="2000" b="0" baseline="0"/>
            </a:lvl1pPr>
            <a:lvl2pPr marL="320040" indent="-228600">
              <a:buFont typeface=".AppleSystemUIFont" charset="-120"/>
              <a:buChar char="–"/>
              <a:defRPr sz="2000" b="0" baseline="0"/>
            </a:lvl2pPr>
            <a:lvl3pPr marL="320040" indent="-201168">
              <a:buFont typeface=".AppleSystemUIFont" charset="-120"/>
              <a:buChar char="–"/>
              <a:defRPr sz="2000" baseline="0"/>
            </a:lvl3pPr>
            <a:lvl4pPr marL="640080" indent="-201168">
              <a:buFont typeface="Arial" charset="0"/>
              <a:buChar char="•"/>
              <a:defRPr sz="2000" baseline="0"/>
            </a:lvl4pPr>
            <a:lvl5pPr marL="969264" indent="-201168">
              <a:buFont typeface=".AppleSystemUIFont" charset="-120"/>
              <a:buChar char="–"/>
              <a:defRPr sz="2000" baseline="0"/>
            </a:lvl5pPr>
          </a:lstStyle>
          <a:p>
            <a:pPr lvl="0"/>
            <a:r>
              <a:rPr lang="en-US"/>
              <a:t>Edit Master text styles</a:t>
            </a:r>
          </a:p>
        </p:txBody>
      </p:sp>
      <p:sp>
        <p:nvSpPr>
          <p:cNvPr id="9" name="Text Placeholder 11"/>
          <p:cNvSpPr>
            <a:spLocks noGrp="1"/>
          </p:cNvSpPr>
          <p:nvPr>
            <p:ph type="body" sz="quarter" idx="11"/>
          </p:nvPr>
        </p:nvSpPr>
        <p:spPr>
          <a:xfrm>
            <a:off x="1139825" y="822325"/>
            <a:ext cx="8788400" cy="450850"/>
          </a:xfrm>
        </p:spPr>
        <p:txBody>
          <a:bodyPr/>
          <a:lstStyle>
            <a:lvl1pPr>
              <a:lnSpc>
                <a:spcPct val="110000"/>
              </a:lnSpc>
              <a:spcBef>
                <a:spcPts val="0"/>
              </a:spcBef>
              <a:defRPr sz="2200"/>
            </a:lvl1pPr>
          </a:lstStyle>
          <a:p>
            <a:pPr lvl="0"/>
            <a:r>
              <a:rPr lang="en-US"/>
              <a:t>Edit Master text styles</a:t>
            </a:r>
          </a:p>
        </p:txBody>
      </p:sp>
      <p:sp>
        <p:nvSpPr>
          <p:cNvPr id="6" name="Content Placeholder 3"/>
          <p:cNvSpPr>
            <a:spLocks noGrp="1"/>
          </p:cNvSpPr>
          <p:nvPr>
            <p:ph sz="quarter" idx="12" hasCustomPrompt="1"/>
          </p:nvPr>
        </p:nvSpPr>
        <p:spPr>
          <a:xfrm>
            <a:off x="0" y="3206750"/>
            <a:ext cx="12188825" cy="3194050"/>
          </a:xfrm>
          <a:solidFill>
            <a:schemeClr val="tx1">
              <a:lumMod val="65000"/>
              <a:lumOff val="35000"/>
            </a:schemeClr>
          </a:solidFill>
        </p:spPr>
        <p:txBody>
          <a:bodyPr anchor="ctr" anchorCtr="0"/>
          <a:lstStyle>
            <a:lvl1pPr algn="ctr">
              <a:defRPr b="1">
                <a:solidFill>
                  <a:schemeClr val="bg1"/>
                </a:solidFill>
              </a:defRPr>
            </a:lvl1pPr>
          </a:lstStyle>
          <a:p>
            <a:r>
              <a:rPr lang="en-US"/>
              <a:t>Click to insert photo, video</a:t>
            </a:r>
            <a:br>
              <a:rPr lang="en-US"/>
            </a:br>
            <a:r>
              <a:rPr lang="en-US"/>
              <a:t>or other graphic here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Photos and Captions">
    <p:spTree>
      <p:nvGrpSpPr>
        <p:cNvPr id="1" name=""/>
        <p:cNvGrpSpPr/>
        <p:nvPr/>
      </p:nvGrpSpPr>
      <p:grpSpPr>
        <a:xfrm>
          <a:off x="0" y="0"/>
          <a:ext cx="0" cy="0"/>
          <a:chOff x="0" y="0"/>
          <a:chExt cx="0" cy="0"/>
        </a:xfrm>
      </p:grpSpPr>
      <p:sp>
        <p:nvSpPr>
          <p:cNvPr id="2" name="Title 1"/>
          <p:cNvSpPr>
            <a:spLocks noGrp="1"/>
          </p:cNvSpPr>
          <p:nvPr>
            <p:ph type="title"/>
          </p:nvPr>
        </p:nvSpPr>
        <p:spPr>
          <a:xfrm>
            <a:off x="1139826" y="396875"/>
            <a:ext cx="8788400" cy="498475"/>
          </a:xfrm>
        </p:spPr>
        <p:txBody>
          <a:bodyPr/>
          <a:lstStyle/>
          <a:p>
            <a:r>
              <a:rPr lang="en-US"/>
              <a:t>Click to edit Master title style</a:t>
            </a:r>
          </a:p>
        </p:txBody>
      </p:sp>
      <p:sp>
        <p:nvSpPr>
          <p:cNvPr id="6" name="Picture Placeholder 2"/>
          <p:cNvSpPr>
            <a:spLocks noGrp="1"/>
          </p:cNvSpPr>
          <p:nvPr>
            <p:ph type="pic" sz="quarter" idx="10" hasCustomPrompt="1"/>
          </p:nvPr>
        </p:nvSpPr>
        <p:spPr>
          <a:xfrm>
            <a:off x="0" y="1600200"/>
            <a:ext cx="4127500" cy="2097156"/>
          </a:xfrm>
          <a:prstGeom prst="rect">
            <a:avLst/>
          </a:prstGeom>
          <a:solidFill>
            <a:schemeClr val="tx1">
              <a:lumMod val="65000"/>
              <a:lumOff val="35000"/>
            </a:schemeClr>
          </a:solidFill>
        </p:spPr>
        <p:txBody>
          <a:bodyPr vert="horz" anchor="ctr" anchorCtr="0"/>
          <a:lstStyle>
            <a:lvl1pPr algn="ctr">
              <a:defRPr sz="2399" b="1" baseline="0">
                <a:solidFill>
                  <a:schemeClr val="bg1"/>
                </a:solidFill>
              </a:defRPr>
            </a:lvl1pPr>
          </a:lstStyle>
          <a:p>
            <a:r>
              <a:rPr lang="en-US"/>
              <a:t>Photo Area</a:t>
            </a:r>
          </a:p>
        </p:txBody>
      </p:sp>
      <p:sp>
        <p:nvSpPr>
          <p:cNvPr id="7" name="Picture Placeholder 2"/>
          <p:cNvSpPr>
            <a:spLocks noGrp="1"/>
          </p:cNvSpPr>
          <p:nvPr>
            <p:ph type="pic" sz="quarter" idx="16" hasCustomPrompt="1"/>
          </p:nvPr>
        </p:nvSpPr>
        <p:spPr>
          <a:xfrm>
            <a:off x="4368800" y="1600200"/>
            <a:ext cx="3441700" cy="2097156"/>
          </a:xfrm>
          <a:prstGeom prst="rect">
            <a:avLst/>
          </a:prstGeom>
          <a:solidFill>
            <a:schemeClr val="tx1">
              <a:lumMod val="65000"/>
              <a:lumOff val="35000"/>
            </a:schemeClr>
          </a:solidFill>
        </p:spPr>
        <p:txBody>
          <a:bodyPr vert="horz" anchor="ctr" anchorCtr="0"/>
          <a:lstStyle>
            <a:lvl1pPr algn="ctr">
              <a:defRPr sz="2399" b="1" baseline="0">
                <a:solidFill>
                  <a:schemeClr val="bg1"/>
                </a:solidFill>
              </a:defRPr>
            </a:lvl1pPr>
          </a:lstStyle>
          <a:p>
            <a:r>
              <a:rPr lang="en-US"/>
              <a:t>Photo Area</a:t>
            </a:r>
          </a:p>
        </p:txBody>
      </p:sp>
      <p:sp>
        <p:nvSpPr>
          <p:cNvPr id="8" name="Picture Placeholder 2"/>
          <p:cNvSpPr>
            <a:spLocks noGrp="1"/>
          </p:cNvSpPr>
          <p:nvPr>
            <p:ph type="pic" sz="quarter" idx="17" hasCustomPrompt="1"/>
          </p:nvPr>
        </p:nvSpPr>
        <p:spPr>
          <a:xfrm>
            <a:off x="8045450" y="1600200"/>
            <a:ext cx="4143375" cy="2097156"/>
          </a:xfrm>
          <a:prstGeom prst="rect">
            <a:avLst/>
          </a:prstGeom>
          <a:solidFill>
            <a:schemeClr val="tx1">
              <a:lumMod val="65000"/>
              <a:lumOff val="35000"/>
            </a:schemeClr>
          </a:solidFill>
        </p:spPr>
        <p:txBody>
          <a:bodyPr vert="horz" anchor="ctr" anchorCtr="0"/>
          <a:lstStyle>
            <a:lvl1pPr algn="ctr">
              <a:defRPr sz="2399" b="1" baseline="0">
                <a:solidFill>
                  <a:schemeClr val="bg1"/>
                </a:solidFill>
              </a:defRPr>
            </a:lvl1pPr>
          </a:lstStyle>
          <a:p>
            <a:r>
              <a:rPr lang="en-US"/>
              <a:t>Photo Area</a:t>
            </a:r>
          </a:p>
        </p:txBody>
      </p:sp>
      <p:sp>
        <p:nvSpPr>
          <p:cNvPr id="9" name="Content Placeholder 2"/>
          <p:cNvSpPr>
            <a:spLocks noGrp="1"/>
          </p:cNvSpPr>
          <p:nvPr>
            <p:ph idx="1"/>
          </p:nvPr>
        </p:nvSpPr>
        <p:spPr>
          <a:xfrm>
            <a:off x="669925" y="4025590"/>
            <a:ext cx="3457575" cy="2152960"/>
          </a:xfrm>
        </p:spPr>
        <p:txBody>
          <a:bodyPr/>
          <a:lstStyle>
            <a:lvl1pPr>
              <a:defRPr sz="1800" b="0" baseline="0"/>
            </a:lvl1pPr>
            <a:lvl2pPr marL="0" indent="0">
              <a:buFontTx/>
              <a:buNone/>
              <a:defRPr sz="1800" b="0" baseline="0"/>
            </a:lvl2pPr>
            <a:lvl3pPr marL="320040" indent="-201168">
              <a:buFont typeface=".AppleSystemUIFont" charset="-120"/>
              <a:buChar char="–"/>
              <a:defRPr sz="2000" baseline="0"/>
            </a:lvl3pPr>
            <a:lvl4pPr marL="640080" indent="-201168">
              <a:defRPr sz="2000" baseline="0"/>
            </a:lvl4pPr>
            <a:lvl5pPr marL="960120" indent="-201168">
              <a:buFont typeface=".AppleSystemUIFont" charset="-120"/>
              <a:buChar char="–"/>
              <a:defRPr sz="2000" baseline="0"/>
            </a:lvl5pPr>
          </a:lstStyle>
          <a:p>
            <a:pPr lvl="0"/>
            <a:r>
              <a:rPr lang="en-US"/>
              <a:t>Edit Master text styles</a:t>
            </a:r>
          </a:p>
          <a:p>
            <a:pPr lvl="1"/>
            <a:r>
              <a:rPr lang="en-US"/>
              <a:t>Second level</a:t>
            </a:r>
          </a:p>
        </p:txBody>
      </p:sp>
      <p:sp>
        <p:nvSpPr>
          <p:cNvPr id="10" name="Content Placeholder 2"/>
          <p:cNvSpPr>
            <a:spLocks noGrp="1"/>
          </p:cNvSpPr>
          <p:nvPr>
            <p:ph idx="18"/>
          </p:nvPr>
        </p:nvSpPr>
        <p:spPr>
          <a:xfrm>
            <a:off x="4368799" y="4025590"/>
            <a:ext cx="3457575" cy="2152960"/>
          </a:xfrm>
        </p:spPr>
        <p:txBody>
          <a:bodyPr/>
          <a:lstStyle>
            <a:lvl1pPr>
              <a:defRPr sz="1800" b="0" baseline="0"/>
            </a:lvl1pPr>
            <a:lvl2pPr marL="0" indent="0">
              <a:buFontTx/>
              <a:buNone/>
              <a:defRPr sz="1800" b="0" baseline="0"/>
            </a:lvl2pPr>
            <a:lvl3pPr marL="320040" indent="-201168">
              <a:buFont typeface=".AppleSystemUIFont" charset="-120"/>
              <a:buChar char="–"/>
              <a:defRPr sz="2000" baseline="0"/>
            </a:lvl3pPr>
            <a:lvl4pPr marL="640080" indent="-201168">
              <a:defRPr sz="2000" baseline="0"/>
            </a:lvl4pPr>
            <a:lvl5pPr marL="960120" indent="-201168">
              <a:buFont typeface=".AppleSystemUIFont" charset="-120"/>
              <a:buChar char="–"/>
              <a:defRPr sz="2000" baseline="0"/>
            </a:lvl5pPr>
          </a:lstStyle>
          <a:p>
            <a:pPr lvl="0"/>
            <a:r>
              <a:rPr lang="en-US"/>
              <a:t>Edit Master text styles</a:t>
            </a:r>
          </a:p>
          <a:p>
            <a:pPr lvl="1"/>
            <a:r>
              <a:rPr lang="en-US"/>
              <a:t>Second level</a:t>
            </a:r>
          </a:p>
        </p:txBody>
      </p:sp>
      <p:sp>
        <p:nvSpPr>
          <p:cNvPr id="11" name="Content Placeholder 2"/>
          <p:cNvSpPr>
            <a:spLocks noGrp="1"/>
          </p:cNvSpPr>
          <p:nvPr>
            <p:ph idx="19"/>
          </p:nvPr>
        </p:nvSpPr>
        <p:spPr>
          <a:xfrm>
            <a:off x="8045450" y="4025590"/>
            <a:ext cx="3457575" cy="2152960"/>
          </a:xfrm>
        </p:spPr>
        <p:txBody>
          <a:bodyPr/>
          <a:lstStyle>
            <a:lvl1pPr>
              <a:defRPr sz="1800" b="0" baseline="0"/>
            </a:lvl1pPr>
            <a:lvl2pPr marL="0" indent="0">
              <a:buFontTx/>
              <a:buNone/>
              <a:defRPr sz="1800" b="0" baseline="0"/>
            </a:lvl2pPr>
            <a:lvl3pPr marL="320040" indent="-201168">
              <a:buFont typeface=".AppleSystemUIFont" charset="-120"/>
              <a:buChar char="–"/>
              <a:defRPr sz="2000" baseline="0"/>
            </a:lvl3pPr>
            <a:lvl4pPr marL="640080" indent="-201168">
              <a:defRPr sz="2000" baseline="0"/>
            </a:lvl4pPr>
            <a:lvl5pPr marL="960120" indent="-201168">
              <a:buFont typeface=".AppleSystemUIFont" charset="-120"/>
              <a:buChar char="–"/>
              <a:defRPr sz="2000" baseline="0"/>
            </a:lvl5pPr>
          </a:lstStyle>
          <a:p>
            <a:pPr lvl="0"/>
            <a:r>
              <a:rPr lang="en-US"/>
              <a:t>Edit Master text styles</a:t>
            </a:r>
          </a:p>
          <a:p>
            <a:pPr lvl="1"/>
            <a:r>
              <a:rPr lang="en-US"/>
              <a:t>Second level</a:t>
            </a:r>
          </a:p>
        </p:txBody>
      </p:sp>
      <p:sp>
        <p:nvSpPr>
          <p:cNvPr id="13" name="Text Placeholder 11"/>
          <p:cNvSpPr>
            <a:spLocks noGrp="1"/>
          </p:cNvSpPr>
          <p:nvPr>
            <p:ph type="body" sz="quarter" idx="20"/>
          </p:nvPr>
        </p:nvSpPr>
        <p:spPr>
          <a:xfrm>
            <a:off x="1139825" y="822325"/>
            <a:ext cx="8788400" cy="450850"/>
          </a:xfrm>
        </p:spPr>
        <p:txBody>
          <a:bodyPr/>
          <a:lstStyle>
            <a:lvl1pPr>
              <a:lnSpc>
                <a:spcPct val="110000"/>
              </a:lnSpc>
              <a:spcBef>
                <a:spcPts val="0"/>
              </a:spcBef>
              <a:defRPr sz="2200"/>
            </a:lvl1pPr>
          </a:lstStyle>
          <a:p>
            <a:pPr lvl="0"/>
            <a:r>
              <a:rPr lang="en-US"/>
              <a:t>Edit Master text styles</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and 2 Photos">
    <p:spTree>
      <p:nvGrpSpPr>
        <p:cNvPr id="1" name=""/>
        <p:cNvGrpSpPr/>
        <p:nvPr/>
      </p:nvGrpSpPr>
      <p:grpSpPr>
        <a:xfrm>
          <a:off x="0" y="0"/>
          <a:ext cx="0" cy="0"/>
          <a:chOff x="0" y="0"/>
          <a:chExt cx="0" cy="0"/>
        </a:xfrm>
      </p:grpSpPr>
      <p:sp>
        <p:nvSpPr>
          <p:cNvPr id="2" name="Title 1"/>
          <p:cNvSpPr>
            <a:spLocks noGrp="1"/>
          </p:cNvSpPr>
          <p:nvPr>
            <p:ph type="title"/>
          </p:nvPr>
        </p:nvSpPr>
        <p:spPr>
          <a:xfrm>
            <a:off x="1139825" y="396875"/>
            <a:ext cx="5407025" cy="498475"/>
          </a:xfrm>
        </p:spPr>
        <p:txBody>
          <a:bodyPr/>
          <a:lstStyle/>
          <a:p>
            <a:r>
              <a:rPr lang="en-US"/>
              <a:t>Click to edit Master title style</a:t>
            </a:r>
          </a:p>
        </p:txBody>
      </p:sp>
      <p:sp>
        <p:nvSpPr>
          <p:cNvPr id="5" name="Content Placeholder 2"/>
          <p:cNvSpPr>
            <a:spLocks noGrp="1"/>
          </p:cNvSpPr>
          <p:nvPr>
            <p:ph idx="1"/>
          </p:nvPr>
        </p:nvSpPr>
        <p:spPr>
          <a:xfrm>
            <a:off x="1139825" y="1536700"/>
            <a:ext cx="5407025" cy="4641850"/>
          </a:xfrm>
        </p:spPr>
        <p:txBody>
          <a:bodyPr/>
          <a:lstStyle>
            <a:lvl1pPr>
              <a:spcBef>
                <a:spcPts val="1200"/>
              </a:spcBef>
              <a:defRPr sz="2000" b="1" baseline="0"/>
            </a:lvl1pPr>
            <a:lvl2pPr marL="0" indent="0">
              <a:buFontTx/>
              <a:buNone/>
              <a:defRPr sz="2000" baseline="0"/>
            </a:lvl2pPr>
            <a:lvl3pPr marL="320040" indent="-201168">
              <a:buFont typeface=".AppleSystemUIFont" charset="-120"/>
              <a:buChar char="–"/>
              <a:defRPr sz="2000" baseline="0"/>
            </a:lvl3pPr>
            <a:lvl4pPr marL="640080" indent="-201168">
              <a:defRPr sz="2000" baseline="0"/>
            </a:lvl4pPr>
            <a:lvl5pPr marL="960120" indent="-201168">
              <a:buFont typeface=".AppleSystemUIFont" charset="-120"/>
              <a:buChar char="–"/>
              <a:defRPr sz="2000" baseline="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1"/>
          <p:cNvSpPr>
            <a:spLocks noGrp="1"/>
          </p:cNvSpPr>
          <p:nvPr>
            <p:ph type="body" sz="quarter" idx="14"/>
          </p:nvPr>
        </p:nvSpPr>
        <p:spPr>
          <a:xfrm>
            <a:off x="1139825" y="822324"/>
            <a:ext cx="5407025" cy="549275"/>
          </a:xfrm>
        </p:spPr>
        <p:txBody>
          <a:bodyPr/>
          <a:lstStyle>
            <a:lvl1pPr>
              <a:lnSpc>
                <a:spcPct val="110000"/>
              </a:lnSpc>
              <a:spcBef>
                <a:spcPts val="0"/>
              </a:spcBef>
              <a:defRPr sz="2200"/>
            </a:lvl1pPr>
          </a:lstStyle>
          <a:p>
            <a:pPr lvl="0"/>
            <a:r>
              <a:rPr lang="en-US"/>
              <a:t>Edit Master text styles</a:t>
            </a:r>
          </a:p>
        </p:txBody>
      </p:sp>
      <p:sp>
        <p:nvSpPr>
          <p:cNvPr id="10" name="Content Placeholder 3"/>
          <p:cNvSpPr>
            <a:spLocks noGrp="1"/>
          </p:cNvSpPr>
          <p:nvPr>
            <p:ph sz="quarter" idx="12" hasCustomPrompt="1"/>
          </p:nvPr>
        </p:nvSpPr>
        <p:spPr>
          <a:xfrm>
            <a:off x="6775450" y="0"/>
            <a:ext cx="5413374" cy="2978150"/>
          </a:xfrm>
          <a:solidFill>
            <a:schemeClr val="tx1">
              <a:lumMod val="65000"/>
              <a:lumOff val="35000"/>
            </a:schemeClr>
          </a:solidFill>
        </p:spPr>
        <p:txBody>
          <a:bodyPr anchor="ctr" anchorCtr="0"/>
          <a:lstStyle>
            <a:lvl1pPr algn="ctr">
              <a:defRPr b="1">
                <a:solidFill>
                  <a:schemeClr val="bg1"/>
                </a:solidFill>
              </a:defRPr>
            </a:lvl1pPr>
          </a:lstStyle>
          <a:p>
            <a:r>
              <a:rPr lang="en-US"/>
              <a:t>Click to insert photo, video</a:t>
            </a:r>
            <a:br>
              <a:rPr lang="en-US"/>
            </a:br>
            <a:r>
              <a:rPr lang="en-US"/>
              <a:t>or other graphic here</a:t>
            </a:r>
          </a:p>
        </p:txBody>
      </p:sp>
      <p:sp>
        <p:nvSpPr>
          <p:cNvPr id="12" name="Content Placeholder 3"/>
          <p:cNvSpPr>
            <a:spLocks noGrp="1"/>
          </p:cNvSpPr>
          <p:nvPr>
            <p:ph sz="quarter" idx="15" hasCustomPrompt="1"/>
          </p:nvPr>
        </p:nvSpPr>
        <p:spPr>
          <a:xfrm>
            <a:off x="6775451" y="3200400"/>
            <a:ext cx="5413374" cy="3200400"/>
          </a:xfrm>
          <a:solidFill>
            <a:schemeClr val="tx1">
              <a:lumMod val="65000"/>
              <a:lumOff val="35000"/>
            </a:schemeClr>
          </a:solidFill>
        </p:spPr>
        <p:txBody>
          <a:bodyPr anchor="ctr" anchorCtr="0"/>
          <a:lstStyle>
            <a:lvl1pPr algn="ctr">
              <a:defRPr b="1">
                <a:solidFill>
                  <a:schemeClr val="bg1"/>
                </a:solidFill>
              </a:defRPr>
            </a:lvl1pPr>
          </a:lstStyle>
          <a:p>
            <a:r>
              <a:rPr lang="en-US"/>
              <a:t>Click to insert photo, video</a:t>
            </a:r>
            <a:br>
              <a:rPr lang="en-US"/>
            </a:br>
            <a:r>
              <a:rPr lang="en-US"/>
              <a:t>or other graphic here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photos">
    <p:spTree>
      <p:nvGrpSpPr>
        <p:cNvPr id="1" name=""/>
        <p:cNvGrpSpPr/>
        <p:nvPr/>
      </p:nvGrpSpPr>
      <p:grpSpPr>
        <a:xfrm>
          <a:off x="0" y="0"/>
          <a:ext cx="0" cy="0"/>
          <a:chOff x="0" y="0"/>
          <a:chExt cx="0" cy="0"/>
        </a:xfrm>
      </p:grpSpPr>
      <p:sp>
        <p:nvSpPr>
          <p:cNvPr id="2" name="Title 1"/>
          <p:cNvSpPr>
            <a:spLocks noGrp="1"/>
          </p:cNvSpPr>
          <p:nvPr>
            <p:ph type="title"/>
          </p:nvPr>
        </p:nvSpPr>
        <p:spPr>
          <a:xfrm>
            <a:off x="1139826" y="396875"/>
            <a:ext cx="8788400" cy="498475"/>
          </a:xfrm>
        </p:spPr>
        <p:txBody>
          <a:bodyPr/>
          <a:lstStyle/>
          <a:p>
            <a:r>
              <a:rPr lang="en-US"/>
              <a:t>Click to edit Master title style</a:t>
            </a:r>
          </a:p>
        </p:txBody>
      </p:sp>
      <p:sp>
        <p:nvSpPr>
          <p:cNvPr id="8" name="Text Placeholder 11"/>
          <p:cNvSpPr>
            <a:spLocks noGrp="1"/>
          </p:cNvSpPr>
          <p:nvPr>
            <p:ph type="body" sz="quarter" idx="12"/>
          </p:nvPr>
        </p:nvSpPr>
        <p:spPr>
          <a:xfrm>
            <a:off x="1139825" y="822325"/>
            <a:ext cx="8788400" cy="450850"/>
          </a:xfrm>
        </p:spPr>
        <p:txBody>
          <a:bodyPr/>
          <a:lstStyle>
            <a:lvl1pPr>
              <a:lnSpc>
                <a:spcPct val="110000"/>
              </a:lnSpc>
              <a:spcBef>
                <a:spcPts val="0"/>
              </a:spcBef>
              <a:defRPr sz="2200"/>
            </a:lvl1pPr>
          </a:lstStyle>
          <a:p>
            <a:pPr lvl="0"/>
            <a:r>
              <a:rPr lang="en-US"/>
              <a:t>Edit Master text styles</a:t>
            </a:r>
          </a:p>
        </p:txBody>
      </p:sp>
      <p:sp>
        <p:nvSpPr>
          <p:cNvPr id="7" name="Content Placeholder 3"/>
          <p:cNvSpPr>
            <a:spLocks noGrp="1"/>
          </p:cNvSpPr>
          <p:nvPr>
            <p:ph sz="quarter" idx="15" hasCustomPrompt="1"/>
          </p:nvPr>
        </p:nvSpPr>
        <p:spPr>
          <a:xfrm>
            <a:off x="6775451" y="1600200"/>
            <a:ext cx="5413374" cy="4800600"/>
          </a:xfrm>
          <a:solidFill>
            <a:schemeClr val="tx1">
              <a:lumMod val="65000"/>
              <a:lumOff val="35000"/>
            </a:schemeClr>
          </a:solidFill>
        </p:spPr>
        <p:txBody>
          <a:bodyPr anchor="ctr" anchorCtr="0"/>
          <a:lstStyle>
            <a:lvl1pPr algn="ctr">
              <a:defRPr b="1">
                <a:solidFill>
                  <a:schemeClr val="bg1"/>
                </a:solidFill>
              </a:defRPr>
            </a:lvl1pPr>
          </a:lstStyle>
          <a:p>
            <a:r>
              <a:rPr lang="en-US"/>
              <a:t>Click to insert photo, video</a:t>
            </a:r>
            <a:br>
              <a:rPr lang="en-US"/>
            </a:br>
            <a:r>
              <a:rPr lang="en-US"/>
              <a:t>or other graphic here</a:t>
            </a:r>
          </a:p>
        </p:txBody>
      </p:sp>
      <p:sp>
        <p:nvSpPr>
          <p:cNvPr id="10" name="Content Placeholder 3"/>
          <p:cNvSpPr>
            <a:spLocks noGrp="1"/>
          </p:cNvSpPr>
          <p:nvPr>
            <p:ph sz="quarter" idx="16" hasCustomPrompt="1"/>
          </p:nvPr>
        </p:nvSpPr>
        <p:spPr>
          <a:xfrm>
            <a:off x="0" y="1600200"/>
            <a:ext cx="6546850" cy="4800600"/>
          </a:xfrm>
          <a:solidFill>
            <a:schemeClr val="tx1">
              <a:lumMod val="65000"/>
              <a:lumOff val="35000"/>
            </a:schemeClr>
          </a:solidFill>
        </p:spPr>
        <p:txBody>
          <a:bodyPr anchor="ctr" anchorCtr="0"/>
          <a:lstStyle>
            <a:lvl1pPr algn="ctr">
              <a:defRPr b="1">
                <a:solidFill>
                  <a:schemeClr val="bg1"/>
                </a:solidFill>
              </a:defRPr>
            </a:lvl1pPr>
          </a:lstStyle>
          <a:p>
            <a:r>
              <a:rPr lang="en-US"/>
              <a:t>Click to insert photo, video</a:t>
            </a:r>
            <a:br>
              <a:rPr lang="en-US"/>
            </a:br>
            <a:r>
              <a:rPr lang="en-US"/>
              <a:t>or other graphic here</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photos">
    <p:spTree>
      <p:nvGrpSpPr>
        <p:cNvPr id="1" name=""/>
        <p:cNvGrpSpPr/>
        <p:nvPr/>
      </p:nvGrpSpPr>
      <p:grpSpPr>
        <a:xfrm>
          <a:off x="0" y="0"/>
          <a:ext cx="0" cy="0"/>
          <a:chOff x="0" y="0"/>
          <a:chExt cx="0" cy="0"/>
        </a:xfrm>
      </p:grpSpPr>
      <p:sp>
        <p:nvSpPr>
          <p:cNvPr id="2" name="Title 1"/>
          <p:cNvSpPr>
            <a:spLocks noGrp="1"/>
          </p:cNvSpPr>
          <p:nvPr>
            <p:ph type="title"/>
          </p:nvPr>
        </p:nvSpPr>
        <p:spPr>
          <a:xfrm>
            <a:off x="1139826" y="396875"/>
            <a:ext cx="8788400" cy="498475"/>
          </a:xfrm>
        </p:spPr>
        <p:txBody>
          <a:bodyPr/>
          <a:lstStyle/>
          <a:p>
            <a:r>
              <a:rPr lang="en-US"/>
              <a:t>Click to edit Master title style</a:t>
            </a:r>
          </a:p>
        </p:txBody>
      </p:sp>
      <p:sp>
        <p:nvSpPr>
          <p:cNvPr id="10" name="Text Placeholder 11"/>
          <p:cNvSpPr>
            <a:spLocks noGrp="1"/>
          </p:cNvSpPr>
          <p:nvPr>
            <p:ph type="body" sz="quarter" idx="10"/>
          </p:nvPr>
        </p:nvSpPr>
        <p:spPr>
          <a:xfrm>
            <a:off x="1139825" y="822325"/>
            <a:ext cx="8788400" cy="450850"/>
          </a:xfrm>
        </p:spPr>
        <p:txBody>
          <a:bodyPr/>
          <a:lstStyle>
            <a:lvl1pPr>
              <a:lnSpc>
                <a:spcPct val="110000"/>
              </a:lnSpc>
              <a:spcBef>
                <a:spcPts val="0"/>
              </a:spcBef>
              <a:defRPr sz="2200"/>
            </a:lvl1pPr>
          </a:lstStyle>
          <a:p>
            <a:pPr lvl="0"/>
            <a:r>
              <a:rPr lang="en-US"/>
              <a:t>Edit Master text styles</a:t>
            </a:r>
          </a:p>
        </p:txBody>
      </p:sp>
      <p:sp>
        <p:nvSpPr>
          <p:cNvPr id="11" name="Content Placeholder 3"/>
          <p:cNvSpPr>
            <a:spLocks noGrp="1"/>
          </p:cNvSpPr>
          <p:nvPr>
            <p:ph sz="quarter" idx="16" hasCustomPrompt="1"/>
          </p:nvPr>
        </p:nvSpPr>
        <p:spPr>
          <a:xfrm>
            <a:off x="-1" y="1600200"/>
            <a:ext cx="7673975" cy="4800600"/>
          </a:xfrm>
          <a:solidFill>
            <a:schemeClr val="tx1">
              <a:lumMod val="65000"/>
              <a:lumOff val="35000"/>
            </a:schemeClr>
          </a:solidFill>
        </p:spPr>
        <p:txBody>
          <a:bodyPr anchor="ctr" anchorCtr="0"/>
          <a:lstStyle>
            <a:lvl1pPr algn="ctr">
              <a:defRPr b="1">
                <a:solidFill>
                  <a:schemeClr val="bg1"/>
                </a:solidFill>
              </a:defRPr>
            </a:lvl1pPr>
          </a:lstStyle>
          <a:p>
            <a:r>
              <a:rPr lang="en-US"/>
              <a:t>Click to insert photo, video</a:t>
            </a:r>
            <a:br>
              <a:rPr lang="en-US"/>
            </a:br>
            <a:r>
              <a:rPr lang="en-US"/>
              <a:t>or other graphic here</a:t>
            </a:r>
          </a:p>
        </p:txBody>
      </p:sp>
      <p:sp>
        <p:nvSpPr>
          <p:cNvPr id="14" name="Content Placeholder 3"/>
          <p:cNvSpPr>
            <a:spLocks noGrp="1"/>
          </p:cNvSpPr>
          <p:nvPr>
            <p:ph sz="quarter" idx="12" hasCustomPrompt="1"/>
          </p:nvPr>
        </p:nvSpPr>
        <p:spPr>
          <a:xfrm>
            <a:off x="7902576" y="1600200"/>
            <a:ext cx="4286248" cy="2032000"/>
          </a:xfrm>
          <a:solidFill>
            <a:schemeClr val="tx1">
              <a:lumMod val="65000"/>
              <a:lumOff val="35000"/>
            </a:schemeClr>
          </a:solidFill>
        </p:spPr>
        <p:txBody>
          <a:bodyPr anchor="ctr" anchorCtr="0"/>
          <a:lstStyle>
            <a:lvl1pPr algn="ctr">
              <a:defRPr b="1">
                <a:solidFill>
                  <a:schemeClr val="bg1"/>
                </a:solidFill>
              </a:defRPr>
            </a:lvl1pPr>
          </a:lstStyle>
          <a:p>
            <a:r>
              <a:rPr lang="en-US"/>
              <a:t>Click to insert photo, video</a:t>
            </a:r>
            <a:br>
              <a:rPr lang="en-US"/>
            </a:br>
            <a:r>
              <a:rPr lang="en-US"/>
              <a:t>or other graphic here</a:t>
            </a:r>
          </a:p>
        </p:txBody>
      </p:sp>
      <p:sp>
        <p:nvSpPr>
          <p:cNvPr id="15" name="Content Placeholder 3"/>
          <p:cNvSpPr>
            <a:spLocks noGrp="1"/>
          </p:cNvSpPr>
          <p:nvPr>
            <p:ph sz="quarter" idx="15" hasCustomPrompt="1"/>
          </p:nvPr>
        </p:nvSpPr>
        <p:spPr>
          <a:xfrm>
            <a:off x="7902575" y="3860800"/>
            <a:ext cx="4286249" cy="2540000"/>
          </a:xfrm>
          <a:solidFill>
            <a:schemeClr val="tx1">
              <a:lumMod val="65000"/>
              <a:lumOff val="35000"/>
            </a:schemeClr>
          </a:solidFill>
        </p:spPr>
        <p:txBody>
          <a:bodyPr anchor="ctr" anchorCtr="0"/>
          <a:lstStyle>
            <a:lvl1pPr algn="ctr">
              <a:defRPr b="1">
                <a:solidFill>
                  <a:schemeClr val="bg1"/>
                </a:solidFill>
              </a:defRPr>
            </a:lvl1pPr>
          </a:lstStyle>
          <a:p>
            <a:r>
              <a:rPr lang="en-US"/>
              <a:t>Click to insert photo, video</a:t>
            </a:r>
            <a:br>
              <a:rPr lang="en-US"/>
            </a:br>
            <a:r>
              <a:rPr lang="en-US"/>
              <a:t>or other graphic here</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2" name="Title 1"/>
          <p:cNvSpPr>
            <a:spLocks noGrp="1"/>
          </p:cNvSpPr>
          <p:nvPr>
            <p:ph type="title"/>
          </p:nvPr>
        </p:nvSpPr>
        <p:spPr>
          <a:xfrm>
            <a:off x="1139826" y="396875"/>
            <a:ext cx="8788400" cy="498475"/>
          </a:xfrm>
        </p:spPr>
        <p:txBody>
          <a:bodyPr/>
          <a:lstStyle/>
          <a:p>
            <a:r>
              <a:rPr lang="en-US"/>
              <a:t>Click to edit Master title style</a:t>
            </a:r>
          </a:p>
        </p:txBody>
      </p:sp>
      <p:sp>
        <p:nvSpPr>
          <p:cNvPr id="17" name="Text Placeholder 11"/>
          <p:cNvSpPr>
            <a:spLocks noGrp="1"/>
          </p:cNvSpPr>
          <p:nvPr>
            <p:ph type="body" sz="quarter" idx="10"/>
          </p:nvPr>
        </p:nvSpPr>
        <p:spPr>
          <a:xfrm>
            <a:off x="1139825" y="822325"/>
            <a:ext cx="8788400" cy="450850"/>
          </a:xfrm>
        </p:spPr>
        <p:txBody>
          <a:bodyPr/>
          <a:lstStyle>
            <a:lvl1pPr>
              <a:lnSpc>
                <a:spcPct val="110000"/>
              </a:lnSpc>
              <a:spcBef>
                <a:spcPts val="0"/>
              </a:spcBef>
              <a:defRPr sz="2200"/>
            </a:lvl1pPr>
          </a:lstStyle>
          <a:p>
            <a:pPr lvl="0"/>
            <a:r>
              <a:rPr lang="en-US"/>
              <a:t>Edit Master text styles</a:t>
            </a:r>
          </a:p>
        </p:txBody>
      </p:sp>
      <p:sp>
        <p:nvSpPr>
          <p:cNvPr id="9" name="Content Placeholder 3"/>
          <p:cNvSpPr>
            <a:spLocks noGrp="1"/>
          </p:cNvSpPr>
          <p:nvPr>
            <p:ph sz="quarter" idx="18" hasCustomPrompt="1"/>
          </p:nvPr>
        </p:nvSpPr>
        <p:spPr>
          <a:xfrm>
            <a:off x="1139825" y="1606551"/>
            <a:ext cx="9915524" cy="4571999"/>
          </a:xfrm>
          <a:solidFill>
            <a:schemeClr val="tx1">
              <a:lumMod val="65000"/>
              <a:lumOff val="35000"/>
            </a:schemeClr>
          </a:solidFill>
        </p:spPr>
        <p:txBody>
          <a:bodyPr anchor="ctr" anchorCtr="1"/>
          <a:lstStyle>
            <a:lvl1pPr algn="ctr">
              <a:defRPr b="1" baseline="0">
                <a:solidFill>
                  <a:schemeClr val="bg1"/>
                </a:solidFill>
              </a:defRPr>
            </a:lvl1pPr>
          </a:lstStyle>
          <a:p>
            <a:r>
              <a:rPr lang="en-US"/>
              <a:t>Click to insert photo, video</a:t>
            </a:r>
            <a:br>
              <a:rPr lang="en-US"/>
            </a:br>
            <a:r>
              <a:rPr lang="en-US"/>
              <a:t>or other graphic here.</a:t>
            </a:r>
          </a:p>
          <a:p>
            <a:endParaRPr lang="en-US"/>
          </a:p>
          <a:p>
            <a:r>
              <a:rPr lang="en-US"/>
              <a:t>Tips: Charts should not fill the slide.</a:t>
            </a:r>
          </a:p>
          <a:p>
            <a:r>
              <a:rPr lang="en-US"/>
              <a:t>Leave space around charts to make them</a:t>
            </a:r>
            <a:br>
              <a:rPr lang="en-US"/>
            </a:br>
            <a:r>
              <a:rPr lang="en-US"/>
              <a:t>more comfortable to read.</a:t>
            </a:r>
          </a:p>
          <a:p>
            <a:r>
              <a:rPr lang="en-US"/>
              <a:t>Don’t extend charts beyond this box.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p:cNvSpPr>
            <a:spLocks noGrp="1"/>
          </p:cNvSpPr>
          <p:nvPr>
            <p:ph type="title"/>
          </p:nvPr>
        </p:nvSpPr>
        <p:spPr>
          <a:xfrm>
            <a:off x="1139826" y="396875"/>
            <a:ext cx="8788400" cy="498475"/>
          </a:xfrm>
        </p:spPr>
        <p:txBody>
          <a:bodyPr/>
          <a:lstStyle/>
          <a:p>
            <a:r>
              <a:rPr lang="en-US"/>
              <a:t>Click to edit Master title style</a:t>
            </a:r>
          </a:p>
        </p:txBody>
      </p:sp>
      <p:sp>
        <p:nvSpPr>
          <p:cNvPr id="5" name="Text Placeholder 11"/>
          <p:cNvSpPr>
            <a:spLocks noGrp="1"/>
          </p:cNvSpPr>
          <p:nvPr>
            <p:ph type="body" sz="quarter" idx="10"/>
          </p:nvPr>
        </p:nvSpPr>
        <p:spPr>
          <a:xfrm>
            <a:off x="1139825" y="822325"/>
            <a:ext cx="8788400" cy="450850"/>
          </a:xfrm>
        </p:spPr>
        <p:txBody>
          <a:bodyPr/>
          <a:lstStyle>
            <a:lvl1pPr>
              <a:lnSpc>
                <a:spcPct val="110000"/>
              </a:lnSpc>
              <a:spcBef>
                <a:spcPts val="0"/>
              </a:spcBef>
              <a:defRPr sz="2200"/>
            </a:lvl1pPr>
          </a:lstStyle>
          <a:p>
            <a:pPr lvl="0"/>
            <a:r>
              <a:rPr lang="en-US"/>
              <a:t>Edit Master text styles</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Divider Slide">
    <p:bg>
      <p:bgPr>
        <a:solidFill>
          <a:schemeClr val="tx1"/>
        </a:solidFill>
        <a:effectLst/>
      </p:bgPr>
    </p:bg>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1139825" y="1606550"/>
            <a:ext cx="8788400" cy="1470025"/>
          </a:xfrm>
        </p:spPr>
        <p:txBody>
          <a:bodyPr anchor="b" anchorCtr="0">
            <a:noAutofit/>
          </a:bodyPr>
          <a:lstStyle>
            <a:lvl1pPr algn="l">
              <a:lnSpc>
                <a:spcPct val="100000"/>
              </a:lnSpc>
              <a:defRPr sz="3400" b="0" cap="none">
                <a:solidFill>
                  <a:schemeClr val="bg1"/>
                </a:solidFill>
              </a:defRPr>
            </a:lvl1pPr>
          </a:lstStyle>
          <a:p>
            <a:r>
              <a:rPr lang="en-US"/>
              <a:t>Click to edit master title style</a:t>
            </a:r>
          </a:p>
        </p:txBody>
      </p:sp>
      <p:sp>
        <p:nvSpPr>
          <p:cNvPr id="9" name="Text Placeholder 2"/>
          <p:cNvSpPr>
            <a:spLocks noGrp="1"/>
          </p:cNvSpPr>
          <p:nvPr>
            <p:ph type="body" idx="1" hasCustomPrompt="1"/>
          </p:nvPr>
        </p:nvSpPr>
        <p:spPr>
          <a:xfrm>
            <a:off x="1139825" y="3121025"/>
            <a:ext cx="8788400" cy="1685925"/>
          </a:xfrm>
        </p:spPr>
        <p:txBody>
          <a:bodyPr anchor="t" anchorCtr="0">
            <a:noAutofit/>
          </a:bodyPr>
          <a:lstStyle>
            <a:lvl1pPr marL="0" indent="0">
              <a:lnSpc>
                <a:spcPct val="110000"/>
              </a:lnSpc>
              <a:spcBef>
                <a:spcPts val="0"/>
              </a:spcBef>
              <a:buNone/>
              <a:defRPr sz="26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3_Title and Table">
    <p:bg>
      <p:bgPr>
        <a:solidFill>
          <a:schemeClr val="bg1"/>
        </a:solidFill>
        <a:effectLst/>
      </p:bgPr>
    </p:bg>
    <p:spTree>
      <p:nvGrpSpPr>
        <p:cNvPr id="1" name=""/>
        <p:cNvGrpSpPr/>
        <p:nvPr/>
      </p:nvGrpSpPr>
      <p:grpSpPr>
        <a:xfrm>
          <a:off x="0" y="0"/>
          <a:ext cx="0" cy="0"/>
          <a:chOff x="0" y="0"/>
          <a:chExt cx="0" cy="0"/>
        </a:xfrm>
      </p:grpSpPr>
      <p:pic>
        <p:nvPicPr>
          <p:cNvPr id="4" name="Picture Placeholder 9"/>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 y="0"/>
            <a:ext cx="12188824" cy="6858000"/>
          </a:xfrm>
          <a:prstGeom prst="rect">
            <a:avLst/>
          </a:prstGeom>
        </p:spPr>
      </p:pic>
      <p:sp>
        <p:nvSpPr>
          <p:cNvPr id="5" name="Content Placeholder 20"/>
          <p:cNvSpPr>
            <a:spLocks noGrp="1"/>
          </p:cNvSpPr>
          <p:nvPr>
            <p:ph sz="quarter" idx="12" hasCustomPrompt="1"/>
          </p:nvPr>
        </p:nvSpPr>
        <p:spPr>
          <a:xfrm>
            <a:off x="908050" y="-1"/>
            <a:ext cx="3616323" cy="6857549"/>
          </a:xfrm>
          <a:prstGeom prst="rect">
            <a:avLst/>
          </a:prstGeom>
          <a:solidFill>
            <a:schemeClr val="bg1">
              <a:alpha val="80000"/>
            </a:schemeClr>
          </a:solidFill>
        </p:spPr>
        <p:txBody>
          <a:bodyPr vert="horz"/>
          <a:lstStyle/>
          <a:p>
            <a:pPr lvl="0"/>
            <a:r>
              <a:rPr lang="en-US"/>
              <a:t>   </a:t>
            </a:r>
          </a:p>
        </p:txBody>
      </p:sp>
      <p:sp>
        <p:nvSpPr>
          <p:cNvPr id="8" name="Title 1"/>
          <p:cNvSpPr>
            <a:spLocks noGrp="1"/>
          </p:cNvSpPr>
          <p:nvPr>
            <p:ph type="title" hasCustomPrompt="1"/>
          </p:nvPr>
        </p:nvSpPr>
        <p:spPr>
          <a:xfrm>
            <a:off x="1139825" y="638175"/>
            <a:ext cx="3152775" cy="396875"/>
          </a:xfrm>
        </p:spPr>
        <p:txBody>
          <a:bodyPr anchor="t" anchorCtr="0">
            <a:noAutofit/>
          </a:bodyPr>
          <a:lstStyle>
            <a:lvl1pPr algn="l">
              <a:lnSpc>
                <a:spcPct val="100000"/>
              </a:lnSpc>
              <a:defRPr sz="2000" b="0" cap="none">
                <a:solidFill>
                  <a:schemeClr val="accent2"/>
                </a:solidFill>
              </a:defRPr>
            </a:lvl1pPr>
          </a:lstStyle>
          <a:p>
            <a:r>
              <a:rPr lang="en-US"/>
              <a:t>JUMP HEAD</a:t>
            </a:r>
          </a:p>
        </p:txBody>
      </p:sp>
      <p:sp>
        <p:nvSpPr>
          <p:cNvPr id="9" name="Text Placeholder 2"/>
          <p:cNvSpPr>
            <a:spLocks noGrp="1"/>
          </p:cNvSpPr>
          <p:nvPr>
            <p:ph type="body" idx="1" hasCustomPrompt="1"/>
          </p:nvPr>
        </p:nvSpPr>
        <p:spPr>
          <a:xfrm>
            <a:off x="1139825" y="3133725"/>
            <a:ext cx="3152775" cy="3044825"/>
          </a:xfrm>
        </p:spPr>
        <p:txBody>
          <a:bodyPr anchor="t" anchorCtr="0">
            <a:noAutofit/>
          </a:bodyPr>
          <a:lstStyle>
            <a:lvl1pPr marL="0" indent="0">
              <a:lnSpc>
                <a:spcPct val="110000"/>
              </a:lnSpc>
              <a:spcBef>
                <a:spcPts val="0"/>
              </a:spcBef>
              <a:buNone/>
              <a:defRPr sz="2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Title 1"/>
          <p:cNvSpPr txBox="1">
            <a:spLocks/>
          </p:cNvSpPr>
          <p:nvPr userDrawn="1"/>
        </p:nvSpPr>
        <p:spPr bwMode="auto">
          <a:xfrm>
            <a:off x="1139825" y="1504950"/>
            <a:ext cx="3152775" cy="1473200"/>
          </a:xfrm>
          <a:prstGeom prst="rect">
            <a:avLst/>
          </a:prstGeom>
          <a:noFill/>
          <a:ln w="9525">
            <a:noFill/>
            <a:miter lim="800000"/>
            <a:headEnd/>
            <a:tailEnd/>
          </a:ln>
        </p:spPr>
        <p:txBody>
          <a:bodyPr vert="horz" wrap="square" lIns="0" tIns="0" rIns="0" bIns="0" numCol="1" anchor="t" anchorCtr="0" compatLnSpc="1">
            <a:prstTxWarp prst="textNoShape">
              <a:avLst/>
            </a:prstTxWarp>
            <a:noAutofit/>
          </a:bodyPr>
          <a:lstStyle>
            <a:lvl1pPr algn="l" rtl="0" fontAlgn="base">
              <a:lnSpc>
                <a:spcPct val="100000"/>
              </a:lnSpc>
              <a:spcBef>
                <a:spcPct val="0"/>
              </a:spcBef>
              <a:spcAft>
                <a:spcPct val="0"/>
              </a:spcAft>
              <a:defRPr sz="2000" b="0" i="0" cap="none" spc="40" baseline="0">
                <a:solidFill>
                  <a:schemeClr val="accent2"/>
                </a:solidFill>
                <a:latin typeface="Arial" charset="0"/>
                <a:ea typeface="Arial" charset="0"/>
                <a:cs typeface="Arial" charset="0"/>
              </a:defRPr>
            </a:lvl1pPr>
            <a:lvl2pPr algn="l" rtl="0" fontAlgn="base">
              <a:lnSpc>
                <a:spcPct val="90000"/>
              </a:lnSpc>
              <a:spcBef>
                <a:spcPct val="0"/>
              </a:spcBef>
              <a:spcAft>
                <a:spcPct val="0"/>
              </a:spcAft>
              <a:defRPr sz="2400" b="1">
                <a:solidFill>
                  <a:srgbClr val="367C2B"/>
                </a:solidFill>
                <a:latin typeface="Verdana" pitchFamily="34" charset="0"/>
              </a:defRPr>
            </a:lvl2pPr>
            <a:lvl3pPr algn="l" rtl="0" fontAlgn="base">
              <a:lnSpc>
                <a:spcPct val="90000"/>
              </a:lnSpc>
              <a:spcBef>
                <a:spcPct val="0"/>
              </a:spcBef>
              <a:spcAft>
                <a:spcPct val="0"/>
              </a:spcAft>
              <a:defRPr sz="2400" b="1">
                <a:solidFill>
                  <a:srgbClr val="367C2B"/>
                </a:solidFill>
                <a:latin typeface="Verdana" pitchFamily="34" charset="0"/>
              </a:defRPr>
            </a:lvl3pPr>
            <a:lvl4pPr algn="l" rtl="0" fontAlgn="base">
              <a:lnSpc>
                <a:spcPct val="90000"/>
              </a:lnSpc>
              <a:spcBef>
                <a:spcPct val="0"/>
              </a:spcBef>
              <a:spcAft>
                <a:spcPct val="0"/>
              </a:spcAft>
              <a:defRPr sz="2400" b="1">
                <a:solidFill>
                  <a:srgbClr val="367C2B"/>
                </a:solidFill>
                <a:latin typeface="Verdana" pitchFamily="34" charset="0"/>
              </a:defRPr>
            </a:lvl4pPr>
            <a:lvl5pPr algn="l" rtl="0" fontAlgn="base">
              <a:lnSpc>
                <a:spcPct val="90000"/>
              </a:lnSpc>
              <a:spcBef>
                <a:spcPct val="0"/>
              </a:spcBef>
              <a:spcAft>
                <a:spcPct val="0"/>
              </a:spcAft>
              <a:defRPr sz="2400" b="1">
                <a:solidFill>
                  <a:srgbClr val="367C2B"/>
                </a:solidFill>
                <a:latin typeface="Verdana" pitchFamily="34" charset="0"/>
              </a:defRPr>
            </a:lvl5pPr>
            <a:lvl6pPr marL="457200" algn="l" rtl="0" fontAlgn="base">
              <a:lnSpc>
                <a:spcPct val="90000"/>
              </a:lnSpc>
              <a:spcBef>
                <a:spcPct val="0"/>
              </a:spcBef>
              <a:spcAft>
                <a:spcPct val="0"/>
              </a:spcAft>
              <a:defRPr sz="2400" b="1">
                <a:solidFill>
                  <a:srgbClr val="367C2B"/>
                </a:solidFill>
                <a:latin typeface="Verdana" pitchFamily="34" charset="0"/>
              </a:defRPr>
            </a:lvl6pPr>
            <a:lvl7pPr marL="914400" algn="l" rtl="0" fontAlgn="base">
              <a:lnSpc>
                <a:spcPct val="90000"/>
              </a:lnSpc>
              <a:spcBef>
                <a:spcPct val="0"/>
              </a:spcBef>
              <a:spcAft>
                <a:spcPct val="0"/>
              </a:spcAft>
              <a:defRPr sz="2400" b="1">
                <a:solidFill>
                  <a:srgbClr val="367C2B"/>
                </a:solidFill>
                <a:latin typeface="Verdana" pitchFamily="34" charset="0"/>
              </a:defRPr>
            </a:lvl7pPr>
            <a:lvl8pPr marL="1371600" algn="l" rtl="0" fontAlgn="base">
              <a:lnSpc>
                <a:spcPct val="90000"/>
              </a:lnSpc>
              <a:spcBef>
                <a:spcPct val="0"/>
              </a:spcBef>
              <a:spcAft>
                <a:spcPct val="0"/>
              </a:spcAft>
              <a:defRPr sz="2400" b="1">
                <a:solidFill>
                  <a:srgbClr val="367C2B"/>
                </a:solidFill>
                <a:latin typeface="Verdana" pitchFamily="34" charset="0"/>
              </a:defRPr>
            </a:lvl8pPr>
            <a:lvl9pPr marL="1828800" algn="l" rtl="0" fontAlgn="base">
              <a:lnSpc>
                <a:spcPct val="90000"/>
              </a:lnSpc>
              <a:spcBef>
                <a:spcPct val="0"/>
              </a:spcBef>
              <a:spcAft>
                <a:spcPct val="0"/>
              </a:spcAft>
              <a:defRPr sz="2400" b="1">
                <a:solidFill>
                  <a:srgbClr val="367C2B"/>
                </a:solidFill>
                <a:latin typeface="Verdana" pitchFamily="34" charset="0"/>
              </a:defRPr>
            </a:lvl9pPr>
          </a:lstStyle>
          <a:p>
            <a:pPr>
              <a:lnSpc>
                <a:spcPct val="100000"/>
              </a:lnSpc>
            </a:pPr>
            <a:r>
              <a:rPr lang="en-US" sz="3200" kern="0"/>
              <a:t>An option for divider slides</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End – Financial – Green and Yellow">
    <p:bg>
      <p:bgPr>
        <a:solidFill>
          <a:schemeClr val="bg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011824" y="2041788"/>
            <a:ext cx="6178296" cy="1898904"/>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Text and 1 Large Photo">
    <p:spTree>
      <p:nvGrpSpPr>
        <p:cNvPr id="1" name=""/>
        <p:cNvGrpSpPr/>
        <p:nvPr/>
      </p:nvGrpSpPr>
      <p:grpSpPr>
        <a:xfrm>
          <a:off x="0" y="0"/>
          <a:ext cx="0" cy="0"/>
          <a:chOff x="0" y="0"/>
          <a:chExt cx="0" cy="0"/>
        </a:xfrm>
      </p:grpSpPr>
      <p:sp>
        <p:nvSpPr>
          <p:cNvPr id="2" name="Title 1"/>
          <p:cNvSpPr>
            <a:spLocks noGrp="1"/>
          </p:cNvSpPr>
          <p:nvPr>
            <p:ph type="title"/>
          </p:nvPr>
        </p:nvSpPr>
        <p:spPr>
          <a:xfrm>
            <a:off x="351074" y="416953"/>
            <a:ext cx="6861172" cy="498475"/>
          </a:xfrm>
        </p:spPr>
        <p:txBody>
          <a:bodyPr/>
          <a:lstStyle/>
          <a:p>
            <a:r>
              <a:rPr lang="en-US"/>
              <a:t>Click to edit Master title style</a:t>
            </a:r>
          </a:p>
        </p:txBody>
      </p:sp>
      <p:sp>
        <p:nvSpPr>
          <p:cNvPr id="6" name="Content Placeholder 3"/>
          <p:cNvSpPr>
            <a:spLocks noGrp="1"/>
          </p:cNvSpPr>
          <p:nvPr>
            <p:ph sz="quarter" idx="12" hasCustomPrompt="1"/>
          </p:nvPr>
        </p:nvSpPr>
        <p:spPr>
          <a:xfrm>
            <a:off x="8000997" y="0"/>
            <a:ext cx="4187826" cy="6400800"/>
          </a:xfrm>
          <a:noFill/>
        </p:spPr>
        <p:txBody>
          <a:bodyPr anchor="ctr" anchorCtr="0"/>
          <a:lstStyle>
            <a:lvl1pPr algn="ctr">
              <a:defRPr b="1">
                <a:solidFill>
                  <a:schemeClr val="bg1"/>
                </a:solidFill>
              </a:defRPr>
            </a:lvl1pPr>
          </a:lstStyle>
          <a:p>
            <a:r>
              <a:rPr lang="en-US"/>
              <a:t>Click to insert photo, video</a:t>
            </a:r>
            <a:br>
              <a:rPr lang="en-US"/>
            </a:br>
            <a:r>
              <a:rPr lang="en-US"/>
              <a:t>or other graphic here</a:t>
            </a:r>
          </a:p>
        </p:txBody>
      </p:sp>
      <p:cxnSp>
        <p:nvCxnSpPr>
          <p:cNvPr id="4" name="Straight Connector 3">
            <a:extLst>
              <a:ext uri="{FF2B5EF4-FFF2-40B4-BE49-F238E27FC236}">
                <a16:creationId xmlns:a16="http://schemas.microsoft.com/office/drawing/2014/main" id="{06A535FB-C233-C14B-BC75-F495468A198E}"/>
              </a:ext>
            </a:extLst>
          </p:cNvPr>
          <p:cNvCxnSpPr/>
          <p:nvPr userDrawn="1"/>
        </p:nvCxnSpPr>
        <p:spPr bwMode="auto">
          <a:xfrm>
            <a:off x="7929561" y="396875"/>
            <a:ext cx="0" cy="5781675"/>
          </a:xfrm>
          <a:prstGeom prst="line">
            <a:avLst/>
          </a:prstGeom>
          <a:solidFill>
            <a:schemeClr val="accent1"/>
          </a:solidFill>
          <a:ln w="9525" cap="flat" cmpd="sng" algn="ctr">
            <a:solidFill>
              <a:schemeClr val="bg1">
                <a:lumMod val="65000"/>
              </a:schemeClr>
            </a:solidFill>
            <a:prstDash val="solid"/>
            <a:round/>
            <a:headEnd type="none" w="med" len="med"/>
            <a:tailEnd type="none" w="med" len="med"/>
          </a:ln>
          <a:effectLst/>
        </p:spPr>
      </p:cxnSp>
      <p:sp>
        <p:nvSpPr>
          <p:cNvPr id="11" name="Text Placeholder 10">
            <a:extLst>
              <a:ext uri="{FF2B5EF4-FFF2-40B4-BE49-F238E27FC236}">
                <a16:creationId xmlns:a16="http://schemas.microsoft.com/office/drawing/2014/main" id="{8B6CEB36-F078-EE40-B3B0-B95E17B2C0E5}"/>
              </a:ext>
            </a:extLst>
          </p:cNvPr>
          <p:cNvSpPr>
            <a:spLocks noGrp="1"/>
          </p:cNvSpPr>
          <p:nvPr>
            <p:ph type="body" sz="quarter" idx="13"/>
          </p:nvPr>
        </p:nvSpPr>
        <p:spPr>
          <a:xfrm>
            <a:off x="350838" y="1246188"/>
            <a:ext cx="7011987" cy="49323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970281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Green and Yellow">
    <p:spTree>
      <p:nvGrpSpPr>
        <p:cNvPr id="1" name=""/>
        <p:cNvGrpSpPr/>
        <p:nvPr/>
      </p:nvGrpSpPr>
      <p:grpSpPr>
        <a:xfrm>
          <a:off x="0" y="0"/>
          <a:ext cx="0" cy="0"/>
          <a:chOff x="0" y="0"/>
          <a:chExt cx="0" cy="0"/>
        </a:xfrm>
      </p:grpSpPr>
      <p:sp>
        <p:nvSpPr>
          <p:cNvPr id="12" name="Text Placeholder 11"/>
          <p:cNvSpPr>
            <a:spLocks noGrp="1"/>
          </p:cNvSpPr>
          <p:nvPr>
            <p:ph type="body" sz="quarter" idx="10"/>
          </p:nvPr>
        </p:nvSpPr>
        <p:spPr>
          <a:xfrm>
            <a:off x="1139826" y="916355"/>
            <a:ext cx="7661275" cy="455247"/>
          </a:xfrm>
        </p:spPr>
        <p:txBody>
          <a:bodyPr/>
          <a:lstStyle>
            <a:lvl1pPr>
              <a:lnSpc>
                <a:spcPts val="1799"/>
              </a:lnSpc>
              <a:spcBef>
                <a:spcPts val="0"/>
              </a:spcBef>
              <a:defRPr sz="1799"/>
            </a:lvl1pPr>
          </a:lstStyle>
          <a:p>
            <a:pPr lvl="0"/>
            <a:r>
              <a:rPr lang="en-US"/>
              <a:t>Edit Master text styles</a:t>
            </a:r>
          </a:p>
        </p:txBody>
      </p:sp>
      <p:sp>
        <p:nvSpPr>
          <p:cNvPr id="13" name="Title 1"/>
          <p:cNvSpPr>
            <a:spLocks noGrp="1"/>
          </p:cNvSpPr>
          <p:nvPr>
            <p:ph type="ctrTitle"/>
          </p:nvPr>
        </p:nvSpPr>
        <p:spPr>
          <a:xfrm>
            <a:off x="1139826" y="463551"/>
            <a:ext cx="7661275" cy="431801"/>
          </a:xfrm>
        </p:spPr>
        <p:txBody>
          <a:bodyPr>
            <a:normAutofit/>
          </a:bodyPr>
          <a:lstStyle>
            <a:lvl1pPr algn="l">
              <a:lnSpc>
                <a:spcPts val="2599"/>
              </a:lnSpc>
              <a:defRPr sz="2599" spc="40" baseline="0">
                <a:solidFill>
                  <a:schemeClr val="accent2"/>
                </a:solidFill>
              </a:defRPr>
            </a:lvl1pPr>
          </a:lstStyle>
          <a:p>
            <a:r>
              <a:rPr lang="en-US"/>
              <a:t>Click to edit Master title style</a:t>
            </a:r>
          </a:p>
        </p:txBody>
      </p:sp>
      <p:pic>
        <p:nvPicPr>
          <p:cNvPr id="17" name="Picture 1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266599" y="6078781"/>
            <a:ext cx="831494" cy="474421"/>
          </a:xfrm>
          <a:prstGeom prst="rect">
            <a:avLst/>
          </a:prstGeom>
        </p:spPr>
      </p:pic>
      <p:pic>
        <p:nvPicPr>
          <p:cNvPr id="10" name="Picture 9"/>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9312274" y="254889"/>
            <a:ext cx="2876551" cy="1155192"/>
          </a:xfrm>
          <a:prstGeom prst="rect">
            <a:avLst/>
          </a:prstGeom>
        </p:spPr>
      </p:pic>
    </p:spTree>
    <p:extLst>
      <p:ext uri="{BB962C8B-B14F-4D97-AF65-F5344CB8AC3E}">
        <p14:creationId xmlns:p14="http://schemas.microsoft.com/office/powerpoint/2010/main" val="150240958"/>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bwMode="auto">
          <a:xfrm>
            <a:off x="1139825" y="396875"/>
            <a:ext cx="9915525" cy="49847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a:t>Click to edit Master title style</a:t>
            </a:r>
          </a:p>
        </p:txBody>
      </p:sp>
      <p:sp>
        <p:nvSpPr>
          <p:cNvPr id="46084" name="Rectangle 3"/>
          <p:cNvSpPr>
            <a:spLocks noGrp="1" noChangeArrowheads="1"/>
          </p:cNvSpPr>
          <p:nvPr>
            <p:ph type="body" idx="1"/>
          </p:nvPr>
        </p:nvSpPr>
        <p:spPr bwMode="auto">
          <a:xfrm>
            <a:off x="1139825" y="1543050"/>
            <a:ext cx="9915525" cy="46355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Rectangle 9"/>
          <p:cNvSpPr/>
          <p:nvPr userDrawn="1"/>
        </p:nvSpPr>
        <p:spPr>
          <a:xfrm>
            <a:off x="0" y="6400800"/>
            <a:ext cx="12188825" cy="457200"/>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1400" err="1">
              <a:latin typeface="Verdana"/>
              <a:cs typeface="Verdana"/>
            </a:endParaRPr>
          </a:p>
        </p:txBody>
      </p:sp>
      <p:pic>
        <p:nvPicPr>
          <p:cNvPr id="14" name="Picture 13"/>
          <p:cNvPicPr>
            <a:picLocks noChangeAspect="1"/>
          </p:cNvPicPr>
          <p:nvPr userDrawn="1"/>
        </p:nvPicPr>
        <p:blipFill>
          <a:blip r:embed="rId23" cstate="print">
            <a:extLst>
              <a:ext uri="{28A0092B-C50C-407E-A947-70E740481C1C}">
                <a14:useLocalDpi xmlns:a14="http://schemas.microsoft.com/office/drawing/2010/main"/>
              </a:ext>
            </a:extLst>
          </a:blip>
          <a:stretch>
            <a:fillRect/>
          </a:stretch>
        </p:blipFill>
        <p:spPr>
          <a:xfrm>
            <a:off x="10266599" y="6389929"/>
            <a:ext cx="831494" cy="474421"/>
          </a:xfrm>
          <a:prstGeom prst="rect">
            <a:avLst/>
          </a:prstGeom>
        </p:spPr>
      </p:pic>
      <p:sp>
        <p:nvSpPr>
          <p:cNvPr id="15" name="Footer Placeholder 4"/>
          <p:cNvSpPr txBox="1">
            <a:spLocks/>
          </p:cNvSpPr>
          <p:nvPr userDrawn="1"/>
        </p:nvSpPr>
        <p:spPr>
          <a:xfrm>
            <a:off x="1487978" y="6477000"/>
            <a:ext cx="5557348" cy="276226"/>
          </a:xfrm>
          <a:prstGeom prst="rect">
            <a:avLst/>
          </a:prstGeom>
        </p:spPr>
        <p:txBody>
          <a:bodyPr lIns="0" tIns="0" rIns="0" bIns="0" anchor="ctr" anchorCtr="0"/>
          <a:lstStyle>
            <a:lvl1pPr>
              <a:defRPr kern="400" spc="50" baseline="0">
                <a:solidFill>
                  <a:srgbClr val="666666"/>
                </a:solidFill>
              </a:defRPr>
            </a:lvl1pPr>
          </a:lstStyle>
          <a:p>
            <a:pPr marL="0" marR="0" lvl="0" indent="0" algn="l" defTabSz="457207" rtl="0" eaLnBrk="1" fontAlgn="auto" latinLnBrk="0" hangingPunct="1">
              <a:lnSpc>
                <a:spcPct val="100000"/>
              </a:lnSpc>
              <a:spcBef>
                <a:spcPts val="0"/>
              </a:spcBef>
              <a:spcAft>
                <a:spcPts val="0"/>
              </a:spcAft>
              <a:buClrTx/>
              <a:buSzTx/>
              <a:buFontTx/>
              <a:buNone/>
              <a:tabLst/>
              <a:defRPr/>
            </a:pPr>
            <a:r>
              <a:rPr kumimoji="0" lang="en-US" sz="1000" b="0" i="0" u="none" strike="noStrike" kern="400" cap="none" spc="51" normalizeH="0" baseline="0" noProof="0">
                <a:ln>
                  <a:noFill/>
                </a:ln>
                <a:solidFill>
                  <a:srgbClr val="666666"/>
                </a:solidFill>
                <a:effectLst/>
                <a:uLnTx/>
                <a:uFillTx/>
                <a:latin typeface="arial" charset="0"/>
                <a:ea typeface="+mn-ea"/>
                <a:cs typeface="+mn-cs"/>
              </a:rPr>
              <a:t>John Deere Financial | </a:t>
            </a:r>
            <a:r>
              <a:rPr kumimoji="0" lang="en-US" sz="1000" b="0" i="0" u="none" strike="noStrike" kern="400" cap="none" spc="51" normalizeH="0" baseline="0" noProof="0" err="1">
                <a:ln>
                  <a:noFill/>
                </a:ln>
                <a:solidFill>
                  <a:srgbClr val="666666"/>
                </a:solidFill>
                <a:effectLst/>
                <a:uLnTx/>
                <a:uFillTx/>
                <a:latin typeface="arial" charset="0"/>
                <a:ea typeface="+mn-ea"/>
                <a:cs typeface="+mn-cs"/>
              </a:rPr>
              <a:t>ABTools</a:t>
            </a:r>
            <a:endParaRPr kumimoji="0" lang="en-US" sz="1000" b="0" i="0" u="none" strike="noStrike" kern="400" cap="none" spc="51" normalizeH="0" baseline="0" noProof="0">
              <a:ln>
                <a:noFill/>
              </a:ln>
              <a:solidFill>
                <a:srgbClr val="666666"/>
              </a:solidFill>
              <a:effectLst/>
              <a:uLnTx/>
              <a:uFillTx/>
              <a:latin typeface="arial" charset="0"/>
              <a:ea typeface="+mn-ea"/>
              <a:cs typeface="+mn-cs"/>
            </a:endParaRPr>
          </a:p>
        </p:txBody>
      </p:sp>
      <p:sp>
        <p:nvSpPr>
          <p:cNvPr id="16" name="Slide Number Placeholder 5"/>
          <p:cNvSpPr txBox="1">
            <a:spLocks/>
          </p:cNvSpPr>
          <p:nvPr userDrawn="1"/>
        </p:nvSpPr>
        <p:spPr>
          <a:xfrm>
            <a:off x="1139825" y="6477000"/>
            <a:ext cx="348153" cy="276226"/>
          </a:xfrm>
          <a:prstGeom prst="rect">
            <a:avLst/>
          </a:prstGeom>
        </p:spPr>
        <p:txBody>
          <a:bodyPr lIns="0" tIns="0" rIns="0" bIns="0" anchor="ctr" anchorCtr="0"/>
          <a:lstStyle>
            <a:lvl1pPr>
              <a:defRPr kern="400" spc="50" baseline="0">
                <a:solidFill>
                  <a:srgbClr val="666666"/>
                </a:solidFill>
              </a:defRPr>
            </a:lvl1pPr>
          </a:lstStyle>
          <a:p>
            <a:pPr marL="0" marR="0" lvl="0" indent="0" algn="l" defTabSz="457207" rtl="0" eaLnBrk="1" fontAlgn="auto" latinLnBrk="0" hangingPunct="1">
              <a:lnSpc>
                <a:spcPct val="100000"/>
              </a:lnSpc>
              <a:spcBef>
                <a:spcPts val="0"/>
              </a:spcBef>
              <a:spcAft>
                <a:spcPts val="0"/>
              </a:spcAft>
              <a:buClrTx/>
              <a:buSzTx/>
              <a:buFontTx/>
              <a:buNone/>
              <a:tabLst/>
              <a:defRPr/>
            </a:pPr>
            <a:fld id="{924AB324-2015-404C-B61B-562C7B72081B}" type="slidenum">
              <a:rPr kumimoji="0" lang="en-US" sz="1000" b="0" i="0" u="none" strike="noStrike" kern="400" cap="none" spc="51" normalizeH="0" baseline="0" noProof="0" smtClean="0">
                <a:ln>
                  <a:noFill/>
                </a:ln>
                <a:solidFill>
                  <a:srgbClr val="666666"/>
                </a:solidFill>
                <a:effectLst/>
                <a:uLnTx/>
                <a:uFillTx/>
                <a:latin typeface="Arial" charset="0"/>
                <a:ea typeface="+mn-ea"/>
                <a:cs typeface="+mn-cs"/>
              </a:rPr>
              <a:pPr marL="0" marR="0" lvl="0" indent="0" algn="l" defTabSz="457207" rtl="0" eaLnBrk="1" fontAlgn="auto" latinLnBrk="0" hangingPunct="1">
                <a:lnSpc>
                  <a:spcPct val="100000"/>
                </a:lnSpc>
                <a:spcBef>
                  <a:spcPts val="0"/>
                </a:spcBef>
                <a:spcAft>
                  <a:spcPts val="0"/>
                </a:spcAft>
                <a:buClrTx/>
                <a:buSzTx/>
                <a:buFontTx/>
                <a:buNone/>
                <a:tabLst/>
                <a:defRPr/>
              </a:pPr>
              <a:t>‹#›</a:t>
            </a:fld>
            <a:endParaRPr kumimoji="0" lang="en-US" sz="1000" b="0" i="0" u="none" strike="noStrike" kern="400" cap="none" spc="51" normalizeH="0" baseline="0" noProof="0">
              <a:ln>
                <a:noFill/>
              </a:ln>
              <a:solidFill>
                <a:srgbClr val="666666"/>
              </a:solidFill>
              <a:effectLst/>
              <a:uLnTx/>
              <a:uFillTx/>
              <a:latin typeface="Arial" charset="0"/>
              <a:ea typeface="+mn-ea"/>
              <a:cs typeface="+mn-cs"/>
            </a:endParaRPr>
          </a:p>
        </p:txBody>
      </p:sp>
      <p:sp>
        <p:nvSpPr>
          <p:cNvPr id="2" name="MSIPCMContentMarking" descr="{&quot;HashCode&quot;:-1763600996,&quot;Placement&quot;:&quot;Footer&quot;,&quot;Top&quot;:519.343,&quot;Left&quot;:881.560364,&quot;SlideWidth&quot;:959,&quot;SlideHeight&quot;:540}">
            <a:extLst>
              <a:ext uri="{FF2B5EF4-FFF2-40B4-BE49-F238E27FC236}">
                <a16:creationId xmlns:a16="http://schemas.microsoft.com/office/drawing/2014/main" id="{73268E4A-B674-4C63-9FAE-4C1BE0BEE3DE}"/>
              </a:ext>
            </a:extLst>
          </p:cNvPr>
          <p:cNvSpPr txBox="1"/>
          <p:nvPr userDrawn="1"/>
        </p:nvSpPr>
        <p:spPr>
          <a:xfrm>
            <a:off x="11195817" y="6595656"/>
            <a:ext cx="993008" cy="262344"/>
          </a:xfrm>
          <a:prstGeom prst="rect">
            <a:avLst/>
          </a:prstGeom>
          <a:noFill/>
        </p:spPr>
        <p:txBody>
          <a:bodyPr vert="horz" wrap="square" lIns="0" tIns="0" rIns="0" bIns="0" rtlCol="0" anchor="ctr" anchorCtr="1">
            <a:noAutofit/>
          </a:bodyPr>
          <a:lstStyle/>
          <a:p>
            <a:pPr algn="r">
              <a:lnSpc>
                <a:spcPct val="110000"/>
              </a:lnSpc>
              <a:spcBef>
                <a:spcPct val="0"/>
              </a:spcBef>
              <a:spcAft>
                <a:spcPts val="0"/>
              </a:spcAft>
            </a:pPr>
            <a:r>
              <a:rPr lang="en-US" sz="1000" b="0" spc="40">
                <a:solidFill>
                  <a:srgbClr val="FF0000"/>
                </a:solidFill>
                <a:latin typeface="Calibri" panose="020F0502020204030204" pitchFamily="34" charset="0"/>
              </a:rPr>
              <a:t>Company Use</a:t>
            </a:r>
            <a:endParaRPr lang="en-US" sz="1000" b="0" spc="40" err="1">
              <a:solidFill>
                <a:srgbClr val="FF0000"/>
              </a:solidFill>
              <a:latin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3701" r:id="rId1"/>
    <p:sldLayoutId id="2147483659" r:id="rId2"/>
    <p:sldLayoutId id="2147483723" r:id="rId3"/>
    <p:sldLayoutId id="2147483709" r:id="rId4"/>
    <p:sldLayoutId id="2147483661"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719" r:id="rId15"/>
    <p:sldLayoutId id="2147483721" r:id="rId16"/>
    <p:sldLayoutId id="2147483698" r:id="rId17"/>
    <p:sldLayoutId id="2147483720" r:id="rId18"/>
    <p:sldLayoutId id="2147483726" r:id="rId19"/>
    <p:sldLayoutId id="2147483727" r:id="rId20"/>
    <p:sldLayoutId id="2147483729" r:id="rId21"/>
  </p:sldLayoutIdLst>
  <p:hf hdr="0" dt="0"/>
  <p:txStyles>
    <p:titleStyle>
      <a:lvl1pPr algn="l" rtl="0" eaLnBrk="1" fontAlgn="base" hangingPunct="1">
        <a:lnSpc>
          <a:spcPts val="32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p:titleStyle>
    <p:body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020" userDrawn="1">
          <p15:clr>
            <a:srgbClr val="F26B43"/>
          </p15:clr>
        </p15:guide>
        <p15:guide id="2" pos="718" userDrawn="1">
          <p15:clr>
            <a:srgbClr val="F26B43"/>
          </p15:clr>
        </p15:guide>
        <p15:guide id="3" pos="1284" userDrawn="1">
          <p15:clr>
            <a:srgbClr val="F26B43"/>
          </p15:clr>
        </p15:guide>
        <p15:guide id="4" pos="1430" userDrawn="1">
          <p15:clr>
            <a:srgbClr val="F26B43"/>
          </p15:clr>
        </p15:guide>
        <p15:guide id="5" pos="1994" userDrawn="1">
          <p15:clr>
            <a:srgbClr val="F26B43"/>
          </p15:clr>
        </p15:guide>
        <p15:guide id="6" pos="2140" userDrawn="1">
          <p15:clr>
            <a:srgbClr val="F26B43"/>
          </p15:clr>
        </p15:guide>
        <p15:guide id="7" pos="2704" userDrawn="1">
          <p15:clr>
            <a:srgbClr val="F26B43"/>
          </p15:clr>
        </p15:guide>
        <p15:guide id="8" pos="3416" userDrawn="1">
          <p15:clr>
            <a:srgbClr val="F26B43"/>
          </p15:clr>
        </p15:guide>
        <p15:guide id="9" pos="3558" userDrawn="1">
          <p15:clr>
            <a:srgbClr val="F26B43"/>
          </p15:clr>
        </p15:guide>
        <p15:guide id="10" pos="2850" userDrawn="1">
          <p15:clr>
            <a:srgbClr val="F26B43"/>
          </p15:clr>
        </p15:guide>
        <p15:guide id="11" pos="4124" userDrawn="1">
          <p15:clr>
            <a:srgbClr val="F26B43"/>
          </p15:clr>
        </p15:guide>
        <p15:guide id="12" pos="4268" userDrawn="1">
          <p15:clr>
            <a:srgbClr val="F26B43"/>
          </p15:clr>
        </p15:guide>
        <p15:guide id="13" pos="4834" userDrawn="1">
          <p15:clr>
            <a:srgbClr val="F26B43"/>
          </p15:clr>
        </p15:guide>
        <p15:guide id="14" pos="4978" userDrawn="1">
          <p15:clr>
            <a:srgbClr val="F26B43"/>
          </p15:clr>
        </p15:guide>
        <p15:guide id="15" pos="5544" userDrawn="1">
          <p15:clr>
            <a:srgbClr val="F26B43"/>
          </p15:clr>
        </p15:guide>
        <p15:guide id="16" pos="5688" userDrawn="1">
          <p15:clr>
            <a:srgbClr val="F26B43"/>
          </p15:clr>
        </p15:guide>
        <p15:guide id="17" pos="6254" userDrawn="1">
          <p15:clr>
            <a:srgbClr val="F26B43"/>
          </p15:clr>
        </p15:guide>
        <p15:guide id="18" pos="6398" userDrawn="1">
          <p15:clr>
            <a:srgbClr val="F26B43"/>
          </p15:clr>
        </p15:guide>
        <p15:guide id="19" pos="7678" userDrawn="1">
          <p15:clr>
            <a:srgbClr val="F26B43"/>
          </p15:clr>
        </p15:guide>
        <p15:guide id="20" orient="horz" pos="1876" userDrawn="1">
          <p15:clr>
            <a:srgbClr val="F26B43"/>
          </p15:clr>
        </p15:guide>
        <p15:guide id="21" orient="horz" pos="1012" userDrawn="1">
          <p15:clr>
            <a:srgbClr val="F26B43"/>
          </p15:clr>
        </p15:guide>
        <p15:guide id="22" orient="horz" pos="864" userDrawn="1">
          <p15:clr>
            <a:srgbClr val="F26B43"/>
          </p15:clr>
        </p15:guide>
        <p15:guide id="23" orient="horz" pos="692" userDrawn="1">
          <p15:clr>
            <a:srgbClr val="F26B43"/>
          </p15:clr>
        </p15:guide>
        <p15:guide id="24" orient="horz" pos="564" userDrawn="1">
          <p15:clr>
            <a:srgbClr val="F26B43"/>
          </p15:clr>
        </p15:guide>
        <p15:guide id="25" orient="horz" pos="442" userDrawn="1">
          <p15:clr>
            <a:srgbClr val="F26B43"/>
          </p15:clr>
        </p15:guide>
        <p15:guide id="26" orient="horz" pos="292" userDrawn="1">
          <p15:clr>
            <a:srgbClr val="F26B43"/>
          </p15:clr>
        </p15:guide>
        <p15:guide id="27" orient="horz" pos="2884" userDrawn="1">
          <p15:clr>
            <a:srgbClr val="F26B43"/>
          </p15:clr>
        </p15:guide>
        <p15:guide id="28" orient="horz" pos="3028" userDrawn="1">
          <p15:clr>
            <a:srgbClr val="F26B43"/>
          </p15:clr>
        </p15:guide>
        <p15:guide id="29" orient="horz" pos="3892" userDrawn="1">
          <p15:clr>
            <a:srgbClr val="F26B43"/>
          </p15:clr>
        </p15:guide>
        <p15:guide id="30" orient="horz" pos="4262" userDrawn="1">
          <p15:clr>
            <a:srgbClr val="F26B43"/>
          </p15:clr>
        </p15:guide>
        <p15:guide id="31" orient="horz" pos="4030" userDrawn="1">
          <p15:clr>
            <a:srgbClr val="F26B43"/>
          </p15:clr>
        </p15:guide>
        <p15:guide id="32" orient="horz" pos="4086" userDrawn="1">
          <p15:clr>
            <a:srgbClr val="F26B43"/>
          </p15:clr>
        </p15:guide>
        <p15:guide id="33" pos="696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21.xml"/><Relationship Id="rId5" Type="http://schemas.openxmlformats.org/officeDocument/2006/relationships/image" Target="../media/image8.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20.xml"/><Relationship Id="rId4" Type="http://schemas.openxmlformats.org/officeDocument/2006/relationships/image" Target="../media/image12.jpe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0.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20.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descr="A picture containing text, computer, computer&#10;&#10;Description automatically generated">
            <a:extLst>
              <a:ext uri="{FF2B5EF4-FFF2-40B4-BE49-F238E27FC236}">
                <a16:creationId xmlns:a16="http://schemas.microsoft.com/office/drawing/2014/main" id="{8A831367-5B84-45CB-A41F-E632BECC0B36}"/>
              </a:ext>
            </a:extLst>
          </p:cNvPr>
          <p:cNvPicPr>
            <a:picLocks noChangeAspect="1"/>
          </p:cNvPicPr>
          <p:nvPr/>
        </p:nvPicPr>
        <p:blipFill rotWithShape="1">
          <a:blip r:embed="rId3">
            <a:extLst>
              <a:ext uri="{28A0092B-C50C-407E-A947-70E740481C1C}">
                <a14:useLocalDpi xmlns:a14="http://schemas.microsoft.com/office/drawing/2010/main" val="0"/>
              </a:ext>
            </a:extLst>
          </a:blip>
          <a:srcRect t="7512" r="14152" b="6438"/>
          <a:stretch/>
        </p:blipFill>
        <p:spPr>
          <a:xfrm>
            <a:off x="0" y="0"/>
            <a:ext cx="12209127" cy="6858000"/>
          </a:xfrm>
          <a:prstGeom prst="rect">
            <a:avLst/>
          </a:prstGeom>
        </p:spPr>
      </p:pic>
      <p:sp>
        <p:nvSpPr>
          <p:cNvPr id="30" name="Rectangle 29">
            <a:extLst>
              <a:ext uri="{FF2B5EF4-FFF2-40B4-BE49-F238E27FC236}">
                <a16:creationId xmlns:a16="http://schemas.microsoft.com/office/drawing/2014/main" id="{F5AC46DF-865D-46CA-895D-5B90BA856F76}"/>
              </a:ext>
            </a:extLst>
          </p:cNvPr>
          <p:cNvSpPr/>
          <p:nvPr/>
        </p:nvSpPr>
        <p:spPr>
          <a:xfrm>
            <a:off x="0" y="0"/>
            <a:ext cx="12209127" cy="6864138"/>
          </a:xfrm>
          <a:prstGeom prst="rect">
            <a:avLst/>
          </a:prstGeom>
          <a:solidFill>
            <a:srgbClr val="0D0D0D">
              <a:alpha val="69804"/>
            </a:srgb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t" anchorCtr="0" forceAA="0" compatLnSpc="1">
            <a:prstTxWarp prst="textNoShape">
              <a:avLst/>
            </a:prstTxWarp>
            <a:noAutofit/>
          </a:bodyPr>
          <a:lstStyle/>
          <a:p>
            <a:pPr algn="ctr">
              <a:lnSpc>
                <a:spcPct val="110000"/>
              </a:lnSpc>
              <a:spcAft>
                <a:spcPts val="900"/>
              </a:spcAft>
            </a:pPr>
            <a:endParaRPr lang="en-US" sz="2000" b="0" spc="40">
              <a:solidFill>
                <a:srgbClr val="000000"/>
              </a:solidFill>
              <a:latin typeface="Arial" charset="0"/>
            </a:endParaRPr>
          </a:p>
        </p:txBody>
      </p:sp>
      <p:sp>
        <p:nvSpPr>
          <p:cNvPr id="15" name="TextBox 14">
            <a:extLst>
              <a:ext uri="{FF2B5EF4-FFF2-40B4-BE49-F238E27FC236}">
                <a16:creationId xmlns:a16="http://schemas.microsoft.com/office/drawing/2014/main" id="{14E55F9E-9617-3340-95D6-439EAB226851}"/>
              </a:ext>
            </a:extLst>
          </p:cNvPr>
          <p:cNvSpPr txBox="1"/>
          <p:nvPr/>
        </p:nvSpPr>
        <p:spPr>
          <a:xfrm>
            <a:off x="10628719" y="6400026"/>
            <a:ext cx="0" cy="0"/>
          </a:xfrm>
          <a:prstGeom prst="rect">
            <a:avLst/>
          </a:prstGeom>
          <a:noFill/>
        </p:spPr>
        <p:txBody>
          <a:bodyPr wrap="none" lIns="0" tIns="0" rIns="0" bIns="0" rtlCol="0">
            <a:noAutofit/>
          </a:bodyPr>
          <a:lstStyle/>
          <a:p>
            <a:pPr>
              <a:lnSpc>
                <a:spcPct val="110000"/>
              </a:lnSpc>
              <a:spcAft>
                <a:spcPts val="900"/>
              </a:spcAft>
            </a:pPr>
            <a:endParaRPr lang="en-US" sz="1999" spc="40" err="1">
              <a:solidFill>
                <a:srgbClr val="000000"/>
              </a:solidFill>
              <a:latin typeface="Arial" charset="0"/>
            </a:endParaRPr>
          </a:p>
        </p:txBody>
      </p:sp>
      <p:sp>
        <p:nvSpPr>
          <p:cNvPr id="3" name="TextBox 2">
            <a:extLst>
              <a:ext uri="{FF2B5EF4-FFF2-40B4-BE49-F238E27FC236}">
                <a16:creationId xmlns:a16="http://schemas.microsoft.com/office/drawing/2014/main" id="{CB865EA4-129A-1E45-A070-2885C4A912E1}"/>
              </a:ext>
            </a:extLst>
          </p:cNvPr>
          <p:cNvSpPr txBox="1"/>
          <p:nvPr/>
        </p:nvSpPr>
        <p:spPr>
          <a:xfrm>
            <a:off x="10393317" y="-1251699"/>
            <a:ext cx="0" cy="0"/>
          </a:xfrm>
          <a:prstGeom prst="rect">
            <a:avLst/>
          </a:prstGeom>
          <a:noFill/>
        </p:spPr>
        <p:txBody>
          <a:bodyPr wrap="none" lIns="0" tIns="0" rIns="0" bIns="0" rtlCol="0">
            <a:noAutofit/>
          </a:bodyPr>
          <a:lstStyle/>
          <a:p>
            <a:pPr>
              <a:lnSpc>
                <a:spcPct val="110000"/>
              </a:lnSpc>
              <a:spcAft>
                <a:spcPts val="900"/>
              </a:spcAft>
            </a:pPr>
            <a:endParaRPr lang="en-US" sz="1999" b="0" spc="40" err="1">
              <a:solidFill>
                <a:srgbClr val="000000"/>
              </a:solidFill>
              <a:latin typeface="Arial" charset="0"/>
            </a:endParaRPr>
          </a:p>
        </p:txBody>
      </p:sp>
      <p:sp>
        <p:nvSpPr>
          <p:cNvPr id="8" name="TextBox 7">
            <a:extLst>
              <a:ext uri="{FF2B5EF4-FFF2-40B4-BE49-F238E27FC236}">
                <a16:creationId xmlns:a16="http://schemas.microsoft.com/office/drawing/2014/main" id="{66AA913E-2F83-174E-9AE2-88DD6DEB31E9}"/>
              </a:ext>
            </a:extLst>
          </p:cNvPr>
          <p:cNvSpPr txBox="1"/>
          <p:nvPr/>
        </p:nvSpPr>
        <p:spPr>
          <a:xfrm>
            <a:off x="8157137" y="-731330"/>
            <a:ext cx="0" cy="0"/>
          </a:xfrm>
          <a:prstGeom prst="rect">
            <a:avLst/>
          </a:prstGeom>
          <a:noFill/>
        </p:spPr>
        <p:txBody>
          <a:bodyPr wrap="none" lIns="0" tIns="0" rIns="0" bIns="0" rtlCol="0">
            <a:noAutofit/>
          </a:bodyPr>
          <a:lstStyle/>
          <a:p>
            <a:pPr>
              <a:lnSpc>
                <a:spcPct val="110000"/>
              </a:lnSpc>
              <a:spcAft>
                <a:spcPts val="900"/>
              </a:spcAft>
            </a:pPr>
            <a:endParaRPr lang="en-US" sz="1999" b="0" spc="40" err="1">
              <a:solidFill>
                <a:srgbClr val="000000"/>
              </a:solidFill>
              <a:latin typeface="Arial" charset="0"/>
            </a:endParaRPr>
          </a:p>
        </p:txBody>
      </p:sp>
      <p:sp>
        <p:nvSpPr>
          <p:cNvPr id="9" name="TextBox 8">
            <a:extLst>
              <a:ext uri="{FF2B5EF4-FFF2-40B4-BE49-F238E27FC236}">
                <a16:creationId xmlns:a16="http://schemas.microsoft.com/office/drawing/2014/main" id="{D9F26AC3-28C2-5148-B869-4226437B553C}"/>
              </a:ext>
            </a:extLst>
          </p:cNvPr>
          <p:cNvSpPr txBox="1"/>
          <p:nvPr/>
        </p:nvSpPr>
        <p:spPr>
          <a:xfrm>
            <a:off x="9788564" y="-1490787"/>
            <a:ext cx="0" cy="0"/>
          </a:xfrm>
          <a:prstGeom prst="rect">
            <a:avLst/>
          </a:prstGeom>
          <a:noFill/>
        </p:spPr>
        <p:txBody>
          <a:bodyPr wrap="none" lIns="0" tIns="0" rIns="0" bIns="0" rtlCol="0">
            <a:noAutofit/>
          </a:bodyPr>
          <a:lstStyle/>
          <a:p>
            <a:pPr>
              <a:lnSpc>
                <a:spcPct val="110000"/>
              </a:lnSpc>
              <a:spcAft>
                <a:spcPts val="900"/>
              </a:spcAft>
            </a:pPr>
            <a:endParaRPr lang="en-US" sz="1999" b="0" spc="40" err="1">
              <a:solidFill>
                <a:srgbClr val="000000"/>
              </a:solidFill>
              <a:latin typeface="Arial" charset="0"/>
            </a:endParaRPr>
          </a:p>
        </p:txBody>
      </p:sp>
      <p:sp>
        <p:nvSpPr>
          <p:cNvPr id="19" name="TextBox 18">
            <a:extLst>
              <a:ext uri="{FF2B5EF4-FFF2-40B4-BE49-F238E27FC236}">
                <a16:creationId xmlns:a16="http://schemas.microsoft.com/office/drawing/2014/main" id="{6CD8936D-2446-0B4A-B3DA-86E26FC70C86}"/>
              </a:ext>
            </a:extLst>
          </p:cNvPr>
          <p:cNvSpPr txBox="1"/>
          <p:nvPr/>
        </p:nvSpPr>
        <p:spPr>
          <a:xfrm>
            <a:off x="12095064" y="-548497"/>
            <a:ext cx="0" cy="0"/>
          </a:xfrm>
          <a:prstGeom prst="rect">
            <a:avLst/>
          </a:prstGeom>
          <a:noFill/>
        </p:spPr>
        <p:txBody>
          <a:bodyPr wrap="none" lIns="0" tIns="0" rIns="0" bIns="0" rtlCol="0">
            <a:noAutofit/>
          </a:bodyPr>
          <a:lstStyle/>
          <a:p>
            <a:pPr>
              <a:lnSpc>
                <a:spcPct val="110000"/>
              </a:lnSpc>
              <a:spcAft>
                <a:spcPts val="900"/>
              </a:spcAft>
            </a:pPr>
            <a:endParaRPr lang="en-US" sz="1999" b="0" spc="40" err="1">
              <a:solidFill>
                <a:srgbClr val="000000"/>
              </a:solidFill>
              <a:latin typeface="Arial" charset="0"/>
            </a:endParaRPr>
          </a:p>
        </p:txBody>
      </p:sp>
      <p:sp>
        <p:nvSpPr>
          <p:cNvPr id="22" name="TextBox 21">
            <a:extLst>
              <a:ext uri="{FF2B5EF4-FFF2-40B4-BE49-F238E27FC236}">
                <a16:creationId xmlns:a16="http://schemas.microsoft.com/office/drawing/2014/main" id="{9FED8F6F-8CC7-964C-A5D2-E5396ADA2037}"/>
              </a:ext>
            </a:extLst>
          </p:cNvPr>
          <p:cNvSpPr txBox="1"/>
          <p:nvPr/>
        </p:nvSpPr>
        <p:spPr>
          <a:xfrm>
            <a:off x="3755095" y="-492241"/>
            <a:ext cx="0" cy="0"/>
          </a:xfrm>
          <a:prstGeom prst="rect">
            <a:avLst/>
          </a:prstGeom>
          <a:noFill/>
        </p:spPr>
        <p:txBody>
          <a:bodyPr wrap="none" lIns="0" tIns="0" rIns="0" bIns="0" rtlCol="0">
            <a:noAutofit/>
          </a:bodyPr>
          <a:lstStyle/>
          <a:p>
            <a:pPr>
              <a:lnSpc>
                <a:spcPct val="110000"/>
              </a:lnSpc>
              <a:spcAft>
                <a:spcPts val="900"/>
              </a:spcAft>
            </a:pPr>
            <a:endParaRPr lang="en-US" sz="1999" b="0" spc="40" err="1">
              <a:solidFill>
                <a:srgbClr val="000000"/>
              </a:solidFill>
              <a:latin typeface="Arial" charset="0"/>
            </a:endParaRPr>
          </a:p>
        </p:txBody>
      </p:sp>
      <p:sp>
        <p:nvSpPr>
          <p:cNvPr id="23" name="TextBox 22">
            <a:extLst>
              <a:ext uri="{FF2B5EF4-FFF2-40B4-BE49-F238E27FC236}">
                <a16:creationId xmlns:a16="http://schemas.microsoft.com/office/drawing/2014/main" id="{40FB81BE-5AD6-A041-8C53-BC0D3575B763}"/>
              </a:ext>
            </a:extLst>
          </p:cNvPr>
          <p:cNvSpPr txBox="1"/>
          <p:nvPr/>
        </p:nvSpPr>
        <p:spPr>
          <a:xfrm>
            <a:off x="1490786" y="-1265762"/>
            <a:ext cx="0" cy="0"/>
          </a:xfrm>
          <a:prstGeom prst="rect">
            <a:avLst/>
          </a:prstGeom>
          <a:noFill/>
        </p:spPr>
        <p:txBody>
          <a:bodyPr wrap="none" lIns="0" tIns="0" rIns="0" bIns="0" rtlCol="0">
            <a:noAutofit/>
          </a:bodyPr>
          <a:lstStyle/>
          <a:p>
            <a:pPr>
              <a:lnSpc>
                <a:spcPct val="110000"/>
              </a:lnSpc>
              <a:spcAft>
                <a:spcPts val="900"/>
              </a:spcAft>
            </a:pPr>
            <a:endParaRPr lang="en-US" sz="1999" b="0" spc="40" err="1">
              <a:solidFill>
                <a:srgbClr val="000000"/>
              </a:solidFill>
              <a:latin typeface="Arial" charset="0"/>
            </a:endParaRPr>
          </a:p>
        </p:txBody>
      </p:sp>
      <p:sp>
        <p:nvSpPr>
          <p:cNvPr id="25" name="TextBox 24">
            <a:extLst>
              <a:ext uri="{FF2B5EF4-FFF2-40B4-BE49-F238E27FC236}">
                <a16:creationId xmlns:a16="http://schemas.microsoft.com/office/drawing/2014/main" id="{D2B222D0-9399-F948-84DD-57EFF99AA26F}"/>
              </a:ext>
            </a:extLst>
          </p:cNvPr>
          <p:cNvSpPr txBox="1"/>
          <p:nvPr/>
        </p:nvSpPr>
        <p:spPr>
          <a:xfrm>
            <a:off x="6539773" y="-1279827"/>
            <a:ext cx="0" cy="0"/>
          </a:xfrm>
          <a:prstGeom prst="rect">
            <a:avLst/>
          </a:prstGeom>
          <a:noFill/>
        </p:spPr>
        <p:txBody>
          <a:bodyPr wrap="none" lIns="0" tIns="0" rIns="0" bIns="0" rtlCol="0">
            <a:noAutofit/>
          </a:bodyPr>
          <a:lstStyle/>
          <a:p>
            <a:pPr>
              <a:lnSpc>
                <a:spcPct val="110000"/>
              </a:lnSpc>
              <a:spcAft>
                <a:spcPts val="900"/>
              </a:spcAft>
            </a:pPr>
            <a:endParaRPr lang="en-US" sz="1999" b="0" spc="40" err="1">
              <a:solidFill>
                <a:srgbClr val="000000"/>
              </a:solidFill>
              <a:latin typeface="Arial" charset="0"/>
            </a:endParaRPr>
          </a:p>
        </p:txBody>
      </p:sp>
      <p:sp>
        <p:nvSpPr>
          <p:cNvPr id="7" name="TextBox 6">
            <a:extLst>
              <a:ext uri="{FF2B5EF4-FFF2-40B4-BE49-F238E27FC236}">
                <a16:creationId xmlns:a16="http://schemas.microsoft.com/office/drawing/2014/main" id="{142E709A-2952-BD47-9640-74418BB1396B}"/>
              </a:ext>
            </a:extLst>
          </p:cNvPr>
          <p:cNvSpPr txBox="1"/>
          <p:nvPr/>
        </p:nvSpPr>
        <p:spPr>
          <a:xfrm>
            <a:off x="12855401" y="138017"/>
            <a:ext cx="0" cy="0"/>
          </a:xfrm>
          <a:prstGeom prst="rect">
            <a:avLst/>
          </a:prstGeom>
          <a:noFill/>
        </p:spPr>
        <p:txBody>
          <a:bodyPr wrap="none" lIns="0" tIns="0" rIns="0" bIns="0" rtlCol="0">
            <a:noAutofit/>
          </a:bodyPr>
          <a:lstStyle/>
          <a:p>
            <a:pPr>
              <a:lnSpc>
                <a:spcPct val="110000"/>
              </a:lnSpc>
              <a:spcAft>
                <a:spcPts val="900"/>
              </a:spcAft>
            </a:pPr>
            <a:endParaRPr lang="en-US" sz="1999" b="0" spc="40" err="1">
              <a:solidFill>
                <a:srgbClr val="000000"/>
              </a:solidFill>
              <a:latin typeface="Arial" charset="0"/>
            </a:endParaRPr>
          </a:p>
        </p:txBody>
      </p:sp>
      <p:sp>
        <p:nvSpPr>
          <p:cNvPr id="13" name="Rectangle 12">
            <a:extLst>
              <a:ext uri="{FF2B5EF4-FFF2-40B4-BE49-F238E27FC236}">
                <a16:creationId xmlns:a16="http://schemas.microsoft.com/office/drawing/2014/main" id="{34C329EC-A3E1-4D79-B055-3CB7E408E880}"/>
              </a:ext>
            </a:extLst>
          </p:cNvPr>
          <p:cNvSpPr/>
          <p:nvPr/>
        </p:nvSpPr>
        <p:spPr>
          <a:xfrm rot="3003899">
            <a:off x="7982176" y="-870090"/>
            <a:ext cx="4289220" cy="7105540"/>
          </a:xfrm>
          <a:prstGeom prst="rect">
            <a:avLst/>
          </a:prstGeom>
          <a:solidFill>
            <a:srgbClr val="BFBFBF">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t" anchorCtr="0" forceAA="0" compatLnSpc="1">
            <a:prstTxWarp prst="textNoShape">
              <a:avLst/>
            </a:prstTxWarp>
            <a:noAutofit/>
          </a:bodyPr>
          <a:lstStyle/>
          <a:p>
            <a:pPr algn="ctr">
              <a:lnSpc>
                <a:spcPct val="110000"/>
              </a:lnSpc>
              <a:spcAft>
                <a:spcPts val="900"/>
              </a:spcAft>
            </a:pPr>
            <a:endParaRPr lang="en-US" sz="2000" b="0" spc="40">
              <a:solidFill>
                <a:srgbClr val="000000"/>
              </a:solidFill>
              <a:latin typeface="Arial" charset="0"/>
            </a:endParaRPr>
          </a:p>
        </p:txBody>
      </p:sp>
      <p:sp>
        <p:nvSpPr>
          <p:cNvPr id="6" name="TextBox 5">
            <a:extLst>
              <a:ext uri="{FF2B5EF4-FFF2-40B4-BE49-F238E27FC236}">
                <a16:creationId xmlns:a16="http://schemas.microsoft.com/office/drawing/2014/main" id="{7B7E1ABC-6832-364A-97AC-17CF1FCDA3E4}"/>
              </a:ext>
            </a:extLst>
          </p:cNvPr>
          <p:cNvSpPr txBox="1"/>
          <p:nvPr/>
        </p:nvSpPr>
        <p:spPr>
          <a:xfrm>
            <a:off x="10855672" y="846493"/>
            <a:ext cx="0" cy="0"/>
          </a:xfrm>
          <a:prstGeom prst="rect">
            <a:avLst/>
          </a:prstGeom>
          <a:noFill/>
        </p:spPr>
        <p:txBody>
          <a:bodyPr wrap="none" lIns="0" tIns="0" rIns="0" bIns="0" rtlCol="0">
            <a:noAutofit/>
          </a:bodyPr>
          <a:lstStyle/>
          <a:p>
            <a:pPr>
              <a:lnSpc>
                <a:spcPct val="110000"/>
              </a:lnSpc>
              <a:spcAft>
                <a:spcPts val="900"/>
              </a:spcAft>
            </a:pPr>
            <a:endParaRPr lang="en-US" sz="1999" b="0" spc="40" err="1">
              <a:solidFill>
                <a:srgbClr val="000000"/>
              </a:solidFill>
              <a:latin typeface="Arial" charset="0"/>
            </a:endParaRPr>
          </a:p>
        </p:txBody>
      </p:sp>
      <p:pic>
        <p:nvPicPr>
          <p:cNvPr id="21" name="Picture 20">
            <a:extLst>
              <a:ext uri="{FF2B5EF4-FFF2-40B4-BE49-F238E27FC236}">
                <a16:creationId xmlns:a16="http://schemas.microsoft.com/office/drawing/2014/main" id="{255E9635-BC37-B641-B1A2-C2A6525D3675}"/>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9197252" y="330268"/>
            <a:ext cx="3011875" cy="1209537"/>
          </a:xfrm>
          <a:prstGeom prst="rect">
            <a:avLst/>
          </a:prstGeom>
        </p:spPr>
      </p:pic>
      <p:sp>
        <p:nvSpPr>
          <p:cNvPr id="38" name="TextBox 37">
            <a:extLst>
              <a:ext uri="{FF2B5EF4-FFF2-40B4-BE49-F238E27FC236}">
                <a16:creationId xmlns:a16="http://schemas.microsoft.com/office/drawing/2014/main" id="{B7633E1D-AE54-BC4B-AFFB-7C00BE820F63}"/>
              </a:ext>
            </a:extLst>
          </p:cNvPr>
          <p:cNvSpPr txBox="1"/>
          <p:nvPr/>
        </p:nvSpPr>
        <p:spPr>
          <a:xfrm>
            <a:off x="13118223" y="1509260"/>
            <a:ext cx="0" cy="0"/>
          </a:xfrm>
          <a:prstGeom prst="rect">
            <a:avLst/>
          </a:prstGeom>
          <a:noFill/>
        </p:spPr>
        <p:txBody>
          <a:bodyPr wrap="none" lIns="0" tIns="0" rIns="0" bIns="0" rtlCol="0">
            <a:noAutofit/>
          </a:bodyPr>
          <a:lstStyle/>
          <a:p>
            <a:pPr>
              <a:lnSpc>
                <a:spcPct val="110000"/>
              </a:lnSpc>
              <a:spcAft>
                <a:spcPts val="900"/>
              </a:spcAft>
            </a:pPr>
            <a:endParaRPr lang="en-US" sz="1999" b="0" spc="40" err="1">
              <a:solidFill>
                <a:srgbClr val="000000"/>
              </a:solidFill>
              <a:latin typeface="Arial" charset="0"/>
            </a:endParaRPr>
          </a:p>
        </p:txBody>
      </p:sp>
      <p:pic>
        <p:nvPicPr>
          <p:cNvPr id="27" name="Content Placeholder 14">
            <a:extLst>
              <a:ext uri="{FF2B5EF4-FFF2-40B4-BE49-F238E27FC236}">
                <a16:creationId xmlns:a16="http://schemas.microsoft.com/office/drawing/2014/main" id="{FE9FDA1F-5E90-4B13-88DC-3366A919B72A}"/>
              </a:ext>
            </a:extLst>
          </p:cNvPr>
          <p:cNvPicPr>
            <a:picLocks noChangeAspect="1"/>
          </p:cNvPicPr>
          <p:nvPr/>
        </p:nvPicPr>
        <p:blipFill rotWithShape="1">
          <a:blip r:embed="rId5">
            <a:extLst>
              <a:ext uri="{28A0092B-C50C-407E-A947-70E740481C1C}">
                <a14:useLocalDpi xmlns:a14="http://schemas.microsoft.com/office/drawing/2010/main" val="0"/>
              </a:ext>
            </a:extLst>
          </a:blip>
          <a:srcRect l="51096" t="6494" r="22745" b="83424"/>
          <a:stretch/>
        </p:blipFill>
        <p:spPr bwMode="auto">
          <a:xfrm rot="10800000">
            <a:off x="9458226" y="452761"/>
            <a:ext cx="2750902" cy="807640"/>
          </a:xfrm>
          <a:prstGeom prst="rect">
            <a:avLst/>
          </a:prstGeom>
          <a:noFill/>
          <a:ln w="9525">
            <a:noFill/>
            <a:miter lim="800000"/>
            <a:headEnd/>
            <a:tailEnd/>
          </a:ln>
        </p:spPr>
      </p:pic>
      <p:sp>
        <p:nvSpPr>
          <p:cNvPr id="29" name="Rectangle 28">
            <a:extLst>
              <a:ext uri="{FF2B5EF4-FFF2-40B4-BE49-F238E27FC236}">
                <a16:creationId xmlns:a16="http://schemas.microsoft.com/office/drawing/2014/main" id="{01750952-AD88-4F10-8DAB-9DDA3A7ABA12}"/>
              </a:ext>
            </a:extLst>
          </p:cNvPr>
          <p:cNvSpPr/>
          <p:nvPr/>
        </p:nvSpPr>
        <p:spPr>
          <a:xfrm rot="19278459">
            <a:off x="-1543051" y="3292931"/>
            <a:ext cx="4350278" cy="2690520"/>
          </a:xfrm>
          <a:prstGeom prst="rect">
            <a:avLst/>
          </a:prstGeom>
          <a:solidFill>
            <a:srgbClr val="BFBFBF">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t" anchorCtr="0" forceAA="0" compatLnSpc="1">
            <a:prstTxWarp prst="textNoShape">
              <a:avLst/>
            </a:prstTxWarp>
            <a:noAutofit/>
          </a:bodyPr>
          <a:lstStyle/>
          <a:p>
            <a:pPr algn="ctr">
              <a:lnSpc>
                <a:spcPct val="110000"/>
              </a:lnSpc>
              <a:spcAft>
                <a:spcPts val="900"/>
              </a:spcAft>
            </a:pPr>
            <a:endParaRPr lang="en-US" sz="2000" b="0" spc="40">
              <a:solidFill>
                <a:srgbClr val="000000"/>
              </a:solidFill>
              <a:latin typeface="Arial" charset="0"/>
            </a:endParaRPr>
          </a:p>
        </p:txBody>
      </p:sp>
      <p:sp>
        <p:nvSpPr>
          <p:cNvPr id="11" name="TextBox 10">
            <a:extLst>
              <a:ext uri="{FF2B5EF4-FFF2-40B4-BE49-F238E27FC236}">
                <a16:creationId xmlns:a16="http://schemas.microsoft.com/office/drawing/2014/main" id="{1F63EC5B-8026-6A4F-8DB1-B5AFD8E4E26D}"/>
              </a:ext>
            </a:extLst>
          </p:cNvPr>
          <p:cNvSpPr txBox="1"/>
          <p:nvPr/>
        </p:nvSpPr>
        <p:spPr>
          <a:xfrm>
            <a:off x="-948443" y="4868805"/>
            <a:ext cx="0" cy="0"/>
          </a:xfrm>
          <a:prstGeom prst="rect">
            <a:avLst/>
          </a:prstGeom>
          <a:noFill/>
        </p:spPr>
        <p:txBody>
          <a:bodyPr wrap="none" lIns="0" tIns="0" rIns="0" bIns="0" rtlCol="0">
            <a:noAutofit/>
          </a:bodyPr>
          <a:lstStyle/>
          <a:p>
            <a:pPr>
              <a:lnSpc>
                <a:spcPct val="110000"/>
              </a:lnSpc>
              <a:spcAft>
                <a:spcPts val="900"/>
              </a:spcAft>
            </a:pPr>
            <a:endParaRPr lang="en-US" sz="1999" b="0" spc="40" err="1">
              <a:solidFill>
                <a:srgbClr val="000000"/>
              </a:solidFill>
              <a:latin typeface="Arial" charset="0"/>
            </a:endParaRPr>
          </a:p>
        </p:txBody>
      </p:sp>
      <p:sp>
        <p:nvSpPr>
          <p:cNvPr id="17" name="Rectangle 16">
            <a:extLst>
              <a:ext uri="{FF2B5EF4-FFF2-40B4-BE49-F238E27FC236}">
                <a16:creationId xmlns:a16="http://schemas.microsoft.com/office/drawing/2014/main" id="{64DE28DE-BB13-4426-9CD4-5867F10E6470}"/>
              </a:ext>
            </a:extLst>
          </p:cNvPr>
          <p:cNvSpPr/>
          <p:nvPr/>
        </p:nvSpPr>
        <p:spPr>
          <a:xfrm rot="1045388">
            <a:off x="-807275" y="3270340"/>
            <a:ext cx="14185760" cy="2714089"/>
          </a:xfrm>
          <a:prstGeom prst="rect">
            <a:avLst/>
          </a:prstGeom>
          <a:solidFill>
            <a:schemeClr val="tx1">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t" anchorCtr="0" forceAA="0" compatLnSpc="1">
            <a:prstTxWarp prst="textNoShape">
              <a:avLst/>
            </a:prstTxWarp>
            <a:noAutofit/>
          </a:bodyPr>
          <a:lstStyle/>
          <a:p>
            <a:pPr algn="ctr">
              <a:lnSpc>
                <a:spcPct val="110000"/>
              </a:lnSpc>
              <a:spcAft>
                <a:spcPts val="900"/>
              </a:spcAft>
            </a:pPr>
            <a:endParaRPr lang="en-US" sz="2000" b="0" spc="40">
              <a:solidFill>
                <a:srgbClr val="000000"/>
              </a:solidFill>
              <a:latin typeface="Arial" charset="0"/>
            </a:endParaRPr>
          </a:p>
        </p:txBody>
      </p:sp>
      <p:sp>
        <p:nvSpPr>
          <p:cNvPr id="14" name="TextBox 13">
            <a:extLst>
              <a:ext uri="{FF2B5EF4-FFF2-40B4-BE49-F238E27FC236}">
                <a16:creationId xmlns:a16="http://schemas.microsoft.com/office/drawing/2014/main" id="{832771C8-FE5E-9C40-8BF4-B9F68B88F80A}"/>
              </a:ext>
            </a:extLst>
          </p:cNvPr>
          <p:cNvSpPr txBox="1"/>
          <p:nvPr/>
        </p:nvSpPr>
        <p:spPr>
          <a:xfrm>
            <a:off x="10682238" y="6295881"/>
            <a:ext cx="0" cy="0"/>
          </a:xfrm>
          <a:prstGeom prst="rect">
            <a:avLst/>
          </a:prstGeom>
          <a:noFill/>
        </p:spPr>
        <p:txBody>
          <a:bodyPr wrap="none" lIns="0" tIns="0" rIns="0" bIns="0" rtlCol="0">
            <a:noAutofit/>
          </a:bodyPr>
          <a:lstStyle/>
          <a:p>
            <a:pPr>
              <a:lnSpc>
                <a:spcPct val="110000"/>
              </a:lnSpc>
              <a:spcAft>
                <a:spcPts val="900"/>
              </a:spcAft>
            </a:pPr>
            <a:endParaRPr lang="en-US" sz="1999" spc="40" err="1">
              <a:solidFill>
                <a:srgbClr val="000000"/>
              </a:solidFill>
              <a:latin typeface="Arial" charset="0"/>
            </a:endParaRPr>
          </a:p>
        </p:txBody>
      </p:sp>
      <p:sp>
        <p:nvSpPr>
          <p:cNvPr id="16" name="TextBox 15">
            <a:extLst>
              <a:ext uri="{FF2B5EF4-FFF2-40B4-BE49-F238E27FC236}">
                <a16:creationId xmlns:a16="http://schemas.microsoft.com/office/drawing/2014/main" id="{22E50B91-57BF-A645-9E22-265EA7CF6214}"/>
              </a:ext>
            </a:extLst>
          </p:cNvPr>
          <p:cNvSpPr txBox="1"/>
          <p:nvPr/>
        </p:nvSpPr>
        <p:spPr>
          <a:xfrm>
            <a:off x="10495404" y="6323846"/>
            <a:ext cx="0" cy="0"/>
          </a:xfrm>
          <a:prstGeom prst="rect">
            <a:avLst/>
          </a:prstGeom>
          <a:noFill/>
        </p:spPr>
        <p:txBody>
          <a:bodyPr wrap="none" lIns="0" tIns="0" rIns="0" bIns="0" rtlCol="0">
            <a:noAutofit/>
          </a:bodyPr>
          <a:lstStyle/>
          <a:p>
            <a:pPr>
              <a:lnSpc>
                <a:spcPct val="110000"/>
              </a:lnSpc>
              <a:spcAft>
                <a:spcPts val="900"/>
              </a:spcAft>
            </a:pPr>
            <a:endParaRPr lang="en-US" sz="1999" spc="40" err="1">
              <a:solidFill>
                <a:srgbClr val="000000"/>
              </a:solidFill>
              <a:latin typeface="Arial" charset="0"/>
            </a:endParaRPr>
          </a:p>
        </p:txBody>
      </p:sp>
      <p:sp>
        <p:nvSpPr>
          <p:cNvPr id="20" name="TextBox 19">
            <a:extLst>
              <a:ext uri="{FF2B5EF4-FFF2-40B4-BE49-F238E27FC236}">
                <a16:creationId xmlns:a16="http://schemas.microsoft.com/office/drawing/2014/main" id="{25E4A8D8-6116-B844-8346-110739C9E456}"/>
              </a:ext>
            </a:extLst>
          </p:cNvPr>
          <p:cNvSpPr txBox="1"/>
          <p:nvPr/>
        </p:nvSpPr>
        <p:spPr>
          <a:xfrm>
            <a:off x="13107675" y="3798181"/>
            <a:ext cx="0" cy="0"/>
          </a:xfrm>
          <a:prstGeom prst="rect">
            <a:avLst/>
          </a:prstGeom>
          <a:noFill/>
        </p:spPr>
        <p:txBody>
          <a:bodyPr wrap="none" lIns="0" tIns="0" rIns="0" bIns="0" rtlCol="0">
            <a:noAutofit/>
          </a:bodyPr>
          <a:lstStyle/>
          <a:p>
            <a:pPr>
              <a:lnSpc>
                <a:spcPct val="110000"/>
              </a:lnSpc>
              <a:spcAft>
                <a:spcPts val="900"/>
              </a:spcAft>
            </a:pPr>
            <a:endParaRPr lang="en-US" sz="1999" b="0" spc="40" err="1">
              <a:solidFill>
                <a:srgbClr val="000000"/>
              </a:solidFill>
              <a:latin typeface="Arial" charset="0"/>
            </a:endParaRPr>
          </a:p>
        </p:txBody>
      </p:sp>
      <p:sp>
        <p:nvSpPr>
          <p:cNvPr id="2" name="TextBox 1">
            <a:extLst>
              <a:ext uri="{FF2B5EF4-FFF2-40B4-BE49-F238E27FC236}">
                <a16:creationId xmlns:a16="http://schemas.microsoft.com/office/drawing/2014/main" id="{2A04C6E8-A23B-6D46-92F0-85B3997A296D}"/>
              </a:ext>
            </a:extLst>
          </p:cNvPr>
          <p:cNvSpPr txBox="1"/>
          <p:nvPr/>
        </p:nvSpPr>
        <p:spPr>
          <a:xfrm>
            <a:off x="12776733" y="2780439"/>
            <a:ext cx="0" cy="0"/>
          </a:xfrm>
          <a:prstGeom prst="rect">
            <a:avLst/>
          </a:prstGeom>
          <a:noFill/>
        </p:spPr>
        <p:txBody>
          <a:bodyPr wrap="none" lIns="0" tIns="0" rIns="0" bIns="0" rtlCol="0">
            <a:noAutofit/>
          </a:bodyPr>
          <a:lstStyle/>
          <a:p>
            <a:pPr>
              <a:lnSpc>
                <a:spcPct val="110000"/>
              </a:lnSpc>
              <a:spcAft>
                <a:spcPts val="900"/>
              </a:spcAft>
            </a:pPr>
            <a:endParaRPr lang="en-US" sz="1999" spc="40" err="1">
              <a:solidFill>
                <a:srgbClr val="000000"/>
              </a:solidFill>
              <a:latin typeface="Arial" charset="0"/>
            </a:endParaRPr>
          </a:p>
        </p:txBody>
      </p:sp>
      <p:sp>
        <p:nvSpPr>
          <p:cNvPr id="28" name="Title 9">
            <a:extLst>
              <a:ext uri="{FF2B5EF4-FFF2-40B4-BE49-F238E27FC236}">
                <a16:creationId xmlns:a16="http://schemas.microsoft.com/office/drawing/2014/main" id="{C01784FA-D7C5-3A44-AB27-79C9E46CB649}"/>
              </a:ext>
            </a:extLst>
          </p:cNvPr>
          <p:cNvSpPr>
            <a:spLocks noGrp="1"/>
          </p:cNvSpPr>
          <p:nvPr>
            <p:ph type="ctrTitle"/>
          </p:nvPr>
        </p:nvSpPr>
        <p:spPr>
          <a:xfrm>
            <a:off x="576771" y="2626242"/>
            <a:ext cx="5914564" cy="1519917"/>
          </a:xfrm>
        </p:spPr>
        <p:txBody>
          <a:bodyPr>
            <a:noAutofit/>
          </a:bodyPr>
          <a:lstStyle/>
          <a:p>
            <a:pPr>
              <a:lnSpc>
                <a:spcPct val="100000"/>
              </a:lnSpc>
              <a:spcBef>
                <a:spcPts val="100"/>
              </a:spcBef>
            </a:pPr>
            <a:r>
              <a:rPr lang="en-US" sz="4799" err="1">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ABTools</a:t>
            </a:r>
            <a:br>
              <a:rPr lang="en-US" sz="4799">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br>
            <a:r>
              <a:rPr lang="en-US" sz="320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Before and After Analysis</a:t>
            </a:r>
            <a:endParaRPr lang="en-US" sz="4799">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26" name="Text Placeholder 10">
            <a:extLst>
              <a:ext uri="{FF2B5EF4-FFF2-40B4-BE49-F238E27FC236}">
                <a16:creationId xmlns:a16="http://schemas.microsoft.com/office/drawing/2014/main" id="{412E7B00-3D11-4765-A098-800AAEA1BEFB}"/>
              </a:ext>
            </a:extLst>
          </p:cNvPr>
          <p:cNvSpPr>
            <a:spLocks noGrp="1"/>
          </p:cNvSpPr>
          <p:nvPr>
            <p:ph type="body" sz="quarter" idx="10"/>
          </p:nvPr>
        </p:nvSpPr>
        <p:spPr>
          <a:xfrm>
            <a:off x="3078178" y="4124986"/>
            <a:ext cx="2607398" cy="418982"/>
          </a:xfrm>
        </p:spPr>
        <p:txBody>
          <a:bodyPr/>
          <a:lstStyle/>
          <a:p>
            <a:pPr algn="r"/>
            <a:r>
              <a:rPr lang="en-US" sz="1999" b="1">
                <a:solidFill>
                  <a:schemeClr val="accent1"/>
                </a:solidFill>
                <a:effectLst>
                  <a:outerShdw blurRad="38100" dist="38100" dir="2700000" algn="tl">
                    <a:srgbClr val="000000">
                      <a:alpha val="43137"/>
                    </a:srgbClr>
                  </a:outerShdw>
                </a:effectLst>
                <a:latin typeface="Arial Narrow" panose="020B0604020202020204" pitchFamily="34" charset="0"/>
                <a:cs typeface="Arial Narrow" panose="020B0604020202020204" pitchFamily="34" charset="0"/>
              </a:rPr>
              <a:t>January – August 2021 </a:t>
            </a:r>
          </a:p>
        </p:txBody>
      </p:sp>
    </p:spTree>
    <p:extLst>
      <p:ext uri="{BB962C8B-B14F-4D97-AF65-F5344CB8AC3E}">
        <p14:creationId xmlns:p14="http://schemas.microsoft.com/office/powerpoint/2010/main" val="21711057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98680E86-442E-3940-B5E7-F662BAE8850E}"/>
              </a:ext>
            </a:extLst>
          </p:cNvPr>
          <p:cNvPicPr>
            <a:picLocks noChangeAspect="1"/>
          </p:cNvPicPr>
          <p:nvPr/>
        </p:nvPicPr>
        <p:blipFill rotWithShape="1">
          <a:blip r:embed="rId3"/>
          <a:srcRect t="15005"/>
          <a:stretch/>
        </p:blipFill>
        <p:spPr>
          <a:xfrm flipH="1">
            <a:off x="-10150" y="-1341"/>
            <a:ext cx="12198974" cy="6901576"/>
          </a:xfrm>
          <a:prstGeom prst="rect">
            <a:avLst/>
          </a:prstGeom>
        </p:spPr>
      </p:pic>
      <p:sp>
        <p:nvSpPr>
          <p:cNvPr id="10" name="Rectangle 9">
            <a:extLst>
              <a:ext uri="{FF2B5EF4-FFF2-40B4-BE49-F238E27FC236}">
                <a16:creationId xmlns:a16="http://schemas.microsoft.com/office/drawing/2014/main" id="{01F9F56F-0956-A644-8730-8F0A264764F2}"/>
              </a:ext>
            </a:extLst>
          </p:cNvPr>
          <p:cNvSpPr/>
          <p:nvPr/>
        </p:nvSpPr>
        <p:spPr>
          <a:xfrm rot="10800000" flipH="1">
            <a:off x="-20299" y="-21790"/>
            <a:ext cx="12209124" cy="6901576"/>
          </a:xfrm>
          <a:prstGeom prst="rect">
            <a:avLst/>
          </a:prstGeom>
          <a:solidFill>
            <a:srgbClr val="000000">
              <a:alpha val="8117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B865EA4-129A-1E45-A070-2885C4A912E1}"/>
              </a:ext>
            </a:extLst>
          </p:cNvPr>
          <p:cNvSpPr txBox="1"/>
          <p:nvPr/>
        </p:nvSpPr>
        <p:spPr>
          <a:xfrm>
            <a:off x="10393317" y="-1251699"/>
            <a:ext cx="0" cy="0"/>
          </a:xfrm>
          <a:prstGeom prst="rect">
            <a:avLst/>
          </a:prstGeom>
          <a:noFill/>
        </p:spPr>
        <p:txBody>
          <a:bodyPr wrap="none" lIns="0" tIns="0" rIns="0" bIns="0" rtlCol="0">
            <a:noAutofit/>
          </a:bodyPr>
          <a:lstStyle/>
          <a:p>
            <a:pPr>
              <a:lnSpc>
                <a:spcPct val="110000"/>
              </a:lnSpc>
              <a:spcAft>
                <a:spcPts val="900"/>
              </a:spcAft>
            </a:pPr>
            <a:endParaRPr lang="en-US" sz="1999" b="0" spc="40" err="1">
              <a:solidFill>
                <a:srgbClr val="000000"/>
              </a:solidFill>
              <a:latin typeface="Arial" charset="0"/>
            </a:endParaRPr>
          </a:p>
        </p:txBody>
      </p:sp>
      <p:sp>
        <p:nvSpPr>
          <p:cNvPr id="8" name="TextBox 7">
            <a:extLst>
              <a:ext uri="{FF2B5EF4-FFF2-40B4-BE49-F238E27FC236}">
                <a16:creationId xmlns:a16="http://schemas.microsoft.com/office/drawing/2014/main" id="{66AA913E-2F83-174E-9AE2-88DD6DEB31E9}"/>
              </a:ext>
            </a:extLst>
          </p:cNvPr>
          <p:cNvSpPr txBox="1"/>
          <p:nvPr/>
        </p:nvSpPr>
        <p:spPr>
          <a:xfrm>
            <a:off x="8157137" y="-731330"/>
            <a:ext cx="0" cy="0"/>
          </a:xfrm>
          <a:prstGeom prst="rect">
            <a:avLst/>
          </a:prstGeom>
          <a:noFill/>
        </p:spPr>
        <p:txBody>
          <a:bodyPr wrap="none" lIns="0" tIns="0" rIns="0" bIns="0" rtlCol="0">
            <a:noAutofit/>
          </a:bodyPr>
          <a:lstStyle/>
          <a:p>
            <a:pPr>
              <a:lnSpc>
                <a:spcPct val="110000"/>
              </a:lnSpc>
              <a:spcAft>
                <a:spcPts val="900"/>
              </a:spcAft>
            </a:pPr>
            <a:endParaRPr lang="en-US" sz="1999" b="0" spc="40" err="1">
              <a:solidFill>
                <a:srgbClr val="000000"/>
              </a:solidFill>
              <a:latin typeface="Arial" charset="0"/>
            </a:endParaRPr>
          </a:p>
        </p:txBody>
      </p:sp>
      <p:sp>
        <p:nvSpPr>
          <p:cNvPr id="9" name="TextBox 8">
            <a:extLst>
              <a:ext uri="{FF2B5EF4-FFF2-40B4-BE49-F238E27FC236}">
                <a16:creationId xmlns:a16="http://schemas.microsoft.com/office/drawing/2014/main" id="{D9F26AC3-28C2-5148-B869-4226437B553C}"/>
              </a:ext>
            </a:extLst>
          </p:cNvPr>
          <p:cNvSpPr txBox="1"/>
          <p:nvPr/>
        </p:nvSpPr>
        <p:spPr>
          <a:xfrm>
            <a:off x="9788564" y="-1490787"/>
            <a:ext cx="0" cy="0"/>
          </a:xfrm>
          <a:prstGeom prst="rect">
            <a:avLst/>
          </a:prstGeom>
          <a:noFill/>
        </p:spPr>
        <p:txBody>
          <a:bodyPr wrap="none" lIns="0" tIns="0" rIns="0" bIns="0" rtlCol="0">
            <a:noAutofit/>
          </a:bodyPr>
          <a:lstStyle/>
          <a:p>
            <a:pPr>
              <a:lnSpc>
                <a:spcPct val="110000"/>
              </a:lnSpc>
              <a:spcAft>
                <a:spcPts val="900"/>
              </a:spcAft>
            </a:pPr>
            <a:endParaRPr lang="en-US" sz="1999" b="0" spc="40" err="1">
              <a:solidFill>
                <a:srgbClr val="000000"/>
              </a:solidFill>
              <a:latin typeface="Arial" charset="0"/>
            </a:endParaRPr>
          </a:p>
        </p:txBody>
      </p:sp>
      <p:sp>
        <p:nvSpPr>
          <p:cNvPr id="22" name="TextBox 21">
            <a:extLst>
              <a:ext uri="{FF2B5EF4-FFF2-40B4-BE49-F238E27FC236}">
                <a16:creationId xmlns:a16="http://schemas.microsoft.com/office/drawing/2014/main" id="{9FED8F6F-8CC7-964C-A5D2-E5396ADA2037}"/>
              </a:ext>
            </a:extLst>
          </p:cNvPr>
          <p:cNvSpPr txBox="1"/>
          <p:nvPr/>
        </p:nvSpPr>
        <p:spPr>
          <a:xfrm>
            <a:off x="3755095" y="-492241"/>
            <a:ext cx="0" cy="0"/>
          </a:xfrm>
          <a:prstGeom prst="rect">
            <a:avLst/>
          </a:prstGeom>
          <a:noFill/>
        </p:spPr>
        <p:txBody>
          <a:bodyPr wrap="none" lIns="0" tIns="0" rIns="0" bIns="0" rtlCol="0">
            <a:noAutofit/>
          </a:bodyPr>
          <a:lstStyle/>
          <a:p>
            <a:pPr>
              <a:lnSpc>
                <a:spcPct val="110000"/>
              </a:lnSpc>
              <a:spcAft>
                <a:spcPts val="900"/>
              </a:spcAft>
            </a:pPr>
            <a:endParaRPr lang="en-US" sz="1999" b="0" spc="40" err="1">
              <a:solidFill>
                <a:srgbClr val="000000"/>
              </a:solidFill>
              <a:latin typeface="Arial" charset="0"/>
            </a:endParaRPr>
          </a:p>
        </p:txBody>
      </p:sp>
      <p:sp>
        <p:nvSpPr>
          <p:cNvPr id="23" name="TextBox 22">
            <a:extLst>
              <a:ext uri="{FF2B5EF4-FFF2-40B4-BE49-F238E27FC236}">
                <a16:creationId xmlns:a16="http://schemas.microsoft.com/office/drawing/2014/main" id="{40FB81BE-5AD6-A041-8C53-BC0D3575B763}"/>
              </a:ext>
            </a:extLst>
          </p:cNvPr>
          <p:cNvSpPr txBox="1"/>
          <p:nvPr/>
        </p:nvSpPr>
        <p:spPr>
          <a:xfrm>
            <a:off x="1490786" y="-1265762"/>
            <a:ext cx="0" cy="0"/>
          </a:xfrm>
          <a:prstGeom prst="rect">
            <a:avLst/>
          </a:prstGeom>
          <a:noFill/>
        </p:spPr>
        <p:txBody>
          <a:bodyPr wrap="none" lIns="0" tIns="0" rIns="0" bIns="0" rtlCol="0">
            <a:noAutofit/>
          </a:bodyPr>
          <a:lstStyle/>
          <a:p>
            <a:pPr>
              <a:lnSpc>
                <a:spcPct val="110000"/>
              </a:lnSpc>
              <a:spcAft>
                <a:spcPts val="900"/>
              </a:spcAft>
            </a:pPr>
            <a:endParaRPr lang="en-US" sz="1999" b="0" spc="40" err="1">
              <a:solidFill>
                <a:srgbClr val="000000"/>
              </a:solidFill>
              <a:latin typeface="Arial" charset="0"/>
            </a:endParaRPr>
          </a:p>
        </p:txBody>
      </p:sp>
      <p:sp>
        <p:nvSpPr>
          <p:cNvPr id="25" name="TextBox 24">
            <a:extLst>
              <a:ext uri="{FF2B5EF4-FFF2-40B4-BE49-F238E27FC236}">
                <a16:creationId xmlns:a16="http://schemas.microsoft.com/office/drawing/2014/main" id="{D2B222D0-9399-F948-84DD-57EFF99AA26F}"/>
              </a:ext>
            </a:extLst>
          </p:cNvPr>
          <p:cNvSpPr txBox="1"/>
          <p:nvPr/>
        </p:nvSpPr>
        <p:spPr>
          <a:xfrm>
            <a:off x="6539773" y="-1279827"/>
            <a:ext cx="0" cy="0"/>
          </a:xfrm>
          <a:prstGeom prst="rect">
            <a:avLst/>
          </a:prstGeom>
          <a:noFill/>
        </p:spPr>
        <p:txBody>
          <a:bodyPr wrap="none" lIns="0" tIns="0" rIns="0" bIns="0" rtlCol="0">
            <a:noAutofit/>
          </a:bodyPr>
          <a:lstStyle/>
          <a:p>
            <a:pPr>
              <a:lnSpc>
                <a:spcPct val="110000"/>
              </a:lnSpc>
              <a:spcAft>
                <a:spcPts val="900"/>
              </a:spcAft>
            </a:pPr>
            <a:endParaRPr lang="en-US" sz="1999" b="0" spc="40" err="1">
              <a:solidFill>
                <a:srgbClr val="000000"/>
              </a:solidFill>
              <a:latin typeface="Arial" charset="0"/>
            </a:endParaRPr>
          </a:p>
        </p:txBody>
      </p:sp>
      <p:sp>
        <p:nvSpPr>
          <p:cNvPr id="26" name="TextBox 25">
            <a:extLst>
              <a:ext uri="{FF2B5EF4-FFF2-40B4-BE49-F238E27FC236}">
                <a16:creationId xmlns:a16="http://schemas.microsoft.com/office/drawing/2014/main" id="{92647C7B-5A1E-7E49-A68D-D913AE05945A}"/>
              </a:ext>
            </a:extLst>
          </p:cNvPr>
          <p:cNvSpPr txBox="1"/>
          <p:nvPr/>
        </p:nvSpPr>
        <p:spPr>
          <a:xfrm>
            <a:off x="10705606" y="-242308"/>
            <a:ext cx="0" cy="0"/>
          </a:xfrm>
          <a:prstGeom prst="rect">
            <a:avLst/>
          </a:prstGeom>
          <a:noFill/>
        </p:spPr>
        <p:txBody>
          <a:bodyPr wrap="none" lIns="0" tIns="0" rIns="0" bIns="0" rtlCol="0">
            <a:noAutofit/>
          </a:bodyPr>
          <a:lstStyle/>
          <a:p>
            <a:pPr>
              <a:lnSpc>
                <a:spcPct val="110000"/>
              </a:lnSpc>
              <a:spcAft>
                <a:spcPts val="900"/>
              </a:spcAft>
            </a:pPr>
            <a:endParaRPr lang="en-US" sz="1999" b="0" spc="40" err="1">
              <a:solidFill>
                <a:srgbClr val="000000"/>
              </a:solidFill>
              <a:latin typeface="Arial" charset="0"/>
            </a:endParaRPr>
          </a:p>
        </p:txBody>
      </p:sp>
      <p:sp>
        <p:nvSpPr>
          <p:cNvPr id="320" name="TextBox 319">
            <a:extLst>
              <a:ext uri="{FF2B5EF4-FFF2-40B4-BE49-F238E27FC236}">
                <a16:creationId xmlns:a16="http://schemas.microsoft.com/office/drawing/2014/main" id="{CB5C3B52-7072-1E4E-BDC3-D5299557161B}"/>
              </a:ext>
            </a:extLst>
          </p:cNvPr>
          <p:cNvSpPr txBox="1"/>
          <p:nvPr/>
        </p:nvSpPr>
        <p:spPr>
          <a:xfrm>
            <a:off x="5248243" y="3229990"/>
            <a:ext cx="0" cy="0"/>
          </a:xfrm>
          <a:prstGeom prst="rect">
            <a:avLst/>
          </a:prstGeom>
          <a:noFill/>
        </p:spPr>
        <p:txBody>
          <a:bodyPr wrap="none" lIns="0" tIns="0" rIns="0" bIns="0" rtlCol="0">
            <a:noAutofit/>
          </a:bodyPr>
          <a:lstStyle/>
          <a:p>
            <a:pPr>
              <a:lnSpc>
                <a:spcPct val="110000"/>
              </a:lnSpc>
              <a:spcAft>
                <a:spcPts val="900"/>
              </a:spcAft>
            </a:pPr>
            <a:endParaRPr lang="en-US" sz="1999" b="0" spc="40" err="1">
              <a:solidFill>
                <a:srgbClr val="000000"/>
              </a:solidFill>
              <a:latin typeface="Arial" charset="0"/>
            </a:endParaRPr>
          </a:p>
        </p:txBody>
      </p:sp>
      <p:cxnSp>
        <p:nvCxnSpPr>
          <p:cNvPr id="324" name="Straight Connector 323">
            <a:extLst>
              <a:ext uri="{FF2B5EF4-FFF2-40B4-BE49-F238E27FC236}">
                <a16:creationId xmlns:a16="http://schemas.microsoft.com/office/drawing/2014/main" id="{737DD671-1350-D647-AA3D-57659272DDF2}"/>
              </a:ext>
            </a:extLst>
          </p:cNvPr>
          <p:cNvCxnSpPr>
            <a:cxnSpLocks/>
          </p:cNvCxnSpPr>
          <p:nvPr/>
        </p:nvCxnSpPr>
        <p:spPr bwMode="auto">
          <a:xfrm>
            <a:off x="866664" y="1714143"/>
            <a:ext cx="0" cy="505274"/>
          </a:xfrm>
          <a:prstGeom prst="line">
            <a:avLst/>
          </a:prstGeom>
          <a:solidFill>
            <a:schemeClr val="accent1"/>
          </a:solidFill>
          <a:ln w="38100" cap="flat" cmpd="sng" algn="ctr">
            <a:solidFill>
              <a:schemeClr val="accent1"/>
            </a:solidFill>
            <a:prstDash val="solid"/>
            <a:round/>
            <a:headEnd type="none" w="med" len="med"/>
            <a:tailEnd type="none" w="med" len="med"/>
          </a:ln>
          <a:effectLst/>
        </p:spPr>
      </p:cxnSp>
      <p:sp>
        <p:nvSpPr>
          <p:cNvPr id="325" name="Text Placeholder 10">
            <a:extLst>
              <a:ext uri="{FF2B5EF4-FFF2-40B4-BE49-F238E27FC236}">
                <a16:creationId xmlns:a16="http://schemas.microsoft.com/office/drawing/2014/main" id="{87A84970-EEC7-C64B-AF22-40E6AC13B31D}"/>
              </a:ext>
            </a:extLst>
          </p:cNvPr>
          <p:cNvSpPr txBox="1">
            <a:spLocks/>
          </p:cNvSpPr>
          <p:nvPr/>
        </p:nvSpPr>
        <p:spPr bwMode="auto">
          <a:xfrm>
            <a:off x="1127310" y="1509203"/>
            <a:ext cx="3040134" cy="94188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1" fontAlgn="base" hangingPunct="1">
              <a:lnSpc>
                <a:spcPts val="1800"/>
              </a:lnSpc>
              <a:spcBef>
                <a:spcPts val="0"/>
              </a:spcBef>
              <a:spcAft>
                <a:spcPts val="900"/>
              </a:spcAft>
              <a:buSzPct val="85000"/>
              <a:defRPr sz="18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pPr>
              <a:lnSpc>
                <a:spcPct val="200000"/>
              </a:lnSpc>
            </a:pPr>
            <a:r>
              <a:rPr lang="en-US" sz="2399" kern="0">
                <a:solidFill>
                  <a:schemeClr val="bg1"/>
                </a:solidFill>
                <a:latin typeface="Arial Narrow" panose="020B0604020202020204" pitchFamily="34" charset="0"/>
                <a:cs typeface="Arial Narrow" panose="020B0604020202020204" pitchFamily="34" charset="0"/>
              </a:rPr>
              <a:t>Key Takeaways</a:t>
            </a:r>
          </a:p>
          <a:p>
            <a:pPr>
              <a:lnSpc>
                <a:spcPct val="200000"/>
              </a:lnSpc>
            </a:pPr>
            <a:r>
              <a:rPr lang="en-US" sz="2399" kern="0">
                <a:solidFill>
                  <a:schemeClr val="bg1"/>
                </a:solidFill>
                <a:latin typeface="Arial Narrow" panose="020B0604020202020204" pitchFamily="34" charset="0"/>
                <a:cs typeface="Arial Narrow" panose="020B0604020202020204" pitchFamily="34" charset="0"/>
              </a:rPr>
              <a:t>Methodology</a:t>
            </a:r>
          </a:p>
        </p:txBody>
      </p:sp>
      <p:sp>
        <p:nvSpPr>
          <p:cNvPr id="302" name="Title 1">
            <a:extLst>
              <a:ext uri="{FF2B5EF4-FFF2-40B4-BE49-F238E27FC236}">
                <a16:creationId xmlns:a16="http://schemas.microsoft.com/office/drawing/2014/main" id="{F130F120-60D1-40F2-9B5F-98A21768CF61}"/>
              </a:ext>
            </a:extLst>
          </p:cNvPr>
          <p:cNvSpPr txBox="1">
            <a:spLocks/>
          </p:cNvSpPr>
          <p:nvPr/>
        </p:nvSpPr>
        <p:spPr>
          <a:xfrm>
            <a:off x="736840" y="452673"/>
            <a:ext cx="6861172" cy="498475"/>
          </a:xfrm>
          <a:prstGeom prst="rect">
            <a:avLst/>
          </a:prstGeom>
        </p:spPr>
        <p:txBody>
          <a:bodyPr/>
          <a:lstStyle>
            <a:lvl1pPr algn="l" rtl="0" eaLnBrk="1" fontAlgn="base" hangingPunct="1">
              <a:lnSpc>
                <a:spcPts val="32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r>
              <a:rPr lang="en-US" kern="0">
                <a:solidFill>
                  <a:schemeClr val="accent1"/>
                </a:solidFill>
              </a:rPr>
              <a:t>Agenda</a:t>
            </a:r>
          </a:p>
        </p:txBody>
      </p:sp>
      <p:sp>
        <p:nvSpPr>
          <p:cNvPr id="409" name="Text Placeholder 10">
            <a:extLst>
              <a:ext uri="{FF2B5EF4-FFF2-40B4-BE49-F238E27FC236}">
                <a16:creationId xmlns:a16="http://schemas.microsoft.com/office/drawing/2014/main" id="{2B00F807-94C0-45DA-9E34-40F82432CAA0}"/>
              </a:ext>
            </a:extLst>
          </p:cNvPr>
          <p:cNvSpPr txBox="1">
            <a:spLocks/>
          </p:cNvSpPr>
          <p:nvPr/>
        </p:nvSpPr>
        <p:spPr bwMode="auto">
          <a:xfrm>
            <a:off x="3034296" y="2702364"/>
            <a:ext cx="2336694" cy="196728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1" fontAlgn="base" hangingPunct="1">
              <a:lnSpc>
                <a:spcPts val="1800"/>
              </a:lnSpc>
              <a:spcBef>
                <a:spcPts val="0"/>
              </a:spcBef>
              <a:spcAft>
                <a:spcPts val="900"/>
              </a:spcAft>
              <a:buSzPct val="85000"/>
              <a:defRPr sz="18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pPr>
              <a:lnSpc>
                <a:spcPct val="100000"/>
              </a:lnSpc>
            </a:pPr>
            <a:r>
              <a:rPr lang="en-US" sz="1600" kern="0">
                <a:solidFill>
                  <a:schemeClr val="bg1">
                    <a:lumMod val="50000"/>
                  </a:schemeClr>
                </a:solidFill>
                <a:latin typeface="Arial Narrow" panose="020B0604020202020204" pitchFamily="34" charset="0"/>
                <a:cs typeface="Arial Narrow" panose="020B0604020202020204" pitchFamily="34" charset="0"/>
              </a:rPr>
              <a:t>Objectives</a:t>
            </a:r>
          </a:p>
          <a:p>
            <a:pPr>
              <a:lnSpc>
                <a:spcPct val="100000"/>
              </a:lnSpc>
            </a:pPr>
            <a:r>
              <a:rPr lang="en-US" sz="1600" kern="0">
                <a:solidFill>
                  <a:schemeClr val="bg1">
                    <a:lumMod val="50000"/>
                  </a:schemeClr>
                </a:solidFill>
                <a:latin typeface="Arial Narrow" panose="020B0604020202020204" pitchFamily="34" charset="0"/>
                <a:cs typeface="Arial Narrow" panose="020B0604020202020204" pitchFamily="34" charset="0"/>
              </a:rPr>
              <a:t>Timeline</a:t>
            </a:r>
          </a:p>
          <a:p>
            <a:pPr>
              <a:lnSpc>
                <a:spcPct val="100000"/>
              </a:lnSpc>
            </a:pPr>
            <a:r>
              <a:rPr lang="en-US" sz="1600" kern="0">
                <a:solidFill>
                  <a:schemeClr val="bg1">
                    <a:lumMod val="50000"/>
                  </a:schemeClr>
                </a:solidFill>
                <a:latin typeface="Arial Narrow" panose="020B0604020202020204" pitchFamily="34" charset="0"/>
                <a:cs typeface="Arial Narrow" panose="020B0604020202020204" pitchFamily="34" charset="0"/>
              </a:rPr>
              <a:t>Study Design</a:t>
            </a:r>
          </a:p>
          <a:p>
            <a:pPr>
              <a:lnSpc>
                <a:spcPct val="100000"/>
              </a:lnSpc>
            </a:pPr>
            <a:r>
              <a:rPr lang="en-US" sz="1600" kern="0">
                <a:solidFill>
                  <a:schemeClr val="bg1">
                    <a:lumMod val="50000"/>
                  </a:schemeClr>
                </a:solidFill>
                <a:latin typeface="Arial Narrow" panose="020B0604020202020204" pitchFamily="34" charset="0"/>
                <a:cs typeface="Arial Narrow" panose="020B0604020202020204" pitchFamily="34" charset="0"/>
              </a:rPr>
              <a:t>Questionnaires</a:t>
            </a:r>
          </a:p>
          <a:p>
            <a:pPr>
              <a:lnSpc>
                <a:spcPct val="100000"/>
              </a:lnSpc>
            </a:pPr>
            <a:r>
              <a:rPr lang="en-US" sz="1600" kern="0">
                <a:solidFill>
                  <a:schemeClr val="bg1">
                    <a:lumMod val="50000"/>
                  </a:schemeClr>
                </a:solidFill>
                <a:latin typeface="Arial Narrow" panose="020B0604020202020204" pitchFamily="34" charset="0"/>
                <a:cs typeface="Arial Narrow" panose="020B0604020202020204" pitchFamily="34" charset="0"/>
              </a:rPr>
              <a:t>Participant Demographics</a:t>
            </a:r>
          </a:p>
        </p:txBody>
      </p:sp>
      <p:cxnSp>
        <p:nvCxnSpPr>
          <p:cNvPr id="410" name="Straight Connector 409">
            <a:extLst>
              <a:ext uri="{FF2B5EF4-FFF2-40B4-BE49-F238E27FC236}">
                <a16:creationId xmlns:a16="http://schemas.microsoft.com/office/drawing/2014/main" id="{416FB7EE-5ABC-4D1F-9EC2-100FC557A541}"/>
              </a:ext>
            </a:extLst>
          </p:cNvPr>
          <p:cNvCxnSpPr>
            <a:cxnSpLocks/>
          </p:cNvCxnSpPr>
          <p:nvPr/>
        </p:nvCxnSpPr>
        <p:spPr bwMode="auto">
          <a:xfrm>
            <a:off x="2830111" y="2666854"/>
            <a:ext cx="0" cy="1816370"/>
          </a:xfrm>
          <a:prstGeom prst="line">
            <a:avLst/>
          </a:prstGeom>
          <a:solidFill>
            <a:schemeClr val="accent1"/>
          </a:solidFill>
          <a:ln w="38100" cap="flat" cmpd="sng" algn="ctr">
            <a:solidFill>
              <a:schemeClr val="accent6">
                <a:lumMod val="50000"/>
              </a:schemeClr>
            </a:solidFill>
            <a:prstDash val="solid"/>
            <a:round/>
            <a:headEnd type="none" w="med" len="med"/>
            <a:tailEnd type="none" w="med" len="med"/>
          </a:ln>
          <a:effectLst/>
        </p:spPr>
      </p:cxnSp>
      <p:cxnSp>
        <p:nvCxnSpPr>
          <p:cNvPr id="411" name="Straight Connector 410">
            <a:extLst>
              <a:ext uri="{FF2B5EF4-FFF2-40B4-BE49-F238E27FC236}">
                <a16:creationId xmlns:a16="http://schemas.microsoft.com/office/drawing/2014/main" id="{3399E387-E41B-4F5A-8DD7-30C1837FA91B}"/>
              </a:ext>
            </a:extLst>
          </p:cNvPr>
          <p:cNvCxnSpPr>
            <a:cxnSpLocks/>
          </p:cNvCxnSpPr>
          <p:nvPr/>
        </p:nvCxnSpPr>
        <p:spPr bwMode="auto">
          <a:xfrm>
            <a:off x="5296617" y="3057372"/>
            <a:ext cx="0" cy="555841"/>
          </a:xfrm>
          <a:prstGeom prst="line">
            <a:avLst/>
          </a:prstGeom>
          <a:solidFill>
            <a:schemeClr val="accent1"/>
          </a:solidFill>
          <a:ln w="38100" cap="flat" cmpd="sng" algn="ctr">
            <a:solidFill>
              <a:schemeClr val="accent1"/>
            </a:solidFill>
            <a:prstDash val="solid"/>
            <a:round/>
            <a:headEnd type="none" w="med" len="med"/>
            <a:tailEnd type="none" w="med" len="med"/>
          </a:ln>
          <a:effectLst/>
        </p:spPr>
      </p:cxnSp>
      <p:sp>
        <p:nvSpPr>
          <p:cNvPr id="412" name="Text Placeholder 10">
            <a:extLst>
              <a:ext uri="{FF2B5EF4-FFF2-40B4-BE49-F238E27FC236}">
                <a16:creationId xmlns:a16="http://schemas.microsoft.com/office/drawing/2014/main" id="{00996AD6-6FD9-4EC9-A46B-BFF4E4A9670E}"/>
              </a:ext>
            </a:extLst>
          </p:cNvPr>
          <p:cNvSpPr txBox="1">
            <a:spLocks/>
          </p:cNvSpPr>
          <p:nvPr/>
        </p:nvSpPr>
        <p:spPr bwMode="auto">
          <a:xfrm>
            <a:off x="5539507" y="3119515"/>
            <a:ext cx="1002177" cy="60378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1" fontAlgn="base" hangingPunct="1">
              <a:lnSpc>
                <a:spcPts val="1800"/>
              </a:lnSpc>
              <a:spcBef>
                <a:spcPts val="0"/>
              </a:spcBef>
              <a:spcAft>
                <a:spcPts val="900"/>
              </a:spcAft>
              <a:buSzPct val="85000"/>
              <a:defRPr sz="18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pPr>
              <a:lnSpc>
                <a:spcPct val="100000"/>
              </a:lnSpc>
            </a:pPr>
            <a:r>
              <a:rPr lang="en-US" sz="2399" kern="0">
                <a:solidFill>
                  <a:schemeClr val="bg1"/>
                </a:solidFill>
                <a:latin typeface="Arial Narrow" panose="020B0604020202020204" pitchFamily="34" charset="0"/>
                <a:cs typeface="Arial Narrow" panose="020B0604020202020204" pitchFamily="34" charset="0"/>
              </a:rPr>
              <a:t>Results</a:t>
            </a:r>
          </a:p>
        </p:txBody>
      </p:sp>
      <p:sp>
        <p:nvSpPr>
          <p:cNvPr id="413" name="Text Placeholder 10">
            <a:extLst>
              <a:ext uri="{FF2B5EF4-FFF2-40B4-BE49-F238E27FC236}">
                <a16:creationId xmlns:a16="http://schemas.microsoft.com/office/drawing/2014/main" id="{FE5C7351-4ED5-4B6F-9579-6F9E9D74B867}"/>
              </a:ext>
            </a:extLst>
          </p:cNvPr>
          <p:cNvSpPr txBox="1">
            <a:spLocks/>
          </p:cNvSpPr>
          <p:nvPr/>
        </p:nvSpPr>
        <p:spPr bwMode="auto">
          <a:xfrm>
            <a:off x="6840173" y="3198624"/>
            <a:ext cx="2636077" cy="196728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1" fontAlgn="base" hangingPunct="1">
              <a:lnSpc>
                <a:spcPts val="1800"/>
              </a:lnSpc>
              <a:spcBef>
                <a:spcPts val="0"/>
              </a:spcBef>
              <a:spcAft>
                <a:spcPts val="900"/>
              </a:spcAft>
              <a:buSzPct val="85000"/>
              <a:defRPr sz="18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pPr>
              <a:lnSpc>
                <a:spcPct val="100000"/>
              </a:lnSpc>
            </a:pPr>
            <a:r>
              <a:rPr lang="en-US" sz="1600" kern="0">
                <a:solidFill>
                  <a:schemeClr val="bg1">
                    <a:lumMod val="50000"/>
                  </a:schemeClr>
                </a:solidFill>
                <a:latin typeface="Arial Narrow" panose="020B0604020202020204" pitchFamily="34" charset="0"/>
                <a:cs typeface="Arial Narrow" panose="020B0604020202020204" pitchFamily="34" charset="0"/>
              </a:rPr>
              <a:t>System Usability Scale (SUS)</a:t>
            </a:r>
          </a:p>
          <a:p>
            <a:pPr>
              <a:lnSpc>
                <a:spcPct val="100000"/>
              </a:lnSpc>
            </a:pPr>
            <a:r>
              <a:rPr lang="en-US" sz="1600" kern="0">
                <a:solidFill>
                  <a:schemeClr val="bg1">
                    <a:lumMod val="50000"/>
                  </a:schemeClr>
                </a:solidFill>
                <a:latin typeface="Arial Narrow" panose="020B0604020202020204" pitchFamily="34" charset="0"/>
                <a:cs typeface="Arial Narrow" panose="020B0604020202020204" pitchFamily="34" charset="0"/>
              </a:rPr>
              <a:t>Satisfaction</a:t>
            </a:r>
          </a:p>
          <a:p>
            <a:pPr>
              <a:lnSpc>
                <a:spcPct val="100000"/>
              </a:lnSpc>
            </a:pPr>
            <a:r>
              <a:rPr lang="en-US" sz="1600" kern="0">
                <a:solidFill>
                  <a:schemeClr val="bg1">
                    <a:lumMod val="50000"/>
                  </a:schemeClr>
                </a:solidFill>
                <a:latin typeface="Arial Narrow" panose="020B0604020202020204" pitchFamily="34" charset="0"/>
                <a:cs typeface="Arial Narrow" panose="020B0604020202020204" pitchFamily="34" charset="0"/>
              </a:rPr>
              <a:t>Ease of Use</a:t>
            </a:r>
          </a:p>
          <a:p>
            <a:pPr>
              <a:lnSpc>
                <a:spcPct val="100000"/>
              </a:lnSpc>
            </a:pPr>
            <a:r>
              <a:rPr lang="en-US" sz="1600" kern="0">
                <a:solidFill>
                  <a:schemeClr val="bg1">
                    <a:lumMod val="50000"/>
                  </a:schemeClr>
                </a:solidFill>
                <a:latin typeface="Arial Narrow" panose="020B0604020202020204" pitchFamily="34" charset="0"/>
                <a:cs typeface="Arial Narrow" panose="020B0604020202020204" pitchFamily="34" charset="0"/>
              </a:rPr>
              <a:t>Learnability</a:t>
            </a:r>
          </a:p>
          <a:p>
            <a:pPr>
              <a:lnSpc>
                <a:spcPct val="100000"/>
              </a:lnSpc>
            </a:pPr>
            <a:r>
              <a:rPr lang="en-US" sz="1600" kern="0">
                <a:solidFill>
                  <a:schemeClr val="bg1">
                    <a:lumMod val="50000"/>
                  </a:schemeClr>
                </a:solidFill>
                <a:latin typeface="Arial Narrow" panose="020B0604020202020204" pitchFamily="34" charset="0"/>
                <a:cs typeface="Arial Narrow" panose="020B0604020202020204" pitchFamily="34" charset="0"/>
              </a:rPr>
              <a:t>System Performance</a:t>
            </a:r>
          </a:p>
          <a:p>
            <a:pPr>
              <a:lnSpc>
                <a:spcPct val="100000"/>
              </a:lnSpc>
            </a:pPr>
            <a:r>
              <a:rPr lang="en-US" sz="1600" kern="0">
                <a:solidFill>
                  <a:schemeClr val="bg1">
                    <a:lumMod val="50000"/>
                  </a:schemeClr>
                </a:solidFill>
                <a:latin typeface="Arial Narrow" panose="020B0604020202020204" pitchFamily="34" charset="0"/>
                <a:cs typeface="Arial Narrow" panose="020B0604020202020204" pitchFamily="34" charset="0"/>
              </a:rPr>
              <a:t>Human Error Support</a:t>
            </a:r>
          </a:p>
          <a:p>
            <a:pPr>
              <a:lnSpc>
                <a:spcPct val="100000"/>
              </a:lnSpc>
            </a:pPr>
            <a:r>
              <a:rPr lang="en-US" sz="1600" kern="0">
                <a:solidFill>
                  <a:schemeClr val="bg1">
                    <a:lumMod val="50000"/>
                  </a:schemeClr>
                </a:solidFill>
                <a:latin typeface="Arial Narrow" panose="020B0604020202020204" pitchFamily="34" charset="0"/>
                <a:cs typeface="Arial Narrow" panose="020B0604020202020204" pitchFamily="34" charset="0"/>
              </a:rPr>
              <a:t>Productivity (Convenience)</a:t>
            </a:r>
          </a:p>
          <a:p>
            <a:pPr>
              <a:lnSpc>
                <a:spcPct val="100000"/>
              </a:lnSpc>
            </a:pPr>
            <a:endParaRPr lang="en-US" sz="1600" kern="0">
              <a:solidFill>
                <a:schemeClr val="bg1">
                  <a:lumMod val="50000"/>
                </a:schemeClr>
              </a:solidFill>
              <a:latin typeface="Arial Narrow" panose="020B0604020202020204" pitchFamily="34" charset="0"/>
              <a:cs typeface="Arial Narrow" panose="020B0604020202020204" pitchFamily="34" charset="0"/>
            </a:endParaRPr>
          </a:p>
        </p:txBody>
      </p:sp>
      <p:cxnSp>
        <p:nvCxnSpPr>
          <p:cNvPr id="414" name="Straight Connector 413">
            <a:extLst>
              <a:ext uri="{FF2B5EF4-FFF2-40B4-BE49-F238E27FC236}">
                <a16:creationId xmlns:a16="http://schemas.microsoft.com/office/drawing/2014/main" id="{C4837FB4-0D30-4BE3-92C5-B71252DBB3D7}"/>
              </a:ext>
            </a:extLst>
          </p:cNvPr>
          <p:cNvCxnSpPr>
            <a:cxnSpLocks/>
          </p:cNvCxnSpPr>
          <p:nvPr/>
        </p:nvCxnSpPr>
        <p:spPr bwMode="auto">
          <a:xfrm>
            <a:off x="6635989" y="3163114"/>
            <a:ext cx="0" cy="2483084"/>
          </a:xfrm>
          <a:prstGeom prst="line">
            <a:avLst/>
          </a:prstGeom>
          <a:solidFill>
            <a:schemeClr val="accent1"/>
          </a:solidFill>
          <a:ln w="38100" cap="flat" cmpd="sng" algn="ctr">
            <a:solidFill>
              <a:schemeClr val="accent6">
                <a:lumMod val="50000"/>
              </a:schemeClr>
            </a:solidFill>
            <a:prstDash val="solid"/>
            <a:round/>
            <a:headEnd type="none" w="med" len="med"/>
            <a:tailEnd type="none" w="med" len="med"/>
          </a:ln>
          <a:effectLst/>
        </p:spPr>
      </p:cxnSp>
      <p:cxnSp>
        <p:nvCxnSpPr>
          <p:cNvPr id="415" name="Straight Connector 414">
            <a:extLst>
              <a:ext uri="{FF2B5EF4-FFF2-40B4-BE49-F238E27FC236}">
                <a16:creationId xmlns:a16="http://schemas.microsoft.com/office/drawing/2014/main" id="{0FA9B8B7-EEDF-488E-BBCC-01539B1579C0}"/>
              </a:ext>
            </a:extLst>
          </p:cNvPr>
          <p:cNvCxnSpPr>
            <a:cxnSpLocks/>
          </p:cNvCxnSpPr>
          <p:nvPr/>
        </p:nvCxnSpPr>
        <p:spPr bwMode="auto">
          <a:xfrm>
            <a:off x="9437543" y="3657602"/>
            <a:ext cx="0" cy="958788"/>
          </a:xfrm>
          <a:prstGeom prst="line">
            <a:avLst/>
          </a:prstGeom>
          <a:solidFill>
            <a:schemeClr val="accent1"/>
          </a:solidFill>
          <a:ln w="38100" cap="flat" cmpd="sng" algn="ctr">
            <a:solidFill>
              <a:schemeClr val="accent1"/>
            </a:solidFill>
            <a:prstDash val="solid"/>
            <a:round/>
            <a:headEnd type="none" w="med" len="med"/>
            <a:tailEnd type="none" w="med" len="med"/>
          </a:ln>
          <a:effectLst/>
        </p:spPr>
      </p:cxnSp>
      <p:sp>
        <p:nvSpPr>
          <p:cNvPr id="416" name="Text Placeholder 10">
            <a:extLst>
              <a:ext uri="{FF2B5EF4-FFF2-40B4-BE49-F238E27FC236}">
                <a16:creationId xmlns:a16="http://schemas.microsoft.com/office/drawing/2014/main" id="{B7D82AAF-ED22-4E3D-A0A3-77B3F4350B7C}"/>
              </a:ext>
            </a:extLst>
          </p:cNvPr>
          <p:cNvSpPr txBox="1">
            <a:spLocks/>
          </p:cNvSpPr>
          <p:nvPr/>
        </p:nvSpPr>
        <p:spPr bwMode="auto">
          <a:xfrm>
            <a:off x="9680433" y="3719745"/>
            <a:ext cx="1709616" cy="60378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1" fontAlgn="base" hangingPunct="1">
              <a:lnSpc>
                <a:spcPts val="1800"/>
              </a:lnSpc>
              <a:spcBef>
                <a:spcPts val="0"/>
              </a:spcBef>
              <a:spcAft>
                <a:spcPts val="900"/>
              </a:spcAft>
              <a:buSzPct val="85000"/>
              <a:defRPr sz="18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pPr>
              <a:lnSpc>
                <a:spcPct val="100000"/>
              </a:lnSpc>
            </a:pPr>
            <a:r>
              <a:rPr lang="en-US" sz="2399" kern="0">
                <a:solidFill>
                  <a:schemeClr val="bg1"/>
                </a:solidFill>
                <a:latin typeface="Arial Narrow" panose="020B0604020202020204" pitchFamily="34" charset="0"/>
                <a:cs typeface="Arial Narrow" panose="020B0604020202020204" pitchFamily="34" charset="0"/>
              </a:rPr>
              <a:t>Improvement Opportunities</a:t>
            </a:r>
          </a:p>
        </p:txBody>
      </p:sp>
      <p:cxnSp>
        <p:nvCxnSpPr>
          <p:cNvPr id="417" name="Straight Connector 416">
            <a:extLst>
              <a:ext uri="{FF2B5EF4-FFF2-40B4-BE49-F238E27FC236}">
                <a16:creationId xmlns:a16="http://schemas.microsoft.com/office/drawing/2014/main" id="{621F6C94-48E5-4BB0-B827-CEF181CA8CBA}"/>
              </a:ext>
            </a:extLst>
          </p:cNvPr>
          <p:cNvCxnSpPr>
            <a:cxnSpLocks/>
          </p:cNvCxnSpPr>
          <p:nvPr/>
        </p:nvCxnSpPr>
        <p:spPr bwMode="auto">
          <a:xfrm>
            <a:off x="866664" y="2578732"/>
            <a:ext cx="0" cy="505274"/>
          </a:xfrm>
          <a:prstGeom prst="line">
            <a:avLst/>
          </a:prstGeom>
          <a:solidFill>
            <a:schemeClr val="accent1"/>
          </a:solidFill>
          <a:ln w="38100" cap="flat" cmpd="sng" algn="ctr">
            <a:solidFill>
              <a:schemeClr val="accent1"/>
            </a:solidFill>
            <a:prstDash val="solid"/>
            <a:round/>
            <a:headEnd type="none" w="med" len="med"/>
            <a:tailEnd type="none" w="med" len="med"/>
          </a:ln>
          <a:effectLst/>
        </p:spPr>
      </p:cxnSp>
    </p:spTree>
    <p:extLst>
      <p:ext uri="{BB962C8B-B14F-4D97-AF65-F5344CB8AC3E}">
        <p14:creationId xmlns:p14="http://schemas.microsoft.com/office/powerpoint/2010/main" val="2549515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72751F-5973-0A46-BBB4-3E06AB5C9E26}"/>
              </a:ext>
            </a:extLst>
          </p:cNvPr>
          <p:cNvSpPr/>
          <p:nvPr/>
        </p:nvSpPr>
        <p:spPr>
          <a:xfrm>
            <a:off x="1587" y="893"/>
            <a:ext cx="12185651" cy="6856214"/>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t" anchorCtr="0" forceAA="0" compatLnSpc="1">
            <a:prstTxWarp prst="textNoShape">
              <a:avLst/>
            </a:prstTxWarp>
            <a:noAutofit/>
          </a:bodyPr>
          <a:lstStyle/>
          <a:p>
            <a:pPr algn="ctr">
              <a:lnSpc>
                <a:spcPct val="110000"/>
              </a:lnSpc>
              <a:spcAft>
                <a:spcPts val="900"/>
              </a:spcAft>
            </a:pPr>
            <a:endParaRPr lang="en-US" sz="1999" spc="40">
              <a:solidFill>
                <a:srgbClr val="000000"/>
              </a:solidFill>
              <a:latin typeface="Arial" charset="0"/>
            </a:endParaRPr>
          </a:p>
        </p:txBody>
      </p:sp>
      <p:sp>
        <p:nvSpPr>
          <p:cNvPr id="6" name="Rectangle 75">
            <a:extLst>
              <a:ext uri="{FF2B5EF4-FFF2-40B4-BE49-F238E27FC236}">
                <a16:creationId xmlns:a16="http://schemas.microsoft.com/office/drawing/2014/main" id="{5C85A318-0B68-C14F-A423-D3A70167276C}"/>
              </a:ext>
            </a:extLst>
          </p:cNvPr>
          <p:cNvSpPr/>
          <p:nvPr/>
        </p:nvSpPr>
        <p:spPr>
          <a:xfrm>
            <a:off x="5516275" y="577208"/>
            <a:ext cx="5058387" cy="6291184"/>
          </a:xfrm>
          <a:custGeom>
            <a:avLst/>
            <a:gdLst>
              <a:gd name="connsiteX0" fmla="*/ 0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0 w 5006146"/>
              <a:gd name="connsiteY4" fmla="*/ 0 h 6432884"/>
              <a:gd name="connsiteX0" fmla="*/ 1868557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1868557 w 5006146"/>
              <a:gd name="connsiteY4" fmla="*/ 0 h 6432884"/>
              <a:gd name="connsiteX0" fmla="*/ 4823792 w 7961381"/>
              <a:gd name="connsiteY0" fmla="*/ 0 h 6432884"/>
              <a:gd name="connsiteX1" fmla="*/ 7961381 w 7961381"/>
              <a:gd name="connsiteY1" fmla="*/ 0 h 6432884"/>
              <a:gd name="connsiteX2" fmla="*/ 7961381 w 7961381"/>
              <a:gd name="connsiteY2" fmla="*/ 6432884 h 6432884"/>
              <a:gd name="connsiteX3" fmla="*/ 0 w 7961381"/>
              <a:gd name="connsiteY3" fmla="*/ 6353371 h 6432884"/>
              <a:gd name="connsiteX4" fmla="*/ 4823792 w 7961381"/>
              <a:gd name="connsiteY4" fmla="*/ 0 h 6432884"/>
              <a:gd name="connsiteX0" fmla="*/ 5049079 w 8186668"/>
              <a:gd name="connsiteY0" fmla="*/ 0 h 6432884"/>
              <a:gd name="connsiteX1" fmla="*/ 8186668 w 8186668"/>
              <a:gd name="connsiteY1" fmla="*/ 0 h 6432884"/>
              <a:gd name="connsiteX2" fmla="*/ 8186668 w 8186668"/>
              <a:gd name="connsiteY2" fmla="*/ 6432884 h 6432884"/>
              <a:gd name="connsiteX3" fmla="*/ 0 w 8186668"/>
              <a:gd name="connsiteY3" fmla="*/ 6379876 h 6432884"/>
              <a:gd name="connsiteX4" fmla="*/ 5049079 w 8186668"/>
              <a:gd name="connsiteY4" fmla="*/ 0 h 6432884"/>
              <a:gd name="connsiteX0" fmla="*/ 5102088 w 8239677"/>
              <a:gd name="connsiteY0" fmla="*/ 0 h 6432884"/>
              <a:gd name="connsiteX1" fmla="*/ 8239677 w 8239677"/>
              <a:gd name="connsiteY1" fmla="*/ 0 h 6432884"/>
              <a:gd name="connsiteX2" fmla="*/ 8239677 w 8239677"/>
              <a:gd name="connsiteY2" fmla="*/ 6432884 h 6432884"/>
              <a:gd name="connsiteX3" fmla="*/ 0 w 8239677"/>
              <a:gd name="connsiteY3" fmla="*/ 6393128 h 6432884"/>
              <a:gd name="connsiteX4" fmla="*/ 5102088 w 8239677"/>
              <a:gd name="connsiteY4" fmla="*/ 0 h 6432884"/>
              <a:gd name="connsiteX0" fmla="*/ 5102088 w 8239677"/>
              <a:gd name="connsiteY0" fmla="*/ 0 h 6418433"/>
              <a:gd name="connsiteX1" fmla="*/ 8239677 w 8239677"/>
              <a:gd name="connsiteY1" fmla="*/ 0 h 6418433"/>
              <a:gd name="connsiteX2" fmla="*/ 363933 w 8239677"/>
              <a:gd name="connsiteY2" fmla="*/ 6418433 h 6418433"/>
              <a:gd name="connsiteX3" fmla="*/ 0 w 8239677"/>
              <a:gd name="connsiteY3" fmla="*/ 6393128 h 6418433"/>
              <a:gd name="connsiteX4" fmla="*/ 5102088 w 8239677"/>
              <a:gd name="connsiteY4" fmla="*/ 0 h 6418433"/>
              <a:gd name="connsiteX0" fmla="*/ 5102088 w 5479554"/>
              <a:gd name="connsiteY0" fmla="*/ 0 h 6418433"/>
              <a:gd name="connsiteX1" fmla="*/ 5479554 w 5479554"/>
              <a:gd name="connsiteY1" fmla="*/ 14451 h 6418433"/>
              <a:gd name="connsiteX2" fmla="*/ 363933 w 5479554"/>
              <a:gd name="connsiteY2" fmla="*/ 6418433 h 6418433"/>
              <a:gd name="connsiteX3" fmla="*/ 0 w 5479554"/>
              <a:gd name="connsiteY3" fmla="*/ 6393128 h 6418433"/>
              <a:gd name="connsiteX4" fmla="*/ 5102088 w 5479554"/>
              <a:gd name="connsiteY4" fmla="*/ 0 h 6418433"/>
              <a:gd name="connsiteX0" fmla="*/ 5120384 w 5497850"/>
              <a:gd name="connsiteY0" fmla="*/ 0 h 6448015"/>
              <a:gd name="connsiteX1" fmla="*/ 5497850 w 5497850"/>
              <a:gd name="connsiteY1" fmla="*/ 14451 h 6448015"/>
              <a:gd name="connsiteX2" fmla="*/ 382229 w 5497850"/>
              <a:gd name="connsiteY2" fmla="*/ 6418433 h 6448015"/>
              <a:gd name="connsiteX3" fmla="*/ 0 w 5497850"/>
              <a:gd name="connsiteY3" fmla="*/ 6448015 h 6448015"/>
              <a:gd name="connsiteX4" fmla="*/ 5120384 w 5497850"/>
              <a:gd name="connsiteY4" fmla="*/ 0 h 6448015"/>
              <a:gd name="connsiteX0" fmla="*/ 5120384 w 5497850"/>
              <a:gd name="connsiteY0" fmla="*/ 0 h 6448015"/>
              <a:gd name="connsiteX1" fmla="*/ 5497850 w 5497850"/>
              <a:gd name="connsiteY1" fmla="*/ 14451 h 6448015"/>
              <a:gd name="connsiteX2" fmla="*/ 418820 w 5497850"/>
              <a:gd name="connsiteY2" fmla="*/ 6436729 h 6448015"/>
              <a:gd name="connsiteX3" fmla="*/ 0 w 5497850"/>
              <a:gd name="connsiteY3" fmla="*/ 6448015 h 6448015"/>
              <a:gd name="connsiteX4" fmla="*/ 5120384 w 5497850"/>
              <a:gd name="connsiteY4" fmla="*/ 0 h 6448015"/>
              <a:gd name="connsiteX0" fmla="*/ 5129532 w 5506998"/>
              <a:gd name="connsiteY0" fmla="*/ 0 h 6438867"/>
              <a:gd name="connsiteX1" fmla="*/ 5506998 w 5506998"/>
              <a:gd name="connsiteY1" fmla="*/ 14451 h 6438867"/>
              <a:gd name="connsiteX2" fmla="*/ 427968 w 5506998"/>
              <a:gd name="connsiteY2" fmla="*/ 6436729 h 6438867"/>
              <a:gd name="connsiteX3" fmla="*/ 0 w 5506998"/>
              <a:gd name="connsiteY3" fmla="*/ 6438867 h 6438867"/>
              <a:gd name="connsiteX4" fmla="*/ 5129532 w 5506998"/>
              <a:gd name="connsiteY4" fmla="*/ 0 h 6438867"/>
              <a:gd name="connsiteX0" fmla="*/ 5129532 w 5506998"/>
              <a:gd name="connsiteY0" fmla="*/ 0 h 6438867"/>
              <a:gd name="connsiteX1" fmla="*/ 5506998 w 5506998"/>
              <a:gd name="connsiteY1" fmla="*/ 14451 h 6438867"/>
              <a:gd name="connsiteX2" fmla="*/ 427968 w 5506998"/>
              <a:gd name="connsiteY2" fmla="*/ 6436729 h 6438867"/>
              <a:gd name="connsiteX3" fmla="*/ 0 w 5506998"/>
              <a:gd name="connsiteY3" fmla="*/ 6438867 h 6438867"/>
              <a:gd name="connsiteX4" fmla="*/ 5129532 w 5506998"/>
              <a:gd name="connsiteY4" fmla="*/ 0 h 6438867"/>
              <a:gd name="connsiteX0" fmla="*/ 5129532 w 5517385"/>
              <a:gd name="connsiteY0" fmla="*/ 0 h 6438867"/>
              <a:gd name="connsiteX1" fmla="*/ 5517385 w 5517385"/>
              <a:gd name="connsiteY1" fmla="*/ 4705 h 6438867"/>
              <a:gd name="connsiteX2" fmla="*/ 427968 w 5517385"/>
              <a:gd name="connsiteY2" fmla="*/ 6436729 h 6438867"/>
              <a:gd name="connsiteX3" fmla="*/ 0 w 5517385"/>
              <a:gd name="connsiteY3" fmla="*/ 6438867 h 6438867"/>
              <a:gd name="connsiteX4" fmla="*/ 5129532 w 5517385"/>
              <a:gd name="connsiteY4" fmla="*/ 0 h 643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7385" h="6438867">
                <a:moveTo>
                  <a:pt x="5129532" y="0"/>
                </a:moveTo>
                <a:lnTo>
                  <a:pt x="5517385" y="4705"/>
                </a:lnTo>
                <a:lnTo>
                  <a:pt x="427968" y="6436729"/>
                </a:lnTo>
                <a:lnTo>
                  <a:pt x="0" y="6438867"/>
                </a:lnTo>
                <a:lnTo>
                  <a:pt x="5129532" y="0"/>
                </a:lnTo>
                <a:close/>
              </a:path>
            </a:pathLst>
          </a:custGeom>
          <a:solidFill>
            <a:schemeClr val="tx1">
              <a:alpha val="2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ctr" anchorCtr="0" forceAA="0" compatLnSpc="1">
            <a:prstTxWarp prst="textNoShape">
              <a:avLst/>
            </a:prstTxWarp>
            <a:noAutofit/>
          </a:bodyPr>
          <a:lstStyle/>
          <a:p>
            <a:pPr marL="2921711" algn="ctr">
              <a:lnSpc>
                <a:spcPct val="110000"/>
              </a:lnSpc>
              <a:spcAft>
                <a:spcPts val="900"/>
              </a:spcAft>
            </a:pPr>
            <a:endParaRPr lang="en-US" sz="5998" spc="40">
              <a:solidFill>
                <a:schemeClr val="bg1"/>
              </a:solidFill>
              <a:latin typeface="Arial" charset="0"/>
            </a:endParaRPr>
          </a:p>
        </p:txBody>
      </p:sp>
      <p:sp>
        <p:nvSpPr>
          <p:cNvPr id="7" name="Rectangle 75">
            <a:extLst>
              <a:ext uri="{FF2B5EF4-FFF2-40B4-BE49-F238E27FC236}">
                <a16:creationId xmlns:a16="http://schemas.microsoft.com/office/drawing/2014/main" id="{925E044C-D174-4E42-94E4-3288FDC52C2E}"/>
              </a:ext>
            </a:extLst>
          </p:cNvPr>
          <p:cNvSpPr/>
          <p:nvPr/>
        </p:nvSpPr>
        <p:spPr>
          <a:xfrm>
            <a:off x="5914720" y="316"/>
            <a:ext cx="6282787" cy="6856792"/>
          </a:xfrm>
          <a:custGeom>
            <a:avLst/>
            <a:gdLst>
              <a:gd name="connsiteX0" fmla="*/ 0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0 w 5006146"/>
              <a:gd name="connsiteY4" fmla="*/ 0 h 6432884"/>
              <a:gd name="connsiteX0" fmla="*/ 1868557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1868557 w 5006146"/>
              <a:gd name="connsiteY4" fmla="*/ 0 h 6432884"/>
              <a:gd name="connsiteX0" fmla="*/ 4823792 w 7961381"/>
              <a:gd name="connsiteY0" fmla="*/ 0 h 6432884"/>
              <a:gd name="connsiteX1" fmla="*/ 7961381 w 7961381"/>
              <a:gd name="connsiteY1" fmla="*/ 0 h 6432884"/>
              <a:gd name="connsiteX2" fmla="*/ 7961381 w 7961381"/>
              <a:gd name="connsiteY2" fmla="*/ 6432884 h 6432884"/>
              <a:gd name="connsiteX3" fmla="*/ 0 w 7961381"/>
              <a:gd name="connsiteY3" fmla="*/ 6353371 h 6432884"/>
              <a:gd name="connsiteX4" fmla="*/ 4823792 w 7961381"/>
              <a:gd name="connsiteY4" fmla="*/ 0 h 6432884"/>
              <a:gd name="connsiteX0" fmla="*/ 5049079 w 8186668"/>
              <a:gd name="connsiteY0" fmla="*/ 0 h 6432884"/>
              <a:gd name="connsiteX1" fmla="*/ 8186668 w 8186668"/>
              <a:gd name="connsiteY1" fmla="*/ 0 h 6432884"/>
              <a:gd name="connsiteX2" fmla="*/ 8186668 w 8186668"/>
              <a:gd name="connsiteY2" fmla="*/ 6432884 h 6432884"/>
              <a:gd name="connsiteX3" fmla="*/ 0 w 8186668"/>
              <a:gd name="connsiteY3" fmla="*/ 6379876 h 6432884"/>
              <a:gd name="connsiteX4" fmla="*/ 5049079 w 8186668"/>
              <a:gd name="connsiteY4" fmla="*/ 0 h 6432884"/>
              <a:gd name="connsiteX0" fmla="*/ 5102088 w 8239677"/>
              <a:gd name="connsiteY0" fmla="*/ 0 h 6432884"/>
              <a:gd name="connsiteX1" fmla="*/ 8239677 w 8239677"/>
              <a:gd name="connsiteY1" fmla="*/ 0 h 6432884"/>
              <a:gd name="connsiteX2" fmla="*/ 8239677 w 8239677"/>
              <a:gd name="connsiteY2" fmla="*/ 6432884 h 6432884"/>
              <a:gd name="connsiteX3" fmla="*/ 0 w 8239677"/>
              <a:gd name="connsiteY3" fmla="*/ 6393128 h 6432884"/>
              <a:gd name="connsiteX4" fmla="*/ 5102088 w 8239677"/>
              <a:gd name="connsiteY4" fmla="*/ 0 h 6432884"/>
              <a:gd name="connsiteX0" fmla="*/ 5093699 w 8231288"/>
              <a:gd name="connsiteY0" fmla="*/ 0 h 6435073"/>
              <a:gd name="connsiteX1" fmla="*/ 8231288 w 8231288"/>
              <a:gd name="connsiteY1" fmla="*/ 0 h 6435073"/>
              <a:gd name="connsiteX2" fmla="*/ 8231288 w 8231288"/>
              <a:gd name="connsiteY2" fmla="*/ 6432884 h 6435073"/>
              <a:gd name="connsiteX3" fmla="*/ 0 w 8231288"/>
              <a:gd name="connsiteY3" fmla="*/ 6435073 h 6435073"/>
              <a:gd name="connsiteX4" fmla="*/ 5093699 w 8231288"/>
              <a:gd name="connsiteY4" fmla="*/ 0 h 6435073"/>
              <a:gd name="connsiteX0" fmla="*/ 5093699 w 8231288"/>
              <a:gd name="connsiteY0" fmla="*/ 0 h 6435073"/>
              <a:gd name="connsiteX1" fmla="*/ 6242067 w 8231288"/>
              <a:gd name="connsiteY1" fmla="*/ 0 h 6435073"/>
              <a:gd name="connsiteX2" fmla="*/ 8231288 w 8231288"/>
              <a:gd name="connsiteY2" fmla="*/ 6432884 h 6435073"/>
              <a:gd name="connsiteX3" fmla="*/ 0 w 8231288"/>
              <a:gd name="connsiteY3" fmla="*/ 6435073 h 6435073"/>
              <a:gd name="connsiteX4" fmla="*/ 5093699 w 8231288"/>
              <a:gd name="connsiteY4" fmla="*/ 0 h 6435073"/>
              <a:gd name="connsiteX0" fmla="*/ 5093699 w 6274151"/>
              <a:gd name="connsiteY0" fmla="*/ 0 h 6435073"/>
              <a:gd name="connsiteX1" fmla="*/ 6242067 w 6274151"/>
              <a:gd name="connsiteY1" fmla="*/ 0 h 6435073"/>
              <a:gd name="connsiteX2" fmla="*/ 6274151 w 6274151"/>
              <a:gd name="connsiteY2" fmla="*/ 6432884 h 6435073"/>
              <a:gd name="connsiteX3" fmla="*/ 0 w 6274151"/>
              <a:gd name="connsiteY3" fmla="*/ 6435073 h 6435073"/>
              <a:gd name="connsiteX4" fmla="*/ 5093699 w 6274151"/>
              <a:gd name="connsiteY4" fmla="*/ 0 h 6435073"/>
              <a:gd name="connsiteX0" fmla="*/ 5093699 w 6274151"/>
              <a:gd name="connsiteY0" fmla="*/ 0 h 6435073"/>
              <a:gd name="connsiteX1" fmla="*/ 6258109 w 6274151"/>
              <a:gd name="connsiteY1" fmla="*/ 16042 h 6435073"/>
              <a:gd name="connsiteX2" fmla="*/ 6274151 w 6274151"/>
              <a:gd name="connsiteY2" fmla="*/ 6432884 h 6435073"/>
              <a:gd name="connsiteX3" fmla="*/ 0 w 6274151"/>
              <a:gd name="connsiteY3" fmla="*/ 6435073 h 6435073"/>
              <a:gd name="connsiteX4" fmla="*/ 5093699 w 6274151"/>
              <a:gd name="connsiteY4" fmla="*/ 0 h 6435073"/>
              <a:gd name="connsiteX0" fmla="*/ 5093699 w 6284424"/>
              <a:gd name="connsiteY0" fmla="*/ 542 h 6435615"/>
              <a:gd name="connsiteX1" fmla="*/ 6283509 w 6284424"/>
              <a:gd name="connsiteY1" fmla="*/ 1688 h 6435615"/>
              <a:gd name="connsiteX2" fmla="*/ 6274151 w 6284424"/>
              <a:gd name="connsiteY2" fmla="*/ 6433426 h 6435615"/>
              <a:gd name="connsiteX3" fmla="*/ 0 w 6284424"/>
              <a:gd name="connsiteY3" fmla="*/ 6435615 h 6435615"/>
              <a:gd name="connsiteX4" fmla="*/ 5093699 w 6284424"/>
              <a:gd name="connsiteY4" fmla="*/ 542 h 6435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84424" h="6435615">
                <a:moveTo>
                  <a:pt x="5093699" y="542"/>
                </a:moveTo>
                <a:cubicBezTo>
                  <a:pt x="5481836" y="5889"/>
                  <a:pt x="5895372" y="-3659"/>
                  <a:pt x="6283509" y="1688"/>
                </a:cubicBezTo>
                <a:cubicBezTo>
                  <a:pt x="6288856" y="2140635"/>
                  <a:pt x="6268804" y="4294479"/>
                  <a:pt x="6274151" y="6433426"/>
                </a:cubicBezTo>
                <a:lnTo>
                  <a:pt x="0" y="6435615"/>
                </a:lnTo>
                <a:lnTo>
                  <a:pt x="5093699" y="542"/>
                </a:lnTo>
                <a:close/>
              </a:path>
            </a:pathLst>
          </a:custGeom>
          <a:solidFill>
            <a:schemeClr val="tx1">
              <a:alpha val="3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ctr" anchorCtr="0" forceAA="0" compatLnSpc="1">
            <a:prstTxWarp prst="textNoShape">
              <a:avLst/>
            </a:prstTxWarp>
            <a:noAutofit/>
          </a:bodyPr>
          <a:lstStyle/>
          <a:p>
            <a:pPr marL="2921711" algn="ctr">
              <a:lnSpc>
                <a:spcPct val="110000"/>
              </a:lnSpc>
              <a:spcAft>
                <a:spcPts val="900"/>
              </a:spcAft>
            </a:pPr>
            <a:endParaRPr lang="en-US" sz="5998" spc="40">
              <a:solidFill>
                <a:schemeClr val="bg1"/>
              </a:solidFill>
              <a:latin typeface="Arial" charset="0"/>
            </a:endParaRPr>
          </a:p>
        </p:txBody>
      </p:sp>
      <p:sp>
        <p:nvSpPr>
          <p:cNvPr id="3" name="Title 1">
            <a:extLst>
              <a:ext uri="{FF2B5EF4-FFF2-40B4-BE49-F238E27FC236}">
                <a16:creationId xmlns:a16="http://schemas.microsoft.com/office/drawing/2014/main" id="{067C76AB-CC91-4740-ABAA-255DC79A7CAD}"/>
              </a:ext>
            </a:extLst>
          </p:cNvPr>
          <p:cNvSpPr txBox="1">
            <a:spLocks/>
          </p:cNvSpPr>
          <p:nvPr/>
        </p:nvSpPr>
        <p:spPr>
          <a:xfrm>
            <a:off x="8265273" y="3266919"/>
            <a:ext cx="2980832" cy="892365"/>
          </a:xfrm>
          <a:prstGeom prst="rect">
            <a:avLst/>
          </a:prstGeom>
        </p:spPr>
        <p:txBody>
          <a:bodyPr anchor="t"/>
          <a:lstStyle>
            <a:lvl1pPr algn="l" rtl="0" eaLnBrk="1" fontAlgn="base" hangingPunct="1">
              <a:lnSpc>
                <a:spcPts val="3200"/>
              </a:lnSpc>
              <a:spcBef>
                <a:spcPct val="0"/>
              </a:spcBef>
              <a:spcAft>
                <a:spcPct val="0"/>
              </a:spcAft>
              <a:defRPr sz="32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pPr algn="r">
              <a:lnSpc>
                <a:spcPct val="100000"/>
              </a:lnSpc>
            </a:pPr>
            <a:r>
              <a:rPr lang="en-US" sz="5400" kern="0">
                <a:latin typeface="Arial Narrow" panose="020B0606020202030204" pitchFamily="34" charset="0"/>
                <a:cs typeface="Arial"/>
              </a:rPr>
              <a:t>Intuitive</a:t>
            </a:r>
          </a:p>
        </p:txBody>
      </p:sp>
      <p:sp>
        <p:nvSpPr>
          <p:cNvPr id="13" name="Content Placeholder 4">
            <a:extLst>
              <a:ext uri="{FF2B5EF4-FFF2-40B4-BE49-F238E27FC236}">
                <a16:creationId xmlns:a16="http://schemas.microsoft.com/office/drawing/2014/main" id="{5ED31548-D16E-4176-99F2-3D540BDC1C41}"/>
              </a:ext>
            </a:extLst>
          </p:cNvPr>
          <p:cNvSpPr txBox="1">
            <a:spLocks/>
          </p:cNvSpPr>
          <p:nvPr/>
        </p:nvSpPr>
        <p:spPr bwMode="auto">
          <a:xfrm>
            <a:off x="11490640" y="3602212"/>
            <a:ext cx="313527" cy="336399"/>
          </a:xfrm>
          <a:prstGeom prst="rect">
            <a:avLst/>
          </a:prstGeom>
          <a:noFill/>
          <a:ln w="9525">
            <a:noFill/>
            <a:miter lim="800000"/>
            <a:headEnd/>
            <a:tailEnd/>
          </a:ln>
        </p:spPr>
        <p:txBody>
          <a:bodyPr wrap="square" anchor="t">
            <a:noAutofit/>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pPr algn="r">
              <a:lnSpc>
                <a:spcPct val="100000"/>
              </a:lnSpc>
              <a:spcAft>
                <a:spcPts val="0"/>
              </a:spcAft>
            </a:pPr>
            <a:r>
              <a:rPr lang="en-US" sz="1600" kern="0">
                <a:solidFill>
                  <a:schemeClr val="tx1">
                    <a:lumMod val="50000"/>
                    <a:lumOff val="50000"/>
                  </a:schemeClr>
                </a:solidFill>
                <a:latin typeface="Arial Narrow" panose="020B0606020202030204" pitchFamily="34" charset="0"/>
                <a:cs typeface="Arial"/>
              </a:rPr>
              <a:t>8</a:t>
            </a:r>
            <a:endParaRPr lang="en-US" sz="1400" kern="0">
              <a:solidFill>
                <a:schemeClr val="tx1">
                  <a:lumMod val="50000"/>
                  <a:lumOff val="50000"/>
                </a:schemeClr>
              </a:solidFill>
              <a:latin typeface="Arial Narrow" panose="020B0606020202030204" pitchFamily="34" charset="0"/>
              <a:cs typeface="Arial"/>
            </a:endParaRPr>
          </a:p>
          <a:p>
            <a:pPr algn="r">
              <a:lnSpc>
                <a:spcPct val="100000"/>
              </a:lnSpc>
              <a:spcAft>
                <a:spcPts val="0"/>
              </a:spcAft>
            </a:pPr>
            <a:endParaRPr lang="en-US" sz="1600" kern="0">
              <a:solidFill>
                <a:schemeClr val="tx1">
                  <a:lumMod val="50000"/>
                  <a:lumOff val="50000"/>
                </a:schemeClr>
              </a:solidFill>
              <a:latin typeface="Arial Narrow" panose="020B0606020202030204" pitchFamily="34" charset="0"/>
              <a:cs typeface="Arial"/>
            </a:endParaRPr>
          </a:p>
        </p:txBody>
      </p:sp>
      <p:sp>
        <p:nvSpPr>
          <p:cNvPr id="15" name="Title 1">
            <a:extLst>
              <a:ext uri="{FF2B5EF4-FFF2-40B4-BE49-F238E27FC236}">
                <a16:creationId xmlns:a16="http://schemas.microsoft.com/office/drawing/2014/main" id="{00B2CB7D-48C2-4889-900C-4E1CAC138070}"/>
              </a:ext>
            </a:extLst>
          </p:cNvPr>
          <p:cNvSpPr txBox="1">
            <a:spLocks/>
          </p:cNvSpPr>
          <p:nvPr/>
        </p:nvSpPr>
        <p:spPr>
          <a:xfrm>
            <a:off x="9858330" y="4665503"/>
            <a:ext cx="1357178" cy="573900"/>
          </a:xfrm>
          <a:prstGeom prst="rect">
            <a:avLst/>
          </a:prstGeom>
        </p:spPr>
        <p:txBody>
          <a:bodyPr anchor="t"/>
          <a:lstStyle>
            <a:lvl1pPr algn="l" rtl="0" eaLnBrk="1" fontAlgn="base" hangingPunct="1">
              <a:lnSpc>
                <a:spcPts val="3200"/>
              </a:lnSpc>
              <a:spcBef>
                <a:spcPct val="0"/>
              </a:spcBef>
              <a:spcAft>
                <a:spcPct val="0"/>
              </a:spcAft>
              <a:defRPr sz="32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pPr algn="r">
              <a:lnSpc>
                <a:spcPct val="100000"/>
              </a:lnSpc>
            </a:pPr>
            <a:r>
              <a:rPr lang="en-US" sz="2800" kern="0">
                <a:latin typeface="Arial Narrow" panose="020B0606020202030204" pitchFamily="34" charset="0"/>
                <a:cs typeface="Arial"/>
              </a:rPr>
              <a:t>Easy</a:t>
            </a:r>
          </a:p>
        </p:txBody>
      </p:sp>
      <p:sp>
        <p:nvSpPr>
          <p:cNvPr id="16" name="Content Placeholder 4">
            <a:extLst>
              <a:ext uri="{FF2B5EF4-FFF2-40B4-BE49-F238E27FC236}">
                <a16:creationId xmlns:a16="http://schemas.microsoft.com/office/drawing/2014/main" id="{743B726C-E8FD-4791-94F6-0228C09DAB1D}"/>
              </a:ext>
            </a:extLst>
          </p:cNvPr>
          <p:cNvSpPr txBox="1">
            <a:spLocks/>
          </p:cNvSpPr>
          <p:nvPr/>
        </p:nvSpPr>
        <p:spPr bwMode="auto">
          <a:xfrm>
            <a:off x="11490640" y="4759920"/>
            <a:ext cx="313527" cy="336399"/>
          </a:xfrm>
          <a:prstGeom prst="rect">
            <a:avLst/>
          </a:prstGeom>
          <a:noFill/>
          <a:ln w="9525">
            <a:noFill/>
            <a:miter lim="800000"/>
            <a:headEnd/>
            <a:tailEnd/>
          </a:ln>
        </p:spPr>
        <p:txBody>
          <a:bodyPr wrap="square" anchor="t">
            <a:noAutofit/>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pPr algn="r">
              <a:lnSpc>
                <a:spcPct val="100000"/>
              </a:lnSpc>
              <a:spcAft>
                <a:spcPts val="0"/>
              </a:spcAft>
            </a:pPr>
            <a:r>
              <a:rPr lang="en-US" sz="1600" kern="0">
                <a:solidFill>
                  <a:schemeClr val="tx1">
                    <a:lumMod val="50000"/>
                    <a:lumOff val="50000"/>
                  </a:schemeClr>
                </a:solidFill>
                <a:latin typeface="Arial Narrow" panose="020B0606020202030204" pitchFamily="34" charset="0"/>
                <a:cs typeface="Arial"/>
              </a:rPr>
              <a:t>3</a:t>
            </a:r>
            <a:endParaRPr lang="en-US" sz="1400" kern="0">
              <a:solidFill>
                <a:schemeClr val="tx1">
                  <a:lumMod val="50000"/>
                  <a:lumOff val="50000"/>
                </a:schemeClr>
              </a:solidFill>
              <a:latin typeface="Arial Narrow" panose="020B0606020202030204" pitchFamily="34" charset="0"/>
              <a:cs typeface="Arial"/>
            </a:endParaRPr>
          </a:p>
          <a:p>
            <a:pPr algn="r">
              <a:lnSpc>
                <a:spcPct val="100000"/>
              </a:lnSpc>
              <a:spcAft>
                <a:spcPts val="0"/>
              </a:spcAft>
            </a:pPr>
            <a:endParaRPr lang="en-US" sz="1600" kern="0">
              <a:solidFill>
                <a:schemeClr val="tx1">
                  <a:lumMod val="50000"/>
                  <a:lumOff val="50000"/>
                </a:schemeClr>
              </a:solidFill>
              <a:latin typeface="Arial Narrow" panose="020B0606020202030204" pitchFamily="34" charset="0"/>
              <a:cs typeface="Arial"/>
            </a:endParaRPr>
          </a:p>
        </p:txBody>
      </p:sp>
      <p:sp>
        <p:nvSpPr>
          <p:cNvPr id="19" name="Title 1">
            <a:extLst>
              <a:ext uri="{FF2B5EF4-FFF2-40B4-BE49-F238E27FC236}">
                <a16:creationId xmlns:a16="http://schemas.microsoft.com/office/drawing/2014/main" id="{9B51CFA4-52C9-4EBE-BBB7-4D49533B2FBE}"/>
              </a:ext>
            </a:extLst>
          </p:cNvPr>
          <p:cNvSpPr txBox="1">
            <a:spLocks/>
          </p:cNvSpPr>
          <p:nvPr/>
        </p:nvSpPr>
        <p:spPr>
          <a:xfrm>
            <a:off x="9407841" y="3979707"/>
            <a:ext cx="1838264" cy="705622"/>
          </a:xfrm>
          <a:prstGeom prst="rect">
            <a:avLst/>
          </a:prstGeom>
        </p:spPr>
        <p:txBody>
          <a:bodyPr anchor="t"/>
          <a:lstStyle>
            <a:lvl1pPr algn="l" rtl="0" eaLnBrk="1" fontAlgn="base" hangingPunct="1">
              <a:lnSpc>
                <a:spcPts val="3200"/>
              </a:lnSpc>
              <a:spcBef>
                <a:spcPct val="0"/>
              </a:spcBef>
              <a:spcAft>
                <a:spcPct val="0"/>
              </a:spcAft>
              <a:defRPr sz="32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pPr algn="r">
              <a:lnSpc>
                <a:spcPct val="100000"/>
              </a:lnSpc>
            </a:pPr>
            <a:r>
              <a:rPr lang="en-US" sz="4400" kern="0">
                <a:latin typeface="Arial Narrow" panose="020B0606020202030204" pitchFamily="34" charset="0"/>
                <a:cs typeface="Arial"/>
              </a:rPr>
              <a:t>Help</a:t>
            </a:r>
          </a:p>
        </p:txBody>
      </p:sp>
      <p:sp>
        <p:nvSpPr>
          <p:cNvPr id="20" name="Content Placeholder 4">
            <a:extLst>
              <a:ext uri="{FF2B5EF4-FFF2-40B4-BE49-F238E27FC236}">
                <a16:creationId xmlns:a16="http://schemas.microsoft.com/office/drawing/2014/main" id="{C1712229-8314-4B1D-AD46-303A015ED8AA}"/>
              </a:ext>
            </a:extLst>
          </p:cNvPr>
          <p:cNvSpPr txBox="1">
            <a:spLocks/>
          </p:cNvSpPr>
          <p:nvPr/>
        </p:nvSpPr>
        <p:spPr bwMode="auto">
          <a:xfrm>
            <a:off x="11490640" y="4206053"/>
            <a:ext cx="313527" cy="336399"/>
          </a:xfrm>
          <a:prstGeom prst="rect">
            <a:avLst/>
          </a:prstGeom>
          <a:noFill/>
          <a:ln w="9525">
            <a:noFill/>
            <a:miter lim="800000"/>
            <a:headEnd/>
            <a:tailEnd/>
          </a:ln>
        </p:spPr>
        <p:txBody>
          <a:bodyPr wrap="square" anchor="t">
            <a:noAutofit/>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pPr algn="r">
              <a:lnSpc>
                <a:spcPct val="100000"/>
              </a:lnSpc>
              <a:spcAft>
                <a:spcPts val="0"/>
              </a:spcAft>
            </a:pPr>
            <a:r>
              <a:rPr lang="en-US" sz="1600" kern="0">
                <a:solidFill>
                  <a:schemeClr val="tx1">
                    <a:lumMod val="50000"/>
                    <a:lumOff val="50000"/>
                  </a:schemeClr>
                </a:solidFill>
                <a:latin typeface="Arial Narrow" panose="020B0606020202030204" pitchFamily="34" charset="0"/>
                <a:cs typeface="Arial"/>
              </a:rPr>
              <a:t>4</a:t>
            </a:r>
            <a:endParaRPr lang="en-US" sz="1400" kern="0">
              <a:solidFill>
                <a:schemeClr val="tx1">
                  <a:lumMod val="50000"/>
                  <a:lumOff val="50000"/>
                </a:schemeClr>
              </a:solidFill>
              <a:latin typeface="Arial Narrow" panose="020B0606020202030204" pitchFamily="34" charset="0"/>
              <a:cs typeface="Arial"/>
            </a:endParaRPr>
          </a:p>
          <a:p>
            <a:pPr algn="r">
              <a:lnSpc>
                <a:spcPct val="100000"/>
              </a:lnSpc>
              <a:spcAft>
                <a:spcPts val="0"/>
              </a:spcAft>
            </a:pPr>
            <a:endParaRPr lang="en-US" sz="1600" kern="0">
              <a:solidFill>
                <a:schemeClr val="tx1">
                  <a:lumMod val="50000"/>
                  <a:lumOff val="50000"/>
                </a:schemeClr>
              </a:solidFill>
              <a:latin typeface="Arial Narrow" panose="020B0606020202030204" pitchFamily="34" charset="0"/>
              <a:cs typeface="Arial"/>
            </a:endParaRPr>
          </a:p>
        </p:txBody>
      </p:sp>
      <p:sp>
        <p:nvSpPr>
          <p:cNvPr id="21" name="Title 1">
            <a:extLst>
              <a:ext uri="{FF2B5EF4-FFF2-40B4-BE49-F238E27FC236}">
                <a16:creationId xmlns:a16="http://schemas.microsoft.com/office/drawing/2014/main" id="{4F720CB1-6BAB-40B6-8274-9017C18E70B1}"/>
              </a:ext>
            </a:extLst>
          </p:cNvPr>
          <p:cNvSpPr txBox="1">
            <a:spLocks/>
          </p:cNvSpPr>
          <p:nvPr/>
        </p:nvSpPr>
        <p:spPr>
          <a:xfrm>
            <a:off x="9562769" y="5121394"/>
            <a:ext cx="1652738" cy="538743"/>
          </a:xfrm>
          <a:prstGeom prst="rect">
            <a:avLst/>
          </a:prstGeom>
        </p:spPr>
        <p:txBody>
          <a:bodyPr anchor="t"/>
          <a:lstStyle>
            <a:lvl1pPr algn="l" rtl="0" eaLnBrk="1" fontAlgn="base" hangingPunct="1">
              <a:lnSpc>
                <a:spcPts val="3200"/>
              </a:lnSpc>
              <a:spcBef>
                <a:spcPct val="0"/>
              </a:spcBef>
              <a:spcAft>
                <a:spcPct val="0"/>
              </a:spcAft>
              <a:defRPr sz="32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pPr algn="r">
              <a:lnSpc>
                <a:spcPct val="100000"/>
              </a:lnSpc>
            </a:pPr>
            <a:r>
              <a:rPr lang="en-US" sz="2800" kern="0">
                <a:latin typeface="Arial Narrow" panose="020B0606020202030204" pitchFamily="34" charset="0"/>
                <a:cs typeface="Arial"/>
              </a:rPr>
              <a:t>Good</a:t>
            </a:r>
          </a:p>
        </p:txBody>
      </p:sp>
      <p:sp>
        <p:nvSpPr>
          <p:cNvPr id="22" name="Content Placeholder 4">
            <a:extLst>
              <a:ext uri="{FF2B5EF4-FFF2-40B4-BE49-F238E27FC236}">
                <a16:creationId xmlns:a16="http://schemas.microsoft.com/office/drawing/2014/main" id="{532D241B-D10D-4D81-8ACC-7A5A3D538A9B}"/>
              </a:ext>
            </a:extLst>
          </p:cNvPr>
          <p:cNvSpPr txBox="1">
            <a:spLocks/>
          </p:cNvSpPr>
          <p:nvPr/>
        </p:nvSpPr>
        <p:spPr bwMode="auto">
          <a:xfrm>
            <a:off x="11490639" y="5231443"/>
            <a:ext cx="313527" cy="336399"/>
          </a:xfrm>
          <a:prstGeom prst="rect">
            <a:avLst/>
          </a:prstGeom>
          <a:noFill/>
          <a:ln w="9525">
            <a:noFill/>
            <a:miter lim="800000"/>
            <a:headEnd/>
            <a:tailEnd/>
          </a:ln>
        </p:spPr>
        <p:txBody>
          <a:bodyPr wrap="square" anchor="t">
            <a:noAutofit/>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pPr algn="r">
              <a:lnSpc>
                <a:spcPct val="100000"/>
              </a:lnSpc>
              <a:spcAft>
                <a:spcPts val="0"/>
              </a:spcAft>
            </a:pPr>
            <a:r>
              <a:rPr lang="en-US" sz="1600" kern="0">
                <a:solidFill>
                  <a:schemeClr val="tx1">
                    <a:lumMod val="50000"/>
                    <a:lumOff val="50000"/>
                  </a:schemeClr>
                </a:solidFill>
                <a:latin typeface="Arial Narrow" panose="020B0606020202030204" pitchFamily="34" charset="0"/>
                <a:cs typeface="Arial"/>
              </a:rPr>
              <a:t>3</a:t>
            </a:r>
            <a:endParaRPr lang="en-US" sz="1400" kern="0">
              <a:solidFill>
                <a:schemeClr val="tx1">
                  <a:lumMod val="50000"/>
                  <a:lumOff val="50000"/>
                </a:schemeClr>
              </a:solidFill>
              <a:latin typeface="Arial Narrow" panose="020B0606020202030204" pitchFamily="34" charset="0"/>
              <a:cs typeface="Arial"/>
            </a:endParaRPr>
          </a:p>
          <a:p>
            <a:pPr algn="r">
              <a:lnSpc>
                <a:spcPct val="100000"/>
              </a:lnSpc>
              <a:spcAft>
                <a:spcPts val="0"/>
              </a:spcAft>
            </a:pPr>
            <a:endParaRPr lang="en-US" sz="1600" kern="0">
              <a:solidFill>
                <a:schemeClr val="tx1">
                  <a:lumMod val="50000"/>
                  <a:lumOff val="50000"/>
                </a:schemeClr>
              </a:solidFill>
              <a:latin typeface="Arial Narrow" panose="020B0606020202030204" pitchFamily="34" charset="0"/>
              <a:cs typeface="Arial"/>
            </a:endParaRPr>
          </a:p>
        </p:txBody>
      </p:sp>
      <p:sp>
        <p:nvSpPr>
          <p:cNvPr id="23" name="Title 1">
            <a:extLst>
              <a:ext uri="{FF2B5EF4-FFF2-40B4-BE49-F238E27FC236}">
                <a16:creationId xmlns:a16="http://schemas.microsoft.com/office/drawing/2014/main" id="{2C39A7F6-5989-4621-9C7B-486056C4F088}"/>
              </a:ext>
            </a:extLst>
          </p:cNvPr>
          <p:cNvSpPr txBox="1">
            <a:spLocks/>
          </p:cNvSpPr>
          <p:nvPr/>
        </p:nvSpPr>
        <p:spPr>
          <a:xfrm>
            <a:off x="736840" y="452673"/>
            <a:ext cx="6861172" cy="498475"/>
          </a:xfrm>
          <a:prstGeom prst="rect">
            <a:avLst/>
          </a:prstGeom>
        </p:spPr>
        <p:txBody>
          <a:bodyPr/>
          <a:lstStyle>
            <a:lvl1pPr algn="l" rtl="0" eaLnBrk="1" fontAlgn="base" hangingPunct="1">
              <a:lnSpc>
                <a:spcPts val="32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r>
              <a:rPr lang="en-US" kern="0"/>
              <a:t>Key Takeaways</a:t>
            </a:r>
          </a:p>
        </p:txBody>
      </p:sp>
      <p:sp>
        <p:nvSpPr>
          <p:cNvPr id="24" name="Title 1">
            <a:extLst>
              <a:ext uri="{FF2B5EF4-FFF2-40B4-BE49-F238E27FC236}">
                <a16:creationId xmlns:a16="http://schemas.microsoft.com/office/drawing/2014/main" id="{6E0EDC99-03F7-4FF1-986C-53E1BA14B733}"/>
              </a:ext>
            </a:extLst>
          </p:cNvPr>
          <p:cNvSpPr txBox="1">
            <a:spLocks/>
          </p:cNvSpPr>
          <p:nvPr/>
        </p:nvSpPr>
        <p:spPr>
          <a:xfrm>
            <a:off x="9407842" y="5602753"/>
            <a:ext cx="1805604" cy="573900"/>
          </a:xfrm>
          <a:prstGeom prst="rect">
            <a:avLst/>
          </a:prstGeom>
        </p:spPr>
        <p:txBody>
          <a:bodyPr anchor="t"/>
          <a:lstStyle>
            <a:lvl1pPr algn="l" rtl="0" eaLnBrk="1" fontAlgn="base" hangingPunct="1">
              <a:lnSpc>
                <a:spcPts val="3200"/>
              </a:lnSpc>
              <a:spcBef>
                <a:spcPct val="0"/>
              </a:spcBef>
              <a:spcAft>
                <a:spcPct val="0"/>
              </a:spcAft>
              <a:defRPr sz="32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pPr algn="r">
              <a:lnSpc>
                <a:spcPct val="100000"/>
              </a:lnSpc>
            </a:pPr>
            <a:r>
              <a:rPr lang="en-US" sz="2000" kern="0">
                <a:latin typeface="Arial Narrow" panose="020B0606020202030204" pitchFamily="34" charset="0"/>
                <a:cs typeface="Arial"/>
              </a:rPr>
              <a:t>Clear</a:t>
            </a:r>
          </a:p>
        </p:txBody>
      </p:sp>
      <p:sp>
        <p:nvSpPr>
          <p:cNvPr id="25" name="Content Placeholder 4">
            <a:extLst>
              <a:ext uri="{FF2B5EF4-FFF2-40B4-BE49-F238E27FC236}">
                <a16:creationId xmlns:a16="http://schemas.microsoft.com/office/drawing/2014/main" id="{057B3B18-AFEF-424A-AA72-16FE764FB296}"/>
              </a:ext>
            </a:extLst>
          </p:cNvPr>
          <p:cNvSpPr txBox="1">
            <a:spLocks/>
          </p:cNvSpPr>
          <p:nvPr/>
        </p:nvSpPr>
        <p:spPr bwMode="auto">
          <a:xfrm>
            <a:off x="11490638" y="5648189"/>
            <a:ext cx="313527" cy="336399"/>
          </a:xfrm>
          <a:prstGeom prst="rect">
            <a:avLst/>
          </a:prstGeom>
          <a:noFill/>
          <a:ln w="9525">
            <a:noFill/>
            <a:miter lim="800000"/>
            <a:headEnd/>
            <a:tailEnd/>
          </a:ln>
        </p:spPr>
        <p:txBody>
          <a:bodyPr wrap="square" anchor="t">
            <a:noAutofit/>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pPr algn="r">
              <a:lnSpc>
                <a:spcPct val="100000"/>
              </a:lnSpc>
              <a:spcAft>
                <a:spcPts val="0"/>
              </a:spcAft>
            </a:pPr>
            <a:r>
              <a:rPr lang="en-US" sz="1600" kern="0">
                <a:solidFill>
                  <a:schemeClr val="tx1">
                    <a:lumMod val="50000"/>
                    <a:lumOff val="50000"/>
                  </a:schemeClr>
                </a:solidFill>
                <a:latin typeface="Arial Narrow" panose="020B0606020202030204" pitchFamily="34" charset="0"/>
                <a:cs typeface="Arial"/>
              </a:rPr>
              <a:t>2</a:t>
            </a:r>
          </a:p>
        </p:txBody>
      </p:sp>
      <p:sp>
        <p:nvSpPr>
          <p:cNvPr id="9" name="Rectangle 8">
            <a:extLst>
              <a:ext uri="{FF2B5EF4-FFF2-40B4-BE49-F238E27FC236}">
                <a16:creationId xmlns:a16="http://schemas.microsoft.com/office/drawing/2014/main" id="{F5676022-12A9-4D9B-B14E-8E2DB8D8E45A}"/>
              </a:ext>
            </a:extLst>
          </p:cNvPr>
          <p:cNvSpPr/>
          <p:nvPr/>
        </p:nvSpPr>
        <p:spPr>
          <a:xfrm>
            <a:off x="11345513" y="3314705"/>
            <a:ext cx="45719" cy="2783787"/>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t" anchorCtr="0" forceAA="0" compatLnSpc="1">
            <a:prstTxWarp prst="textNoShape">
              <a:avLst/>
            </a:prstTxWarp>
            <a:noAutofit/>
          </a:bodyPr>
          <a:lstStyle/>
          <a:p>
            <a:pPr algn="ctr">
              <a:lnSpc>
                <a:spcPct val="110000"/>
              </a:lnSpc>
              <a:spcAft>
                <a:spcPts val="900"/>
              </a:spcAft>
            </a:pPr>
            <a:endParaRPr lang="en-US" sz="2000" b="0" spc="40">
              <a:solidFill>
                <a:schemeClr val="tx1"/>
              </a:solidFill>
              <a:latin typeface="Arial" charset="0"/>
            </a:endParaRPr>
          </a:p>
        </p:txBody>
      </p:sp>
      <p:sp>
        <p:nvSpPr>
          <p:cNvPr id="26" name="Rounded Rectangle 7">
            <a:extLst>
              <a:ext uri="{FF2B5EF4-FFF2-40B4-BE49-F238E27FC236}">
                <a16:creationId xmlns:a16="http://schemas.microsoft.com/office/drawing/2014/main" id="{12547158-D549-4D1A-887C-003D37ACD720}"/>
              </a:ext>
            </a:extLst>
          </p:cNvPr>
          <p:cNvSpPr/>
          <p:nvPr/>
        </p:nvSpPr>
        <p:spPr>
          <a:xfrm>
            <a:off x="840462" y="3934590"/>
            <a:ext cx="2194560" cy="1045862"/>
          </a:xfrm>
          <a:prstGeom prst="roundRect">
            <a:avLst/>
          </a:prstGeom>
          <a:solidFill>
            <a:schemeClr val="bg2"/>
          </a:solidFill>
          <a:ln w="19050" cap="flat" cmpd="sng" algn="ctr">
            <a:noFill/>
            <a:prstDash val="solid"/>
          </a:ln>
          <a:effectLst/>
        </p:spPr>
        <p:txBody>
          <a:bodyPr rtlCol="0" anchor="ctr"/>
          <a:lstStyle/>
          <a:p>
            <a:pPr algn="ctr">
              <a:defRPr/>
            </a:pPr>
            <a:r>
              <a:rPr lang="en-US" kern="0">
                <a:solidFill>
                  <a:schemeClr val="tx1">
                    <a:lumMod val="75000"/>
                    <a:lumOff val="25000"/>
                  </a:schemeClr>
                </a:solidFill>
                <a:latin typeface="Arial" panose="020B0604020202020204" pitchFamily="34" charset="0"/>
                <a:cs typeface="Arial" panose="020B0604020202020204" pitchFamily="34" charset="0"/>
              </a:rPr>
              <a:t>Usability</a:t>
            </a:r>
            <a:endParaRPr lang="en-US" sz="1200" spc="40">
              <a:solidFill>
                <a:schemeClr val="tx1">
                  <a:lumMod val="75000"/>
                  <a:lumOff val="25000"/>
                </a:schemeClr>
              </a:solidFill>
              <a:latin typeface="Arial" charset="0"/>
            </a:endParaRPr>
          </a:p>
        </p:txBody>
      </p:sp>
      <p:sp>
        <p:nvSpPr>
          <p:cNvPr id="27" name="Rounded Rectangle 9">
            <a:extLst>
              <a:ext uri="{FF2B5EF4-FFF2-40B4-BE49-F238E27FC236}">
                <a16:creationId xmlns:a16="http://schemas.microsoft.com/office/drawing/2014/main" id="{492B1E49-DCE2-45D8-AD49-CCFA288A9240}"/>
              </a:ext>
            </a:extLst>
          </p:cNvPr>
          <p:cNvSpPr/>
          <p:nvPr/>
        </p:nvSpPr>
        <p:spPr>
          <a:xfrm>
            <a:off x="3149304" y="3934590"/>
            <a:ext cx="2194560" cy="1045862"/>
          </a:xfrm>
          <a:prstGeom prst="roundRect">
            <a:avLst/>
          </a:prstGeom>
          <a:solidFill>
            <a:schemeClr val="tx2"/>
          </a:solidFill>
          <a:ln w="19050" cap="flat" cmpd="sng" algn="ctr">
            <a:noFill/>
            <a:prstDash val="solid"/>
          </a:ln>
          <a:effectLst/>
        </p:spPr>
        <p:txBody>
          <a:bodyPr rtlCol="0" anchor="ctr"/>
          <a:lstStyle/>
          <a:p>
            <a:pPr lvl="0" algn="ctr">
              <a:defRPr/>
            </a:pPr>
            <a:r>
              <a:rPr lang="en-US" kern="0">
                <a:solidFill>
                  <a:schemeClr val="tx1">
                    <a:lumMod val="75000"/>
                    <a:lumOff val="25000"/>
                  </a:schemeClr>
                </a:solidFill>
                <a:latin typeface="Arial" panose="020B0604020202020204" pitchFamily="34" charset="0"/>
                <a:cs typeface="Arial" panose="020B0604020202020204" pitchFamily="34" charset="0"/>
              </a:rPr>
              <a:t>Performance</a:t>
            </a:r>
            <a:endParaRPr lang="en-US" sz="1200" spc="40">
              <a:solidFill>
                <a:schemeClr val="tx1">
                  <a:lumMod val="75000"/>
                  <a:lumOff val="25000"/>
                </a:schemeClr>
              </a:solidFill>
              <a:latin typeface="Arial" charset="0"/>
            </a:endParaRPr>
          </a:p>
        </p:txBody>
      </p:sp>
      <p:sp>
        <p:nvSpPr>
          <p:cNvPr id="28" name="TextBox 27">
            <a:extLst>
              <a:ext uri="{FF2B5EF4-FFF2-40B4-BE49-F238E27FC236}">
                <a16:creationId xmlns:a16="http://schemas.microsoft.com/office/drawing/2014/main" id="{F9238421-0565-4497-95A6-CF9EB7B5E184}"/>
              </a:ext>
            </a:extLst>
          </p:cNvPr>
          <p:cNvSpPr txBox="1"/>
          <p:nvPr/>
        </p:nvSpPr>
        <p:spPr>
          <a:xfrm>
            <a:off x="840461" y="4642472"/>
            <a:ext cx="2636936" cy="119965"/>
          </a:xfrm>
          <a:prstGeom prst="rect">
            <a:avLst/>
          </a:prstGeom>
          <a:noFill/>
        </p:spPr>
        <p:txBody>
          <a:bodyPr wrap="square" lIns="0" tIns="0" rIns="0" bIns="0" rtlCol="0">
            <a:noAutofit/>
          </a:bodyPr>
          <a:lstStyle/>
          <a:p>
            <a:pPr>
              <a:lnSpc>
                <a:spcPct val="110000"/>
              </a:lnSpc>
              <a:spcAft>
                <a:spcPts val="900"/>
              </a:spcAft>
            </a:pPr>
            <a:endParaRPr lang="en-US" sz="1100" b="0" spc="40">
              <a:solidFill>
                <a:srgbClr val="000000"/>
              </a:solidFill>
              <a:latin typeface="Arial" charset="0"/>
            </a:endParaRPr>
          </a:p>
        </p:txBody>
      </p:sp>
      <p:sp>
        <p:nvSpPr>
          <p:cNvPr id="29" name="Rounded Rectangle 16">
            <a:extLst>
              <a:ext uri="{FF2B5EF4-FFF2-40B4-BE49-F238E27FC236}">
                <a16:creationId xmlns:a16="http://schemas.microsoft.com/office/drawing/2014/main" id="{1227AF7A-D204-47D9-BB3E-25E467E46A39}"/>
              </a:ext>
            </a:extLst>
          </p:cNvPr>
          <p:cNvSpPr/>
          <p:nvPr/>
        </p:nvSpPr>
        <p:spPr>
          <a:xfrm>
            <a:off x="840460" y="5107898"/>
            <a:ext cx="2194560" cy="1045862"/>
          </a:xfrm>
          <a:prstGeom prst="roundRect">
            <a:avLst/>
          </a:prstGeom>
          <a:solidFill>
            <a:schemeClr val="bg1">
              <a:lumMod val="75000"/>
            </a:schemeClr>
          </a:solidFill>
          <a:ln w="19050" cap="flat" cmpd="sng" algn="ctr">
            <a:noFill/>
            <a:prstDash val="solid"/>
          </a:ln>
          <a:effectLst/>
        </p:spPr>
        <p:txBody>
          <a:bodyPr rtlCol="0" anchor="ctr"/>
          <a:lstStyle/>
          <a:p>
            <a:pPr lvl="0" algn="ctr">
              <a:defRPr/>
            </a:pPr>
            <a:r>
              <a:rPr lang="en-US" kern="0">
                <a:solidFill>
                  <a:schemeClr val="tx1">
                    <a:lumMod val="75000"/>
                    <a:lumOff val="25000"/>
                  </a:schemeClr>
                </a:solidFill>
                <a:latin typeface="Arial" panose="020B0604020202020204" pitchFamily="34" charset="0"/>
                <a:cs typeface="Arial" panose="020B0604020202020204" pitchFamily="34" charset="0"/>
              </a:rPr>
              <a:t>Ease of Use</a:t>
            </a:r>
            <a:endParaRPr lang="en-US" sz="1200" spc="40">
              <a:solidFill>
                <a:schemeClr val="tx1">
                  <a:lumMod val="65000"/>
                  <a:lumOff val="35000"/>
                </a:schemeClr>
              </a:solidFill>
              <a:latin typeface="Arial" charset="0"/>
            </a:endParaRPr>
          </a:p>
        </p:txBody>
      </p:sp>
      <p:sp>
        <p:nvSpPr>
          <p:cNvPr id="30" name="Rounded Rectangle 9">
            <a:extLst>
              <a:ext uri="{FF2B5EF4-FFF2-40B4-BE49-F238E27FC236}">
                <a16:creationId xmlns:a16="http://schemas.microsoft.com/office/drawing/2014/main" id="{93369AB3-78FA-4AFE-BA2A-C311CCDC4DDA}"/>
              </a:ext>
            </a:extLst>
          </p:cNvPr>
          <p:cNvSpPr/>
          <p:nvPr/>
        </p:nvSpPr>
        <p:spPr>
          <a:xfrm>
            <a:off x="3149304" y="5104987"/>
            <a:ext cx="2194560" cy="1045862"/>
          </a:xfrm>
          <a:prstGeom prst="roundRect">
            <a:avLst/>
          </a:prstGeom>
          <a:solidFill>
            <a:schemeClr val="bg1">
              <a:lumMod val="85000"/>
            </a:schemeClr>
          </a:solidFill>
          <a:ln w="19050" cap="flat" cmpd="sng" algn="ctr">
            <a:noFill/>
            <a:prstDash val="solid"/>
          </a:ln>
          <a:effectLst/>
        </p:spPr>
        <p:txBody>
          <a:bodyPr rtlCol="0" anchor="ctr"/>
          <a:lstStyle/>
          <a:p>
            <a:pPr lvl="0" algn="ctr">
              <a:defRPr/>
            </a:pPr>
            <a:r>
              <a:rPr lang="en-US" kern="0">
                <a:solidFill>
                  <a:schemeClr val="tx1">
                    <a:lumMod val="75000"/>
                    <a:lumOff val="25000"/>
                  </a:schemeClr>
                </a:solidFill>
                <a:latin typeface="Arial" panose="020B0604020202020204" pitchFamily="34" charset="0"/>
                <a:cs typeface="Arial" panose="020B0604020202020204" pitchFamily="34" charset="0"/>
              </a:rPr>
              <a:t>Learnability</a:t>
            </a:r>
            <a:endParaRPr lang="en-US" sz="1200" spc="40">
              <a:solidFill>
                <a:schemeClr val="tx1">
                  <a:lumMod val="75000"/>
                  <a:lumOff val="25000"/>
                </a:schemeClr>
              </a:solidFill>
              <a:latin typeface="Arial" charset="0"/>
            </a:endParaRPr>
          </a:p>
        </p:txBody>
      </p:sp>
      <p:sp>
        <p:nvSpPr>
          <p:cNvPr id="35" name="Rectangle 34">
            <a:extLst>
              <a:ext uri="{FF2B5EF4-FFF2-40B4-BE49-F238E27FC236}">
                <a16:creationId xmlns:a16="http://schemas.microsoft.com/office/drawing/2014/main" id="{E18D6AB9-2927-484F-B6CA-8CD22B973C9B}"/>
              </a:ext>
            </a:extLst>
          </p:cNvPr>
          <p:cNvSpPr/>
          <p:nvPr/>
        </p:nvSpPr>
        <p:spPr>
          <a:xfrm>
            <a:off x="937352" y="2103950"/>
            <a:ext cx="3451761" cy="457081"/>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t" anchorCtr="0" forceAA="0" compatLnSpc="1">
            <a:prstTxWarp prst="textNoShape">
              <a:avLst/>
            </a:prstTxWarp>
            <a:noAutofit/>
          </a:bodyPr>
          <a:lstStyle/>
          <a:p>
            <a:pPr algn="ctr">
              <a:lnSpc>
                <a:spcPct val="110000"/>
              </a:lnSpc>
              <a:spcAft>
                <a:spcPts val="900"/>
              </a:spcAft>
            </a:pPr>
            <a:endParaRPr lang="en-US" sz="1999" b="0" spc="40">
              <a:solidFill>
                <a:srgbClr val="000000"/>
              </a:solidFill>
              <a:latin typeface="Arial" charset="0"/>
            </a:endParaRPr>
          </a:p>
        </p:txBody>
      </p:sp>
      <p:sp>
        <p:nvSpPr>
          <p:cNvPr id="36" name="Rectangle 35">
            <a:extLst>
              <a:ext uri="{FF2B5EF4-FFF2-40B4-BE49-F238E27FC236}">
                <a16:creationId xmlns:a16="http://schemas.microsoft.com/office/drawing/2014/main" id="{C2964699-525A-4116-8203-0B9BCFDB810A}"/>
              </a:ext>
            </a:extLst>
          </p:cNvPr>
          <p:cNvSpPr/>
          <p:nvPr/>
        </p:nvSpPr>
        <p:spPr>
          <a:xfrm>
            <a:off x="939802" y="2844672"/>
            <a:ext cx="6098024" cy="457081"/>
          </a:xfrm>
          <a:prstGeom prst="rect">
            <a:avLst/>
          </a:prstGeom>
          <a:solidFill>
            <a:srgbClr val="5B8F4D"/>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t" anchorCtr="0" forceAA="0" compatLnSpc="1">
            <a:prstTxWarp prst="textNoShape">
              <a:avLst/>
            </a:prstTxWarp>
            <a:noAutofit/>
          </a:bodyPr>
          <a:lstStyle/>
          <a:p>
            <a:pPr algn="ctr">
              <a:lnSpc>
                <a:spcPct val="110000"/>
              </a:lnSpc>
              <a:spcAft>
                <a:spcPts val="900"/>
              </a:spcAft>
            </a:pPr>
            <a:endParaRPr lang="en-US" sz="1999" b="0" spc="40">
              <a:solidFill>
                <a:srgbClr val="000000"/>
              </a:solidFill>
              <a:latin typeface="Arial" charset="0"/>
            </a:endParaRPr>
          </a:p>
        </p:txBody>
      </p:sp>
      <p:sp>
        <p:nvSpPr>
          <p:cNvPr id="38" name="Title 9">
            <a:extLst>
              <a:ext uri="{FF2B5EF4-FFF2-40B4-BE49-F238E27FC236}">
                <a16:creationId xmlns:a16="http://schemas.microsoft.com/office/drawing/2014/main" id="{9640551F-2A09-43B4-B837-9445F3B542EC}"/>
              </a:ext>
            </a:extLst>
          </p:cNvPr>
          <p:cNvSpPr txBox="1">
            <a:spLocks/>
          </p:cNvSpPr>
          <p:nvPr/>
        </p:nvSpPr>
        <p:spPr bwMode="auto">
          <a:xfrm>
            <a:off x="1094676" y="2193237"/>
            <a:ext cx="2821962" cy="291881"/>
          </a:xfrm>
          <a:prstGeom prst="rect">
            <a:avLst/>
          </a:prstGeom>
          <a:noFill/>
          <a:ln w="9525">
            <a:noFill/>
            <a:miter lim="800000"/>
            <a:headEnd/>
            <a:tailEnd/>
          </a:ln>
        </p:spPr>
        <p:txBody>
          <a:bodyPr vert="horz" wrap="square" lIns="0" tIns="0" rIns="0" bIns="0" numCol="1" anchor="ctr" anchorCtr="0" compatLnSpc="1">
            <a:prstTxWarp prst="textNoShape">
              <a:avLst/>
            </a:prstTxWarp>
            <a:noAutofit/>
          </a:bodyPr>
          <a:lstStyle>
            <a:lvl1pPr algn="l" rtl="0" eaLnBrk="1" fontAlgn="base" hangingPunct="1">
              <a:lnSpc>
                <a:spcPts val="26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pPr>
              <a:lnSpc>
                <a:spcPct val="100000"/>
              </a:lnSpc>
              <a:spcBef>
                <a:spcPts val="100"/>
              </a:spcBef>
            </a:pPr>
            <a:r>
              <a:rPr lang="en-US" sz="1999" kern="0">
                <a:solidFill>
                  <a:schemeClr val="tx1">
                    <a:lumMod val="75000"/>
                    <a:lumOff val="25000"/>
                  </a:schemeClr>
                </a:solidFill>
                <a:latin typeface="Arial" panose="020B0604020202020204" pitchFamily="34" charset="0"/>
                <a:cs typeface="Arial" panose="020B0604020202020204" pitchFamily="34" charset="0"/>
              </a:rPr>
              <a:t>62.5 </a:t>
            </a:r>
            <a:r>
              <a:rPr lang="en-US" sz="1200" b="0" kern="0">
                <a:solidFill>
                  <a:schemeClr val="tx1">
                    <a:lumMod val="75000"/>
                    <a:lumOff val="25000"/>
                  </a:schemeClr>
                </a:solidFill>
                <a:latin typeface="Arial" panose="020B0604020202020204" pitchFamily="34" charset="0"/>
                <a:cs typeface="Arial" panose="020B0604020202020204" pitchFamily="34" charset="0"/>
              </a:rPr>
              <a:t>%</a:t>
            </a:r>
            <a:endParaRPr lang="en-US" sz="1999" b="0" kern="0">
              <a:solidFill>
                <a:schemeClr val="tx1">
                  <a:lumMod val="75000"/>
                  <a:lumOff val="25000"/>
                </a:schemeClr>
              </a:solidFill>
              <a:latin typeface="Arial" panose="020B0604020202020204" pitchFamily="34" charset="0"/>
              <a:cs typeface="Arial" panose="020B0604020202020204" pitchFamily="34" charset="0"/>
            </a:endParaRPr>
          </a:p>
        </p:txBody>
      </p:sp>
      <p:sp>
        <p:nvSpPr>
          <p:cNvPr id="39" name="Title 9">
            <a:extLst>
              <a:ext uri="{FF2B5EF4-FFF2-40B4-BE49-F238E27FC236}">
                <a16:creationId xmlns:a16="http://schemas.microsoft.com/office/drawing/2014/main" id="{2D7E091F-67E7-4831-BF8F-8DC8CEC89B11}"/>
              </a:ext>
            </a:extLst>
          </p:cNvPr>
          <p:cNvSpPr txBox="1">
            <a:spLocks/>
          </p:cNvSpPr>
          <p:nvPr/>
        </p:nvSpPr>
        <p:spPr bwMode="auto">
          <a:xfrm>
            <a:off x="1104099" y="2913013"/>
            <a:ext cx="3285014" cy="349984"/>
          </a:xfrm>
          <a:prstGeom prst="rect">
            <a:avLst/>
          </a:prstGeom>
          <a:noFill/>
          <a:ln w="9525">
            <a:noFill/>
            <a:miter lim="800000"/>
            <a:headEnd/>
            <a:tailEnd/>
          </a:ln>
        </p:spPr>
        <p:txBody>
          <a:bodyPr vert="horz" wrap="square" lIns="0" tIns="0" rIns="0" bIns="0" numCol="1" anchor="t" anchorCtr="0" compatLnSpc="1">
            <a:prstTxWarp prst="textNoShape">
              <a:avLst/>
            </a:prstTxWarp>
            <a:noAutofit/>
          </a:bodyPr>
          <a:lstStyle>
            <a:lvl1pPr algn="l" rtl="0" eaLnBrk="1" fontAlgn="base" hangingPunct="1">
              <a:lnSpc>
                <a:spcPts val="26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pPr>
              <a:lnSpc>
                <a:spcPct val="100000"/>
              </a:lnSpc>
              <a:spcBef>
                <a:spcPts val="100"/>
              </a:spcBef>
            </a:pPr>
            <a:r>
              <a:rPr lang="en-US" sz="1999" kern="0">
                <a:solidFill>
                  <a:schemeClr val="bg1"/>
                </a:solidFill>
                <a:latin typeface="Arial" panose="020B0604020202020204" pitchFamily="34" charset="0"/>
                <a:cs typeface="Arial" panose="020B0604020202020204" pitchFamily="34" charset="0"/>
              </a:rPr>
              <a:t>97.5 </a:t>
            </a:r>
            <a:r>
              <a:rPr lang="en-US" sz="1200" b="0" kern="0">
                <a:solidFill>
                  <a:schemeClr val="bg1"/>
                </a:solidFill>
                <a:latin typeface="Arial" panose="020B0604020202020204" pitchFamily="34" charset="0"/>
                <a:cs typeface="Arial" panose="020B0604020202020204" pitchFamily="34" charset="0"/>
              </a:rPr>
              <a:t>%</a:t>
            </a:r>
            <a:endParaRPr lang="en-US" sz="1999" b="0" kern="0">
              <a:solidFill>
                <a:schemeClr val="bg1"/>
              </a:solidFill>
              <a:latin typeface="Arial" panose="020B0604020202020204" pitchFamily="34" charset="0"/>
              <a:cs typeface="Arial" panose="020B0604020202020204" pitchFamily="34" charset="0"/>
            </a:endParaRPr>
          </a:p>
        </p:txBody>
      </p:sp>
      <p:cxnSp>
        <p:nvCxnSpPr>
          <p:cNvPr id="41" name="Straight Connector 40">
            <a:extLst>
              <a:ext uri="{FF2B5EF4-FFF2-40B4-BE49-F238E27FC236}">
                <a16:creationId xmlns:a16="http://schemas.microsoft.com/office/drawing/2014/main" id="{09A62802-C075-4798-9F47-B1351D386F1C}"/>
              </a:ext>
            </a:extLst>
          </p:cNvPr>
          <p:cNvCxnSpPr>
            <a:cxnSpLocks/>
          </p:cNvCxnSpPr>
          <p:nvPr/>
        </p:nvCxnSpPr>
        <p:spPr bwMode="auto">
          <a:xfrm>
            <a:off x="930378" y="1838762"/>
            <a:ext cx="6974" cy="1734051"/>
          </a:xfrm>
          <a:prstGeom prst="line">
            <a:avLst/>
          </a:prstGeom>
          <a:solidFill>
            <a:schemeClr val="accent1"/>
          </a:solidFill>
          <a:ln w="19050" cap="flat" cmpd="sng" algn="ctr">
            <a:solidFill>
              <a:schemeClr val="tx1">
                <a:lumMod val="65000"/>
                <a:lumOff val="35000"/>
              </a:schemeClr>
            </a:solidFill>
            <a:prstDash val="solid"/>
            <a:round/>
            <a:headEnd type="none" w="med" len="med"/>
            <a:tailEnd type="none" w="med" len="med"/>
          </a:ln>
          <a:effectLst/>
        </p:spPr>
      </p:cxnSp>
      <p:sp>
        <p:nvSpPr>
          <p:cNvPr id="42" name="Content Placeholder 4">
            <a:extLst>
              <a:ext uri="{FF2B5EF4-FFF2-40B4-BE49-F238E27FC236}">
                <a16:creationId xmlns:a16="http://schemas.microsoft.com/office/drawing/2014/main" id="{CA97BF71-E095-4423-8A91-7ADA33480081}"/>
              </a:ext>
            </a:extLst>
          </p:cNvPr>
          <p:cNvSpPr txBox="1">
            <a:spLocks/>
          </p:cNvSpPr>
          <p:nvPr/>
        </p:nvSpPr>
        <p:spPr bwMode="auto">
          <a:xfrm>
            <a:off x="840461" y="1356606"/>
            <a:ext cx="7877412" cy="319807"/>
          </a:xfrm>
          <a:prstGeom prst="rect">
            <a:avLst/>
          </a:prstGeom>
          <a:noFill/>
          <a:ln w="9525">
            <a:noFill/>
            <a:miter lim="800000"/>
            <a:headEnd/>
            <a:tailEnd/>
          </a:ln>
        </p:spPr>
        <p:txBody>
          <a:bodyPr wrap="square" anchor="t">
            <a:noAutofit/>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pPr>
              <a:lnSpc>
                <a:spcPct val="100000"/>
              </a:lnSpc>
              <a:spcAft>
                <a:spcPts val="0"/>
              </a:spcAft>
            </a:pPr>
            <a:r>
              <a:rPr lang="en-US" sz="1600" b="1" kern="0">
                <a:solidFill>
                  <a:schemeClr val="tx1">
                    <a:lumMod val="65000"/>
                    <a:lumOff val="35000"/>
                  </a:schemeClr>
                </a:solidFill>
                <a:latin typeface="Arial"/>
                <a:cs typeface="Arial"/>
              </a:rPr>
              <a:t>System Performance </a:t>
            </a:r>
            <a:r>
              <a:rPr lang="en-US" sz="1400" kern="0">
                <a:solidFill>
                  <a:schemeClr val="tx1">
                    <a:lumMod val="65000"/>
                    <a:lumOff val="35000"/>
                  </a:schemeClr>
                </a:solidFill>
                <a:latin typeface="Arial Narrow" panose="020B0606020202030204" pitchFamily="34" charset="0"/>
                <a:cs typeface="Arial"/>
              </a:rPr>
              <a:t>System Speed, Latency, Availability, Stable Response, Consistent Connection</a:t>
            </a:r>
          </a:p>
          <a:p>
            <a:pPr>
              <a:lnSpc>
                <a:spcPct val="100000"/>
              </a:lnSpc>
              <a:spcAft>
                <a:spcPts val="0"/>
              </a:spcAft>
            </a:pPr>
            <a:endParaRPr lang="en-US" sz="1600" kern="0">
              <a:solidFill>
                <a:schemeClr val="tx1">
                  <a:lumMod val="65000"/>
                  <a:lumOff val="35000"/>
                </a:schemeClr>
              </a:solidFill>
              <a:latin typeface="Arial"/>
              <a:cs typeface="Arial"/>
            </a:endParaRPr>
          </a:p>
        </p:txBody>
      </p:sp>
      <p:sp>
        <p:nvSpPr>
          <p:cNvPr id="43" name="Content Placeholder 4">
            <a:extLst>
              <a:ext uri="{FF2B5EF4-FFF2-40B4-BE49-F238E27FC236}">
                <a16:creationId xmlns:a16="http://schemas.microsoft.com/office/drawing/2014/main" id="{305231B0-5188-4E37-BC0C-3AE9EAEFCCA9}"/>
              </a:ext>
            </a:extLst>
          </p:cNvPr>
          <p:cNvSpPr txBox="1">
            <a:spLocks/>
          </p:cNvSpPr>
          <p:nvPr/>
        </p:nvSpPr>
        <p:spPr bwMode="auto">
          <a:xfrm>
            <a:off x="1917377" y="2196526"/>
            <a:ext cx="1913858" cy="291881"/>
          </a:xfrm>
          <a:prstGeom prst="rect">
            <a:avLst/>
          </a:prstGeom>
          <a:noFill/>
          <a:ln w="9525">
            <a:noFill/>
            <a:miter lim="800000"/>
            <a:headEnd/>
            <a:tailEnd/>
          </a:ln>
        </p:spPr>
        <p:txBody>
          <a:bodyPr wrap="square" anchor="t">
            <a:noAutofit/>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pPr>
              <a:lnSpc>
                <a:spcPct val="100000"/>
              </a:lnSpc>
              <a:spcAft>
                <a:spcPts val="0"/>
              </a:spcAft>
            </a:pPr>
            <a:r>
              <a:rPr lang="en-US" sz="1400" kern="0">
                <a:solidFill>
                  <a:schemeClr val="tx1">
                    <a:lumMod val="65000"/>
                    <a:lumOff val="35000"/>
                  </a:schemeClr>
                </a:solidFill>
                <a:latin typeface="Arial Narrow" panose="020B0606020202030204" pitchFamily="34" charset="0"/>
                <a:cs typeface="Arial"/>
              </a:rPr>
              <a:t>Previous </a:t>
            </a:r>
            <a:r>
              <a:rPr lang="en-US" sz="1400" kern="0" err="1">
                <a:solidFill>
                  <a:schemeClr val="tx1">
                    <a:lumMod val="65000"/>
                    <a:lumOff val="35000"/>
                  </a:schemeClr>
                </a:solidFill>
                <a:latin typeface="Arial Narrow" panose="020B0606020202030204" pitchFamily="34" charset="0"/>
                <a:cs typeface="Arial"/>
              </a:rPr>
              <a:t>ABTools</a:t>
            </a:r>
            <a:endParaRPr lang="en-US" sz="1400" kern="0">
              <a:solidFill>
                <a:schemeClr val="tx1">
                  <a:lumMod val="65000"/>
                  <a:lumOff val="35000"/>
                </a:schemeClr>
              </a:solidFill>
              <a:latin typeface="Arial Narrow" panose="020B0606020202030204" pitchFamily="34" charset="0"/>
              <a:cs typeface="Arial"/>
            </a:endParaRPr>
          </a:p>
        </p:txBody>
      </p:sp>
      <p:sp>
        <p:nvSpPr>
          <p:cNvPr id="44" name="Content Placeholder 4">
            <a:extLst>
              <a:ext uri="{FF2B5EF4-FFF2-40B4-BE49-F238E27FC236}">
                <a16:creationId xmlns:a16="http://schemas.microsoft.com/office/drawing/2014/main" id="{D2154F40-B79F-42F8-874C-C53329F9CABF}"/>
              </a:ext>
            </a:extLst>
          </p:cNvPr>
          <p:cNvSpPr txBox="1">
            <a:spLocks/>
          </p:cNvSpPr>
          <p:nvPr/>
        </p:nvSpPr>
        <p:spPr bwMode="auto">
          <a:xfrm>
            <a:off x="1930515" y="2933561"/>
            <a:ext cx="2065022" cy="323090"/>
          </a:xfrm>
          <a:prstGeom prst="rect">
            <a:avLst/>
          </a:prstGeom>
          <a:noFill/>
          <a:ln w="9525">
            <a:noFill/>
            <a:miter lim="800000"/>
            <a:headEnd/>
            <a:tailEnd/>
          </a:ln>
        </p:spPr>
        <p:txBody>
          <a:bodyPr wrap="square" anchor="t">
            <a:noAutofit/>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pPr>
              <a:lnSpc>
                <a:spcPct val="100000"/>
              </a:lnSpc>
              <a:spcAft>
                <a:spcPts val="0"/>
              </a:spcAft>
            </a:pPr>
            <a:r>
              <a:rPr lang="en-US" sz="1400" kern="0">
                <a:solidFill>
                  <a:schemeClr val="bg1"/>
                </a:solidFill>
                <a:latin typeface="Arial Narrow" panose="020B0606020202030204" pitchFamily="34" charset="0"/>
                <a:cs typeface="Arial"/>
              </a:rPr>
              <a:t>Current </a:t>
            </a:r>
            <a:r>
              <a:rPr lang="en-US" sz="1400" kern="0" err="1">
                <a:solidFill>
                  <a:schemeClr val="bg1"/>
                </a:solidFill>
                <a:latin typeface="Arial Narrow" panose="020B0606020202030204" pitchFamily="34" charset="0"/>
                <a:cs typeface="Arial"/>
              </a:rPr>
              <a:t>ABTools</a:t>
            </a:r>
            <a:endParaRPr lang="en-US" sz="1400" kern="0">
              <a:solidFill>
                <a:schemeClr val="bg1"/>
              </a:solidFill>
              <a:latin typeface="Arial Narrow" panose="020B0606020202030204" pitchFamily="34" charset="0"/>
              <a:cs typeface="Arial"/>
            </a:endParaRPr>
          </a:p>
        </p:txBody>
      </p:sp>
    </p:spTree>
    <p:extLst>
      <p:ext uri="{BB962C8B-B14F-4D97-AF65-F5344CB8AC3E}">
        <p14:creationId xmlns:p14="http://schemas.microsoft.com/office/powerpoint/2010/main" val="27002624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B81EF6C-ABEC-4D6B-B446-B3EAD58D448A}"/>
              </a:ext>
            </a:extLst>
          </p:cNvPr>
          <p:cNvSpPr/>
          <p:nvPr/>
        </p:nvSpPr>
        <p:spPr>
          <a:xfrm>
            <a:off x="0" y="0"/>
            <a:ext cx="12188825" cy="6858000"/>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t" anchorCtr="0" forceAA="0" compatLnSpc="1">
            <a:prstTxWarp prst="textNoShape">
              <a:avLst/>
            </a:prstTxWarp>
            <a:noAutofit/>
          </a:bodyPr>
          <a:lstStyle/>
          <a:p>
            <a:pPr algn="ctr">
              <a:lnSpc>
                <a:spcPct val="110000"/>
              </a:lnSpc>
              <a:spcAft>
                <a:spcPts val="900"/>
              </a:spcAft>
            </a:pPr>
            <a:endParaRPr lang="en-US" sz="2000" b="0" spc="40">
              <a:solidFill>
                <a:srgbClr val="000000"/>
              </a:solidFill>
              <a:latin typeface="Arial" charset="0"/>
            </a:endParaRPr>
          </a:p>
        </p:txBody>
      </p:sp>
      <p:sp>
        <p:nvSpPr>
          <p:cNvPr id="2" name="Title 1">
            <a:extLst>
              <a:ext uri="{FF2B5EF4-FFF2-40B4-BE49-F238E27FC236}">
                <a16:creationId xmlns:a16="http://schemas.microsoft.com/office/drawing/2014/main" id="{FF514A18-65C2-304E-BA9D-12AA567DF4B9}"/>
              </a:ext>
            </a:extLst>
          </p:cNvPr>
          <p:cNvSpPr>
            <a:spLocks noGrp="1"/>
          </p:cNvSpPr>
          <p:nvPr>
            <p:ph type="title"/>
          </p:nvPr>
        </p:nvSpPr>
        <p:spPr>
          <a:xfrm>
            <a:off x="736840" y="452673"/>
            <a:ext cx="6861172" cy="498475"/>
          </a:xfrm>
        </p:spPr>
        <p:txBody>
          <a:bodyPr/>
          <a:lstStyle/>
          <a:p>
            <a:r>
              <a:rPr lang="en-US"/>
              <a:t>Study Objectives </a:t>
            </a:r>
          </a:p>
        </p:txBody>
      </p:sp>
      <p:sp>
        <p:nvSpPr>
          <p:cNvPr id="4" name="Text Placeholder 3">
            <a:extLst>
              <a:ext uri="{FF2B5EF4-FFF2-40B4-BE49-F238E27FC236}">
                <a16:creationId xmlns:a16="http://schemas.microsoft.com/office/drawing/2014/main" id="{B264CE4C-A50D-E740-BEAD-FC8FEAA8A44B}"/>
              </a:ext>
            </a:extLst>
          </p:cNvPr>
          <p:cNvSpPr>
            <a:spLocks noGrp="1"/>
          </p:cNvSpPr>
          <p:nvPr>
            <p:ph type="body" sz="quarter" idx="13"/>
          </p:nvPr>
        </p:nvSpPr>
        <p:spPr>
          <a:xfrm>
            <a:off x="1055914" y="1403822"/>
            <a:ext cx="7459091" cy="4774728"/>
          </a:xfrm>
        </p:spPr>
        <p:txBody>
          <a:bodyPr/>
          <a:lstStyle/>
          <a:p>
            <a:r>
              <a:rPr lang="en-US" sz="2400">
                <a:solidFill>
                  <a:schemeClr val="tx1">
                    <a:lumMod val="75000"/>
                    <a:lumOff val="25000"/>
                  </a:schemeClr>
                </a:solidFill>
                <a:latin typeface="Arial Nova" panose="020B0504020202020204" pitchFamily="34" charset="0"/>
              </a:rPr>
              <a:t>To measure the level of improvement on </a:t>
            </a:r>
          </a:p>
          <a:p>
            <a:endParaRPr lang="en-US" sz="1000">
              <a:solidFill>
                <a:schemeClr val="tx1">
                  <a:lumMod val="75000"/>
                  <a:lumOff val="25000"/>
                </a:schemeClr>
              </a:solidFill>
              <a:latin typeface="Arial Nova" panose="020B0504020202020204" pitchFamily="34" charset="0"/>
            </a:endParaRPr>
          </a:p>
          <a:p>
            <a:pPr marL="684213" lvl="1" indent="-342900">
              <a:buFont typeface="Arial" panose="020B0604020202020204" pitchFamily="34" charset="0"/>
              <a:buChar char="•"/>
            </a:pPr>
            <a:r>
              <a:rPr lang="en-US">
                <a:solidFill>
                  <a:schemeClr val="tx1">
                    <a:lumMod val="75000"/>
                    <a:lumOff val="25000"/>
                  </a:schemeClr>
                </a:solidFill>
                <a:latin typeface="Arial Narrow" panose="020B0606020202030204" pitchFamily="34" charset="0"/>
              </a:rPr>
              <a:t>Satisfaction</a:t>
            </a:r>
          </a:p>
          <a:p>
            <a:pPr marL="684213" lvl="1" indent="-342900">
              <a:buFont typeface="Arial" panose="020B0604020202020204" pitchFamily="34" charset="0"/>
              <a:buChar char="•"/>
            </a:pPr>
            <a:r>
              <a:rPr lang="en-US">
                <a:solidFill>
                  <a:schemeClr val="tx1">
                    <a:lumMod val="75000"/>
                    <a:lumOff val="25000"/>
                  </a:schemeClr>
                </a:solidFill>
                <a:latin typeface="Arial Narrow" panose="020B0606020202030204" pitchFamily="34" charset="0"/>
              </a:rPr>
              <a:t>Ease of Use</a:t>
            </a:r>
          </a:p>
          <a:p>
            <a:pPr marL="684213" lvl="1" indent="-342900">
              <a:buFont typeface="Arial" panose="020B0604020202020204" pitchFamily="34" charset="0"/>
              <a:buChar char="•"/>
            </a:pPr>
            <a:r>
              <a:rPr lang="en-US">
                <a:solidFill>
                  <a:schemeClr val="tx1">
                    <a:lumMod val="75000"/>
                    <a:lumOff val="25000"/>
                  </a:schemeClr>
                </a:solidFill>
                <a:latin typeface="Arial Narrow" panose="020B0606020202030204" pitchFamily="34" charset="0"/>
              </a:rPr>
              <a:t>Learnability</a:t>
            </a:r>
          </a:p>
          <a:p>
            <a:pPr marL="684213" lvl="1" indent="-342900">
              <a:buFont typeface="Arial" panose="020B0604020202020204" pitchFamily="34" charset="0"/>
              <a:buChar char="•"/>
            </a:pPr>
            <a:r>
              <a:rPr lang="en-US">
                <a:solidFill>
                  <a:schemeClr val="tx1">
                    <a:lumMod val="75000"/>
                    <a:lumOff val="25000"/>
                  </a:schemeClr>
                </a:solidFill>
                <a:latin typeface="Arial Narrow" panose="020B0606020202030204" pitchFamily="34" charset="0"/>
              </a:rPr>
              <a:t>System Performance</a:t>
            </a:r>
          </a:p>
          <a:p>
            <a:pPr marL="684213" lvl="1" indent="-342900">
              <a:buFont typeface="Arial" panose="020B0604020202020204" pitchFamily="34" charset="0"/>
              <a:buChar char="•"/>
            </a:pPr>
            <a:r>
              <a:rPr lang="en-US">
                <a:solidFill>
                  <a:schemeClr val="tx1">
                    <a:lumMod val="75000"/>
                    <a:lumOff val="25000"/>
                  </a:schemeClr>
                </a:solidFill>
                <a:latin typeface="Arial Narrow" panose="020B0606020202030204" pitchFamily="34" charset="0"/>
              </a:rPr>
              <a:t>Human Error Support</a:t>
            </a:r>
          </a:p>
          <a:p>
            <a:pPr marL="684213" lvl="1" indent="-342900">
              <a:buFont typeface="Arial" panose="020B0604020202020204" pitchFamily="34" charset="0"/>
              <a:buChar char="•"/>
            </a:pPr>
            <a:r>
              <a:rPr lang="en-US">
                <a:solidFill>
                  <a:schemeClr val="tx1">
                    <a:lumMod val="75000"/>
                    <a:lumOff val="25000"/>
                  </a:schemeClr>
                </a:solidFill>
                <a:latin typeface="Arial Narrow" panose="020B0606020202030204" pitchFamily="34" charset="0"/>
              </a:rPr>
              <a:t>Productivity (Convenience)</a:t>
            </a:r>
          </a:p>
          <a:p>
            <a:pPr marL="684213" lvl="1" indent="-342900">
              <a:buFont typeface="Arial" panose="020B0604020202020204" pitchFamily="34" charset="0"/>
              <a:buChar char="•"/>
            </a:pPr>
            <a:endParaRPr lang="en-US" sz="1000">
              <a:solidFill>
                <a:schemeClr val="tx1">
                  <a:lumMod val="75000"/>
                  <a:lumOff val="25000"/>
                </a:schemeClr>
              </a:solidFill>
              <a:latin typeface="Arial Narrow" panose="020B0606020202030204" pitchFamily="34" charset="0"/>
            </a:endParaRPr>
          </a:p>
          <a:p>
            <a:r>
              <a:rPr lang="en-US" sz="2400">
                <a:solidFill>
                  <a:schemeClr val="tx1">
                    <a:lumMod val="75000"/>
                    <a:lumOff val="25000"/>
                  </a:schemeClr>
                </a:solidFill>
                <a:latin typeface="Arial Nova" panose="020B0504020202020204" pitchFamily="34" charset="0"/>
              </a:rPr>
              <a:t>between previous and current </a:t>
            </a:r>
            <a:r>
              <a:rPr lang="en-US" sz="2400" err="1">
                <a:solidFill>
                  <a:schemeClr val="tx1">
                    <a:lumMod val="75000"/>
                    <a:lumOff val="25000"/>
                  </a:schemeClr>
                </a:solidFill>
                <a:latin typeface="Arial Nova" panose="020B0504020202020204" pitchFamily="34" charset="0"/>
              </a:rPr>
              <a:t>ABTools</a:t>
            </a:r>
            <a:r>
              <a:rPr lang="en-US" sz="2400">
                <a:solidFill>
                  <a:schemeClr val="tx1">
                    <a:lumMod val="75000"/>
                    <a:lumOff val="25000"/>
                  </a:schemeClr>
                </a:solidFill>
                <a:latin typeface="Arial Nova" panose="020B0504020202020204" pitchFamily="34" charset="0"/>
              </a:rPr>
              <a:t> </a:t>
            </a:r>
          </a:p>
        </p:txBody>
      </p:sp>
      <p:pic>
        <p:nvPicPr>
          <p:cNvPr id="6" name="Picture 5">
            <a:extLst>
              <a:ext uri="{FF2B5EF4-FFF2-40B4-BE49-F238E27FC236}">
                <a16:creationId xmlns:a16="http://schemas.microsoft.com/office/drawing/2014/main" id="{376EF931-CEE2-4FD7-B51C-A026789AF0D5}"/>
              </a:ext>
            </a:extLst>
          </p:cNvPr>
          <p:cNvPicPr>
            <a:picLocks noChangeAspect="1"/>
          </p:cNvPicPr>
          <p:nvPr/>
        </p:nvPicPr>
        <p:blipFill rotWithShape="1">
          <a:blip r:embed="rId3"/>
          <a:srcRect l="62080" t="21028" r="18863" b="45945"/>
          <a:stretch/>
        </p:blipFill>
        <p:spPr>
          <a:xfrm>
            <a:off x="7961939" y="3429000"/>
            <a:ext cx="3270502" cy="3070011"/>
          </a:xfrm>
          <a:prstGeom prst="rect">
            <a:avLst/>
          </a:prstGeom>
        </p:spPr>
      </p:pic>
      <p:pic>
        <p:nvPicPr>
          <p:cNvPr id="8" name="Picture 7">
            <a:extLst>
              <a:ext uri="{FF2B5EF4-FFF2-40B4-BE49-F238E27FC236}">
                <a16:creationId xmlns:a16="http://schemas.microsoft.com/office/drawing/2014/main" id="{ADA895BF-9FE7-46FC-A3BB-8D5C3E7E1228}"/>
              </a:ext>
            </a:extLst>
          </p:cNvPr>
          <p:cNvPicPr>
            <a:picLocks noChangeAspect="1"/>
          </p:cNvPicPr>
          <p:nvPr/>
        </p:nvPicPr>
        <p:blipFill rotWithShape="1">
          <a:blip r:embed="rId3"/>
          <a:srcRect l="26803" t="21028" r="52236" b="45945"/>
          <a:stretch/>
        </p:blipFill>
        <p:spPr>
          <a:xfrm>
            <a:off x="8059596" y="452673"/>
            <a:ext cx="3632088" cy="3099867"/>
          </a:xfrm>
          <a:prstGeom prst="rect">
            <a:avLst/>
          </a:prstGeom>
        </p:spPr>
      </p:pic>
    </p:spTree>
    <p:extLst>
      <p:ext uri="{BB962C8B-B14F-4D97-AF65-F5344CB8AC3E}">
        <p14:creationId xmlns:p14="http://schemas.microsoft.com/office/powerpoint/2010/main" val="2850221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B81EF6C-ABEC-4D6B-B446-B3EAD58D448A}"/>
              </a:ext>
            </a:extLst>
          </p:cNvPr>
          <p:cNvSpPr/>
          <p:nvPr/>
        </p:nvSpPr>
        <p:spPr>
          <a:xfrm>
            <a:off x="0" y="0"/>
            <a:ext cx="12188825" cy="6858000"/>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t" anchorCtr="0" forceAA="0" compatLnSpc="1">
            <a:prstTxWarp prst="textNoShape">
              <a:avLst/>
            </a:prstTxWarp>
            <a:noAutofit/>
          </a:bodyPr>
          <a:lstStyle/>
          <a:p>
            <a:pPr algn="ctr">
              <a:lnSpc>
                <a:spcPct val="110000"/>
              </a:lnSpc>
              <a:spcAft>
                <a:spcPts val="900"/>
              </a:spcAft>
            </a:pPr>
            <a:endParaRPr lang="en-US" sz="2000" b="0" spc="40">
              <a:solidFill>
                <a:srgbClr val="000000"/>
              </a:solidFill>
              <a:latin typeface="Arial" charset="0"/>
            </a:endParaRPr>
          </a:p>
        </p:txBody>
      </p:sp>
      <p:sp>
        <p:nvSpPr>
          <p:cNvPr id="16" name="Oval 15">
            <a:extLst>
              <a:ext uri="{FF2B5EF4-FFF2-40B4-BE49-F238E27FC236}">
                <a16:creationId xmlns:a16="http://schemas.microsoft.com/office/drawing/2014/main" id="{3D809539-4ECD-4272-A69F-7A70ADEDC208}"/>
              </a:ext>
            </a:extLst>
          </p:cNvPr>
          <p:cNvSpPr/>
          <p:nvPr/>
        </p:nvSpPr>
        <p:spPr>
          <a:xfrm>
            <a:off x="8629407" y="2781697"/>
            <a:ext cx="1828800" cy="182880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t" anchorCtr="0" forceAA="0" compatLnSpc="1">
            <a:prstTxWarp prst="textNoShape">
              <a:avLst/>
            </a:prstTxWarp>
            <a:noAutofit/>
          </a:bodyPr>
          <a:lstStyle/>
          <a:p>
            <a:pPr algn="ctr">
              <a:lnSpc>
                <a:spcPct val="110000"/>
              </a:lnSpc>
              <a:spcAft>
                <a:spcPts val="900"/>
              </a:spcAft>
            </a:pPr>
            <a:endParaRPr lang="en-US" sz="2000" b="0" spc="40">
              <a:solidFill>
                <a:srgbClr val="000000"/>
              </a:solidFill>
              <a:latin typeface="Arial" charset="0"/>
            </a:endParaRPr>
          </a:p>
        </p:txBody>
      </p:sp>
      <p:sp>
        <p:nvSpPr>
          <p:cNvPr id="17" name="TextBox 16">
            <a:extLst>
              <a:ext uri="{FF2B5EF4-FFF2-40B4-BE49-F238E27FC236}">
                <a16:creationId xmlns:a16="http://schemas.microsoft.com/office/drawing/2014/main" id="{7ABD7E16-2E24-4F3C-9F84-25083D1E18F5}"/>
              </a:ext>
            </a:extLst>
          </p:cNvPr>
          <p:cNvSpPr txBox="1"/>
          <p:nvPr/>
        </p:nvSpPr>
        <p:spPr>
          <a:xfrm>
            <a:off x="8629407" y="2781696"/>
            <a:ext cx="1828800" cy="1828799"/>
          </a:xfrm>
          <a:prstGeom prst="rect">
            <a:avLst/>
          </a:prstGeom>
          <a:noFill/>
        </p:spPr>
        <p:txBody>
          <a:bodyPr wrap="none" lIns="0" tIns="0" rIns="0" bIns="0" rtlCol="0" anchor="ctr">
            <a:noAutofit/>
          </a:bodyPr>
          <a:lstStyle/>
          <a:p>
            <a:pPr algn="ctr">
              <a:spcAft>
                <a:spcPts val="900"/>
              </a:spcAft>
            </a:pPr>
            <a:r>
              <a:rPr lang="en-US" sz="1400" spc="40">
                <a:solidFill>
                  <a:schemeClr val="bg1"/>
                </a:solidFill>
                <a:latin typeface="Arial" charset="0"/>
              </a:rPr>
              <a:t>August 2021</a:t>
            </a:r>
          </a:p>
          <a:p>
            <a:pPr algn="ctr">
              <a:spcAft>
                <a:spcPts val="900"/>
              </a:spcAft>
            </a:pPr>
            <a:r>
              <a:rPr lang="en-US" sz="1200" b="0" spc="40">
                <a:solidFill>
                  <a:schemeClr val="bg1"/>
                </a:solidFill>
                <a:latin typeface="Arial" charset="0"/>
              </a:rPr>
              <a:t>User Evaluation </a:t>
            </a:r>
          </a:p>
          <a:p>
            <a:pPr algn="ctr">
              <a:spcAft>
                <a:spcPts val="900"/>
              </a:spcAft>
            </a:pPr>
            <a:r>
              <a:rPr lang="en-US" sz="1200" b="0" spc="40">
                <a:solidFill>
                  <a:schemeClr val="bg1"/>
                </a:solidFill>
                <a:latin typeface="Arial" charset="0"/>
              </a:rPr>
              <a:t>of current </a:t>
            </a:r>
            <a:r>
              <a:rPr lang="en-US" sz="1200" b="0" spc="40" err="1">
                <a:solidFill>
                  <a:schemeClr val="bg1"/>
                </a:solidFill>
                <a:latin typeface="Arial" charset="0"/>
              </a:rPr>
              <a:t>ABTools</a:t>
            </a:r>
            <a:endParaRPr lang="en-US" sz="1400" b="0" spc="40">
              <a:solidFill>
                <a:schemeClr val="bg1"/>
              </a:solidFill>
              <a:latin typeface="Arial" charset="0"/>
            </a:endParaRPr>
          </a:p>
        </p:txBody>
      </p:sp>
      <p:sp>
        <p:nvSpPr>
          <p:cNvPr id="2" name="Title 1">
            <a:extLst>
              <a:ext uri="{FF2B5EF4-FFF2-40B4-BE49-F238E27FC236}">
                <a16:creationId xmlns:a16="http://schemas.microsoft.com/office/drawing/2014/main" id="{FF514A18-65C2-304E-BA9D-12AA567DF4B9}"/>
              </a:ext>
            </a:extLst>
          </p:cNvPr>
          <p:cNvSpPr>
            <a:spLocks noGrp="1"/>
          </p:cNvSpPr>
          <p:nvPr>
            <p:ph type="title"/>
          </p:nvPr>
        </p:nvSpPr>
        <p:spPr>
          <a:xfrm>
            <a:off x="736840" y="452673"/>
            <a:ext cx="6861172" cy="498475"/>
          </a:xfrm>
        </p:spPr>
        <p:txBody>
          <a:bodyPr/>
          <a:lstStyle/>
          <a:p>
            <a:r>
              <a:rPr lang="en-US"/>
              <a:t>Study Timeline</a:t>
            </a:r>
          </a:p>
        </p:txBody>
      </p:sp>
      <p:sp>
        <p:nvSpPr>
          <p:cNvPr id="9" name="Oval 8">
            <a:extLst>
              <a:ext uri="{FF2B5EF4-FFF2-40B4-BE49-F238E27FC236}">
                <a16:creationId xmlns:a16="http://schemas.microsoft.com/office/drawing/2014/main" id="{98F2623C-4C5A-4E15-A27B-B56E21A91D0E}"/>
              </a:ext>
            </a:extLst>
          </p:cNvPr>
          <p:cNvSpPr/>
          <p:nvPr/>
        </p:nvSpPr>
        <p:spPr>
          <a:xfrm>
            <a:off x="1660120" y="2781697"/>
            <a:ext cx="1828800" cy="1828800"/>
          </a:xfrm>
          <a:prstGeom prst="ellipse">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t" anchorCtr="0" forceAA="0" compatLnSpc="1">
            <a:prstTxWarp prst="textNoShape">
              <a:avLst/>
            </a:prstTxWarp>
            <a:noAutofit/>
          </a:bodyPr>
          <a:lstStyle/>
          <a:p>
            <a:pPr algn="ctr">
              <a:lnSpc>
                <a:spcPct val="110000"/>
              </a:lnSpc>
              <a:spcAft>
                <a:spcPts val="900"/>
              </a:spcAft>
            </a:pPr>
            <a:endParaRPr lang="en-US" sz="2000" b="0" spc="40">
              <a:solidFill>
                <a:srgbClr val="000000"/>
              </a:solidFill>
              <a:latin typeface="Arial" charset="0"/>
            </a:endParaRPr>
          </a:p>
        </p:txBody>
      </p:sp>
      <p:sp>
        <p:nvSpPr>
          <p:cNvPr id="10" name="TextBox 9">
            <a:extLst>
              <a:ext uri="{FF2B5EF4-FFF2-40B4-BE49-F238E27FC236}">
                <a16:creationId xmlns:a16="http://schemas.microsoft.com/office/drawing/2014/main" id="{864A3F32-7106-41C0-94A8-489AF4E5B2F6}"/>
              </a:ext>
            </a:extLst>
          </p:cNvPr>
          <p:cNvSpPr txBox="1"/>
          <p:nvPr/>
        </p:nvSpPr>
        <p:spPr>
          <a:xfrm>
            <a:off x="1660120" y="2781696"/>
            <a:ext cx="1828800" cy="1828799"/>
          </a:xfrm>
          <a:prstGeom prst="rect">
            <a:avLst/>
          </a:prstGeom>
          <a:noFill/>
        </p:spPr>
        <p:txBody>
          <a:bodyPr wrap="none" lIns="0" tIns="0" rIns="0" bIns="0" rtlCol="0" anchor="ctr">
            <a:noAutofit/>
          </a:bodyPr>
          <a:lstStyle/>
          <a:p>
            <a:pPr algn="ctr">
              <a:spcAft>
                <a:spcPts val="900"/>
              </a:spcAft>
            </a:pPr>
            <a:r>
              <a:rPr lang="en-US" sz="1400" spc="40">
                <a:solidFill>
                  <a:schemeClr val="tx1">
                    <a:lumMod val="75000"/>
                    <a:lumOff val="25000"/>
                  </a:schemeClr>
                </a:solidFill>
                <a:latin typeface="Arial" charset="0"/>
              </a:rPr>
              <a:t>January 2021</a:t>
            </a:r>
          </a:p>
          <a:p>
            <a:pPr algn="ctr">
              <a:spcAft>
                <a:spcPts val="900"/>
              </a:spcAft>
            </a:pPr>
            <a:r>
              <a:rPr lang="en-US" sz="1200" b="0" spc="40">
                <a:solidFill>
                  <a:schemeClr val="tx1">
                    <a:lumMod val="75000"/>
                    <a:lumOff val="25000"/>
                  </a:schemeClr>
                </a:solidFill>
                <a:latin typeface="Arial" charset="0"/>
              </a:rPr>
              <a:t>Initial Evaluation </a:t>
            </a:r>
          </a:p>
          <a:p>
            <a:pPr algn="ctr">
              <a:spcAft>
                <a:spcPts val="900"/>
              </a:spcAft>
            </a:pPr>
            <a:r>
              <a:rPr lang="en-US" sz="1200" b="0" spc="40">
                <a:solidFill>
                  <a:schemeClr val="tx1">
                    <a:lumMod val="75000"/>
                    <a:lumOff val="25000"/>
                  </a:schemeClr>
                </a:solidFill>
                <a:latin typeface="Arial" charset="0"/>
              </a:rPr>
              <a:t>of previous </a:t>
            </a:r>
            <a:r>
              <a:rPr lang="en-US" sz="1200" b="0" spc="40" err="1">
                <a:solidFill>
                  <a:schemeClr val="tx1">
                    <a:lumMod val="75000"/>
                    <a:lumOff val="25000"/>
                  </a:schemeClr>
                </a:solidFill>
                <a:latin typeface="Arial" charset="0"/>
              </a:rPr>
              <a:t>ABTools</a:t>
            </a:r>
            <a:endParaRPr lang="en-US" sz="1400" b="0" spc="40">
              <a:solidFill>
                <a:schemeClr val="tx1">
                  <a:lumMod val="75000"/>
                  <a:lumOff val="25000"/>
                </a:schemeClr>
              </a:solidFill>
              <a:latin typeface="Arial" charset="0"/>
            </a:endParaRPr>
          </a:p>
        </p:txBody>
      </p:sp>
      <p:sp>
        <p:nvSpPr>
          <p:cNvPr id="11" name="Oval 10">
            <a:extLst>
              <a:ext uri="{FF2B5EF4-FFF2-40B4-BE49-F238E27FC236}">
                <a16:creationId xmlns:a16="http://schemas.microsoft.com/office/drawing/2014/main" id="{6B1FDD7C-2C43-4610-AF8D-7AC9D797A5A8}"/>
              </a:ext>
            </a:extLst>
          </p:cNvPr>
          <p:cNvSpPr/>
          <p:nvPr/>
        </p:nvSpPr>
        <p:spPr>
          <a:xfrm>
            <a:off x="5180012" y="2781697"/>
            <a:ext cx="1828800" cy="18288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t" anchorCtr="0" forceAA="0" compatLnSpc="1">
            <a:prstTxWarp prst="textNoShape">
              <a:avLst/>
            </a:prstTxWarp>
            <a:noAutofit/>
          </a:bodyPr>
          <a:lstStyle/>
          <a:p>
            <a:pPr algn="ctr">
              <a:lnSpc>
                <a:spcPct val="110000"/>
              </a:lnSpc>
              <a:spcAft>
                <a:spcPts val="900"/>
              </a:spcAft>
            </a:pPr>
            <a:endParaRPr lang="en-US" sz="2000" b="0" spc="40">
              <a:solidFill>
                <a:srgbClr val="000000"/>
              </a:solidFill>
              <a:latin typeface="Arial" charset="0"/>
            </a:endParaRPr>
          </a:p>
        </p:txBody>
      </p:sp>
      <p:sp>
        <p:nvSpPr>
          <p:cNvPr id="13" name="TextBox 12">
            <a:extLst>
              <a:ext uri="{FF2B5EF4-FFF2-40B4-BE49-F238E27FC236}">
                <a16:creationId xmlns:a16="http://schemas.microsoft.com/office/drawing/2014/main" id="{C701BA3C-BA57-455B-A9D5-03A82445ABE0}"/>
              </a:ext>
            </a:extLst>
          </p:cNvPr>
          <p:cNvSpPr txBox="1"/>
          <p:nvPr/>
        </p:nvSpPr>
        <p:spPr>
          <a:xfrm>
            <a:off x="5180012" y="2781695"/>
            <a:ext cx="1828800" cy="1828800"/>
          </a:xfrm>
          <a:prstGeom prst="rect">
            <a:avLst/>
          </a:prstGeom>
          <a:noFill/>
        </p:spPr>
        <p:txBody>
          <a:bodyPr wrap="none" lIns="0" tIns="0" rIns="0" bIns="0" rtlCol="0" anchor="ctr">
            <a:noAutofit/>
          </a:bodyPr>
          <a:lstStyle/>
          <a:p>
            <a:pPr algn="ctr">
              <a:spcAft>
                <a:spcPts val="900"/>
              </a:spcAft>
            </a:pPr>
            <a:r>
              <a:rPr lang="en-US" sz="1400" spc="40">
                <a:solidFill>
                  <a:schemeClr val="tx1">
                    <a:lumMod val="75000"/>
                    <a:lumOff val="25000"/>
                  </a:schemeClr>
                </a:solidFill>
                <a:latin typeface="Arial" charset="0"/>
              </a:rPr>
              <a:t>May</a:t>
            </a:r>
            <a:r>
              <a:rPr lang="en-US" sz="1400" b="0" spc="40">
                <a:solidFill>
                  <a:schemeClr val="tx1">
                    <a:lumMod val="75000"/>
                    <a:lumOff val="25000"/>
                  </a:schemeClr>
                </a:solidFill>
                <a:latin typeface="Arial" charset="0"/>
              </a:rPr>
              <a:t>-</a:t>
            </a:r>
            <a:r>
              <a:rPr lang="en-US" sz="1400" spc="40">
                <a:solidFill>
                  <a:schemeClr val="tx1">
                    <a:lumMod val="75000"/>
                    <a:lumOff val="25000"/>
                  </a:schemeClr>
                </a:solidFill>
                <a:latin typeface="Arial" charset="0"/>
              </a:rPr>
              <a:t>June 2021</a:t>
            </a:r>
          </a:p>
          <a:p>
            <a:pPr algn="ctr">
              <a:spcAft>
                <a:spcPts val="900"/>
              </a:spcAft>
            </a:pPr>
            <a:r>
              <a:rPr lang="en-US" sz="1200" b="0" spc="40">
                <a:solidFill>
                  <a:schemeClr val="tx1">
                    <a:lumMod val="75000"/>
                    <a:lumOff val="25000"/>
                  </a:schemeClr>
                </a:solidFill>
                <a:latin typeface="Arial" charset="0"/>
              </a:rPr>
              <a:t>Participants started </a:t>
            </a:r>
          </a:p>
          <a:p>
            <a:pPr algn="ctr">
              <a:spcAft>
                <a:spcPts val="900"/>
              </a:spcAft>
            </a:pPr>
            <a:r>
              <a:rPr lang="en-US" sz="1200" b="0" spc="40">
                <a:solidFill>
                  <a:schemeClr val="tx1">
                    <a:lumMod val="75000"/>
                    <a:lumOff val="25000"/>
                  </a:schemeClr>
                </a:solidFill>
                <a:latin typeface="Arial" charset="0"/>
              </a:rPr>
              <a:t>to use </a:t>
            </a:r>
            <a:r>
              <a:rPr lang="en-US" sz="1200" b="0" spc="40" err="1">
                <a:solidFill>
                  <a:schemeClr val="tx1">
                    <a:lumMod val="75000"/>
                    <a:lumOff val="25000"/>
                  </a:schemeClr>
                </a:solidFill>
                <a:latin typeface="Arial" charset="0"/>
              </a:rPr>
              <a:t>ABTools</a:t>
            </a:r>
            <a:endParaRPr lang="en-US" sz="1400" b="0" spc="40">
              <a:solidFill>
                <a:schemeClr val="tx1">
                  <a:lumMod val="75000"/>
                  <a:lumOff val="25000"/>
                </a:schemeClr>
              </a:solidFill>
              <a:latin typeface="Arial" charset="0"/>
            </a:endParaRPr>
          </a:p>
        </p:txBody>
      </p:sp>
      <p:cxnSp>
        <p:nvCxnSpPr>
          <p:cNvPr id="22" name="Straight Connector 21">
            <a:extLst>
              <a:ext uri="{FF2B5EF4-FFF2-40B4-BE49-F238E27FC236}">
                <a16:creationId xmlns:a16="http://schemas.microsoft.com/office/drawing/2014/main" id="{B692C321-D080-41AA-90CC-3C65EBEA3701}"/>
              </a:ext>
            </a:extLst>
          </p:cNvPr>
          <p:cNvCxnSpPr>
            <a:cxnSpLocks/>
          </p:cNvCxnSpPr>
          <p:nvPr/>
        </p:nvCxnSpPr>
        <p:spPr bwMode="auto">
          <a:xfrm>
            <a:off x="0" y="3696096"/>
            <a:ext cx="1660120" cy="0"/>
          </a:xfrm>
          <a:prstGeom prst="line">
            <a:avLst/>
          </a:prstGeom>
          <a:solidFill>
            <a:schemeClr val="accent1"/>
          </a:solidFill>
          <a:ln w="76200" cap="flat" cmpd="sng" algn="ctr">
            <a:solidFill>
              <a:schemeClr val="bg1">
                <a:lumMod val="50000"/>
              </a:schemeClr>
            </a:solidFill>
            <a:prstDash val="sysDot"/>
            <a:round/>
            <a:headEnd type="none" w="med" len="med"/>
            <a:tailEnd type="none" w="med" len="med"/>
          </a:ln>
          <a:effectLst/>
        </p:spPr>
      </p:cxnSp>
      <p:cxnSp>
        <p:nvCxnSpPr>
          <p:cNvPr id="23" name="Straight Connector 22">
            <a:extLst>
              <a:ext uri="{FF2B5EF4-FFF2-40B4-BE49-F238E27FC236}">
                <a16:creationId xmlns:a16="http://schemas.microsoft.com/office/drawing/2014/main" id="{CECB429E-4BDA-464B-BD0E-B56BF48CFB39}"/>
              </a:ext>
            </a:extLst>
          </p:cNvPr>
          <p:cNvCxnSpPr>
            <a:cxnSpLocks/>
          </p:cNvCxnSpPr>
          <p:nvPr/>
        </p:nvCxnSpPr>
        <p:spPr bwMode="auto">
          <a:xfrm>
            <a:off x="3488924" y="3696096"/>
            <a:ext cx="1691088" cy="0"/>
          </a:xfrm>
          <a:prstGeom prst="line">
            <a:avLst/>
          </a:prstGeom>
          <a:solidFill>
            <a:schemeClr val="accent1"/>
          </a:solidFill>
          <a:ln w="76200" cap="flat" cmpd="sng" algn="ctr">
            <a:solidFill>
              <a:schemeClr val="bg1">
                <a:lumMod val="50000"/>
              </a:schemeClr>
            </a:solidFill>
            <a:prstDash val="sysDash"/>
            <a:round/>
            <a:headEnd type="none" w="med" len="med"/>
            <a:tailEnd type="none" w="med" len="med"/>
          </a:ln>
          <a:effectLst/>
        </p:spPr>
      </p:cxnSp>
      <p:cxnSp>
        <p:nvCxnSpPr>
          <p:cNvPr id="25" name="Straight Connector 24">
            <a:extLst>
              <a:ext uri="{FF2B5EF4-FFF2-40B4-BE49-F238E27FC236}">
                <a16:creationId xmlns:a16="http://schemas.microsoft.com/office/drawing/2014/main" id="{698283A3-0B5B-412B-8FAD-1897C054CF59}"/>
              </a:ext>
            </a:extLst>
          </p:cNvPr>
          <p:cNvCxnSpPr>
            <a:cxnSpLocks/>
          </p:cNvCxnSpPr>
          <p:nvPr/>
        </p:nvCxnSpPr>
        <p:spPr bwMode="auto">
          <a:xfrm>
            <a:off x="7008812" y="3696096"/>
            <a:ext cx="1620283" cy="0"/>
          </a:xfrm>
          <a:prstGeom prst="line">
            <a:avLst/>
          </a:prstGeom>
          <a:solidFill>
            <a:schemeClr val="accent1"/>
          </a:solidFill>
          <a:ln w="76200" cap="flat" cmpd="sng" algn="ctr">
            <a:solidFill>
              <a:schemeClr val="bg1">
                <a:lumMod val="50000"/>
              </a:schemeClr>
            </a:solidFill>
            <a:prstDash val="solid"/>
            <a:round/>
            <a:headEnd type="none" w="med" len="med"/>
            <a:tailEnd type="none" w="med" len="med"/>
          </a:ln>
          <a:effectLst/>
        </p:spPr>
      </p:cxnSp>
      <p:cxnSp>
        <p:nvCxnSpPr>
          <p:cNvPr id="31" name="Straight Arrow Connector 30">
            <a:extLst>
              <a:ext uri="{FF2B5EF4-FFF2-40B4-BE49-F238E27FC236}">
                <a16:creationId xmlns:a16="http://schemas.microsoft.com/office/drawing/2014/main" id="{A9C199BA-FF0E-4A0C-A153-D7BA3B0EA6CF}"/>
              </a:ext>
            </a:extLst>
          </p:cNvPr>
          <p:cNvCxnSpPr>
            <a:cxnSpLocks/>
          </p:cNvCxnSpPr>
          <p:nvPr/>
        </p:nvCxnSpPr>
        <p:spPr bwMode="auto">
          <a:xfrm>
            <a:off x="7803473" y="2284545"/>
            <a:ext cx="0" cy="994299"/>
          </a:xfrm>
          <a:prstGeom prst="straightConnector1">
            <a:avLst/>
          </a:prstGeom>
          <a:solidFill>
            <a:schemeClr val="accent1"/>
          </a:solidFill>
          <a:ln w="76200" cap="flat" cmpd="sng" algn="ctr">
            <a:solidFill>
              <a:schemeClr val="accent4">
                <a:lumMod val="40000"/>
                <a:lumOff val="60000"/>
              </a:schemeClr>
            </a:solidFill>
            <a:prstDash val="solid"/>
            <a:round/>
            <a:headEnd type="none" w="med" len="med"/>
            <a:tailEnd type="triangle"/>
          </a:ln>
          <a:effectLst/>
        </p:spPr>
      </p:cxnSp>
      <p:sp>
        <p:nvSpPr>
          <p:cNvPr id="5" name="Teardrop 4">
            <a:extLst>
              <a:ext uri="{FF2B5EF4-FFF2-40B4-BE49-F238E27FC236}">
                <a16:creationId xmlns:a16="http://schemas.microsoft.com/office/drawing/2014/main" id="{4198FD49-3EDA-4185-86CA-E6F6510DA822}"/>
              </a:ext>
            </a:extLst>
          </p:cNvPr>
          <p:cNvSpPr/>
          <p:nvPr/>
        </p:nvSpPr>
        <p:spPr>
          <a:xfrm rot="8178899">
            <a:off x="7228148" y="894244"/>
            <a:ext cx="1188720" cy="1188720"/>
          </a:xfrm>
          <a:prstGeom prst="teardrop">
            <a:avLst/>
          </a:prstGeom>
          <a:solidFill>
            <a:schemeClr val="accent4">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228600" tIns="118872" rIns="228600" bIns="118872" numCol="1" spcCol="0" rtlCol="0" fromWordArt="0" anchor="t" anchorCtr="0" forceAA="0" compatLnSpc="1">
            <a:prstTxWarp prst="textNoShape">
              <a:avLst/>
            </a:prstTxWarp>
            <a:noAutofit/>
          </a:bodyPr>
          <a:lstStyle/>
          <a:p>
            <a:pPr algn="ctr">
              <a:lnSpc>
                <a:spcPct val="110000"/>
              </a:lnSpc>
              <a:spcAft>
                <a:spcPts val="900"/>
              </a:spcAft>
            </a:pPr>
            <a:endParaRPr lang="en-US" sz="2000" b="0" spc="40">
              <a:solidFill>
                <a:srgbClr val="000000"/>
              </a:solidFill>
              <a:latin typeface="Arial" charset="0"/>
            </a:endParaRPr>
          </a:p>
        </p:txBody>
      </p:sp>
      <p:sp>
        <p:nvSpPr>
          <p:cNvPr id="4" name="Text Placeholder 3">
            <a:extLst>
              <a:ext uri="{FF2B5EF4-FFF2-40B4-BE49-F238E27FC236}">
                <a16:creationId xmlns:a16="http://schemas.microsoft.com/office/drawing/2014/main" id="{B264CE4C-A50D-E740-BEAD-FC8FEAA8A44B}"/>
              </a:ext>
            </a:extLst>
          </p:cNvPr>
          <p:cNvSpPr>
            <a:spLocks noGrp="1"/>
          </p:cNvSpPr>
          <p:nvPr>
            <p:ph type="body" sz="quarter" idx="13"/>
          </p:nvPr>
        </p:nvSpPr>
        <p:spPr>
          <a:xfrm>
            <a:off x="7093261" y="951148"/>
            <a:ext cx="1440398" cy="1206125"/>
          </a:xfrm>
        </p:spPr>
        <p:txBody>
          <a:bodyPr anchor="ctr"/>
          <a:lstStyle/>
          <a:p>
            <a:pPr algn="ctr"/>
            <a:r>
              <a:rPr lang="en-US" sz="1800">
                <a:solidFill>
                  <a:schemeClr val="tx1">
                    <a:lumMod val="65000"/>
                    <a:lumOff val="35000"/>
                  </a:schemeClr>
                </a:solidFill>
                <a:latin typeface="Arial Narrow" panose="020B0606020202030204" pitchFamily="34" charset="0"/>
              </a:rPr>
              <a:t>Familiarity</a:t>
            </a:r>
            <a:br>
              <a:rPr lang="en-US" sz="1800">
                <a:solidFill>
                  <a:schemeClr val="tx1">
                    <a:lumMod val="65000"/>
                    <a:lumOff val="35000"/>
                  </a:schemeClr>
                </a:solidFill>
                <a:latin typeface="Arial Narrow" panose="020B0606020202030204" pitchFamily="34" charset="0"/>
              </a:rPr>
            </a:br>
            <a:r>
              <a:rPr lang="en-US" sz="1800">
                <a:solidFill>
                  <a:schemeClr val="tx1">
                    <a:lumMod val="65000"/>
                    <a:lumOff val="35000"/>
                  </a:schemeClr>
                </a:solidFill>
                <a:latin typeface="Arial Narrow" panose="020B0606020202030204" pitchFamily="34" charset="0"/>
              </a:rPr>
              <a:t>Factor</a:t>
            </a:r>
          </a:p>
        </p:txBody>
      </p:sp>
    </p:spTree>
    <p:extLst>
      <p:ext uri="{BB962C8B-B14F-4D97-AF65-F5344CB8AC3E}">
        <p14:creationId xmlns:p14="http://schemas.microsoft.com/office/powerpoint/2010/main" val="3574819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1000"/>
                                        <p:tgtEl>
                                          <p:spTgt spid="31"/>
                                        </p:tgtEl>
                                      </p:cBhvr>
                                    </p:animEffect>
                                    <p:anim calcmode="lin" valueType="num">
                                      <p:cBhvr>
                                        <p:cTn id="8" dur="1000" fill="hold"/>
                                        <p:tgtEl>
                                          <p:spTgt spid="31"/>
                                        </p:tgtEl>
                                        <p:attrNameLst>
                                          <p:attrName>ppt_x</p:attrName>
                                        </p:attrNameLst>
                                      </p:cBhvr>
                                      <p:tavLst>
                                        <p:tav tm="0">
                                          <p:val>
                                            <p:strVal val="#ppt_x"/>
                                          </p:val>
                                        </p:tav>
                                        <p:tav tm="100000">
                                          <p:val>
                                            <p:strVal val="#ppt_x"/>
                                          </p:val>
                                        </p:tav>
                                      </p:tavLst>
                                    </p:anim>
                                    <p:anim calcmode="lin" valueType="num">
                                      <p:cBhvr>
                                        <p:cTn id="9" dur="1000" fill="hold"/>
                                        <p:tgtEl>
                                          <p:spTgt spid="3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1000"/>
                                        <p:tgtEl>
                                          <p:spTgt spid="4">
                                            <p:txEl>
                                              <p:pRg st="0" end="0"/>
                                            </p:txEl>
                                          </p:spTgt>
                                        </p:tgtEl>
                                      </p:cBhvr>
                                    </p:animEffect>
                                    <p:anim calcmode="lin" valueType="num">
                                      <p:cBhvr>
                                        <p:cTn id="13"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91B5EAB-F8AE-4231-9417-0A3F0CE619FC}"/>
              </a:ext>
            </a:extLst>
          </p:cNvPr>
          <p:cNvSpPr/>
          <p:nvPr/>
        </p:nvSpPr>
        <p:spPr>
          <a:xfrm>
            <a:off x="1587" y="893"/>
            <a:ext cx="12185651" cy="6856214"/>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t" anchorCtr="0" forceAA="0" compatLnSpc="1">
            <a:prstTxWarp prst="textNoShape">
              <a:avLst/>
            </a:prstTxWarp>
            <a:noAutofit/>
          </a:bodyPr>
          <a:lstStyle/>
          <a:p>
            <a:pPr algn="ctr">
              <a:lnSpc>
                <a:spcPct val="110000"/>
              </a:lnSpc>
              <a:spcAft>
                <a:spcPts val="900"/>
              </a:spcAft>
            </a:pPr>
            <a:endParaRPr lang="en-US" sz="1999" spc="40">
              <a:solidFill>
                <a:srgbClr val="000000"/>
              </a:solidFill>
              <a:latin typeface="Arial" charset="0"/>
            </a:endParaRPr>
          </a:p>
        </p:txBody>
      </p:sp>
      <p:sp>
        <p:nvSpPr>
          <p:cNvPr id="9" name="Rectangle 75">
            <a:extLst>
              <a:ext uri="{FF2B5EF4-FFF2-40B4-BE49-F238E27FC236}">
                <a16:creationId xmlns:a16="http://schemas.microsoft.com/office/drawing/2014/main" id="{61644167-0DFE-4358-B7CC-175AFA899C06}"/>
              </a:ext>
            </a:extLst>
          </p:cNvPr>
          <p:cNvSpPr/>
          <p:nvPr/>
        </p:nvSpPr>
        <p:spPr>
          <a:xfrm>
            <a:off x="5522745" y="574800"/>
            <a:ext cx="5058387" cy="6291184"/>
          </a:xfrm>
          <a:custGeom>
            <a:avLst/>
            <a:gdLst>
              <a:gd name="connsiteX0" fmla="*/ 0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0 w 5006146"/>
              <a:gd name="connsiteY4" fmla="*/ 0 h 6432884"/>
              <a:gd name="connsiteX0" fmla="*/ 1868557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1868557 w 5006146"/>
              <a:gd name="connsiteY4" fmla="*/ 0 h 6432884"/>
              <a:gd name="connsiteX0" fmla="*/ 4823792 w 7961381"/>
              <a:gd name="connsiteY0" fmla="*/ 0 h 6432884"/>
              <a:gd name="connsiteX1" fmla="*/ 7961381 w 7961381"/>
              <a:gd name="connsiteY1" fmla="*/ 0 h 6432884"/>
              <a:gd name="connsiteX2" fmla="*/ 7961381 w 7961381"/>
              <a:gd name="connsiteY2" fmla="*/ 6432884 h 6432884"/>
              <a:gd name="connsiteX3" fmla="*/ 0 w 7961381"/>
              <a:gd name="connsiteY3" fmla="*/ 6353371 h 6432884"/>
              <a:gd name="connsiteX4" fmla="*/ 4823792 w 7961381"/>
              <a:gd name="connsiteY4" fmla="*/ 0 h 6432884"/>
              <a:gd name="connsiteX0" fmla="*/ 5049079 w 8186668"/>
              <a:gd name="connsiteY0" fmla="*/ 0 h 6432884"/>
              <a:gd name="connsiteX1" fmla="*/ 8186668 w 8186668"/>
              <a:gd name="connsiteY1" fmla="*/ 0 h 6432884"/>
              <a:gd name="connsiteX2" fmla="*/ 8186668 w 8186668"/>
              <a:gd name="connsiteY2" fmla="*/ 6432884 h 6432884"/>
              <a:gd name="connsiteX3" fmla="*/ 0 w 8186668"/>
              <a:gd name="connsiteY3" fmla="*/ 6379876 h 6432884"/>
              <a:gd name="connsiteX4" fmla="*/ 5049079 w 8186668"/>
              <a:gd name="connsiteY4" fmla="*/ 0 h 6432884"/>
              <a:gd name="connsiteX0" fmla="*/ 5102088 w 8239677"/>
              <a:gd name="connsiteY0" fmla="*/ 0 h 6432884"/>
              <a:gd name="connsiteX1" fmla="*/ 8239677 w 8239677"/>
              <a:gd name="connsiteY1" fmla="*/ 0 h 6432884"/>
              <a:gd name="connsiteX2" fmla="*/ 8239677 w 8239677"/>
              <a:gd name="connsiteY2" fmla="*/ 6432884 h 6432884"/>
              <a:gd name="connsiteX3" fmla="*/ 0 w 8239677"/>
              <a:gd name="connsiteY3" fmla="*/ 6393128 h 6432884"/>
              <a:gd name="connsiteX4" fmla="*/ 5102088 w 8239677"/>
              <a:gd name="connsiteY4" fmla="*/ 0 h 6432884"/>
              <a:gd name="connsiteX0" fmla="*/ 5102088 w 8239677"/>
              <a:gd name="connsiteY0" fmla="*/ 0 h 6418433"/>
              <a:gd name="connsiteX1" fmla="*/ 8239677 w 8239677"/>
              <a:gd name="connsiteY1" fmla="*/ 0 h 6418433"/>
              <a:gd name="connsiteX2" fmla="*/ 363933 w 8239677"/>
              <a:gd name="connsiteY2" fmla="*/ 6418433 h 6418433"/>
              <a:gd name="connsiteX3" fmla="*/ 0 w 8239677"/>
              <a:gd name="connsiteY3" fmla="*/ 6393128 h 6418433"/>
              <a:gd name="connsiteX4" fmla="*/ 5102088 w 8239677"/>
              <a:gd name="connsiteY4" fmla="*/ 0 h 6418433"/>
              <a:gd name="connsiteX0" fmla="*/ 5102088 w 5479554"/>
              <a:gd name="connsiteY0" fmla="*/ 0 h 6418433"/>
              <a:gd name="connsiteX1" fmla="*/ 5479554 w 5479554"/>
              <a:gd name="connsiteY1" fmla="*/ 14451 h 6418433"/>
              <a:gd name="connsiteX2" fmla="*/ 363933 w 5479554"/>
              <a:gd name="connsiteY2" fmla="*/ 6418433 h 6418433"/>
              <a:gd name="connsiteX3" fmla="*/ 0 w 5479554"/>
              <a:gd name="connsiteY3" fmla="*/ 6393128 h 6418433"/>
              <a:gd name="connsiteX4" fmla="*/ 5102088 w 5479554"/>
              <a:gd name="connsiteY4" fmla="*/ 0 h 6418433"/>
              <a:gd name="connsiteX0" fmla="*/ 5120384 w 5497850"/>
              <a:gd name="connsiteY0" fmla="*/ 0 h 6448015"/>
              <a:gd name="connsiteX1" fmla="*/ 5497850 w 5497850"/>
              <a:gd name="connsiteY1" fmla="*/ 14451 h 6448015"/>
              <a:gd name="connsiteX2" fmla="*/ 382229 w 5497850"/>
              <a:gd name="connsiteY2" fmla="*/ 6418433 h 6448015"/>
              <a:gd name="connsiteX3" fmla="*/ 0 w 5497850"/>
              <a:gd name="connsiteY3" fmla="*/ 6448015 h 6448015"/>
              <a:gd name="connsiteX4" fmla="*/ 5120384 w 5497850"/>
              <a:gd name="connsiteY4" fmla="*/ 0 h 6448015"/>
              <a:gd name="connsiteX0" fmla="*/ 5120384 w 5497850"/>
              <a:gd name="connsiteY0" fmla="*/ 0 h 6448015"/>
              <a:gd name="connsiteX1" fmla="*/ 5497850 w 5497850"/>
              <a:gd name="connsiteY1" fmla="*/ 14451 h 6448015"/>
              <a:gd name="connsiteX2" fmla="*/ 418820 w 5497850"/>
              <a:gd name="connsiteY2" fmla="*/ 6436729 h 6448015"/>
              <a:gd name="connsiteX3" fmla="*/ 0 w 5497850"/>
              <a:gd name="connsiteY3" fmla="*/ 6448015 h 6448015"/>
              <a:gd name="connsiteX4" fmla="*/ 5120384 w 5497850"/>
              <a:gd name="connsiteY4" fmla="*/ 0 h 6448015"/>
              <a:gd name="connsiteX0" fmla="*/ 5129532 w 5506998"/>
              <a:gd name="connsiteY0" fmla="*/ 0 h 6438867"/>
              <a:gd name="connsiteX1" fmla="*/ 5506998 w 5506998"/>
              <a:gd name="connsiteY1" fmla="*/ 14451 h 6438867"/>
              <a:gd name="connsiteX2" fmla="*/ 427968 w 5506998"/>
              <a:gd name="connsiteY2" fmla="*/ 6436729 h 6438867"/>
              <a:gd name="connsiteX3" fmla="*/ 0 w 5506998"/>
              <a:gd name="connsiteY3" fmla="*/ 6438867 h 6438867"/>
              <a:gd name="connsiteX4" fmla="*/ 5129532 w 5506998"/>
              <a:gd name="connsiteY4" fmla="*/ 0 h 6438867"/>
              <a:gd name="connsiteX0" fmla="*/ 5129532 w 5506998"/>
              <a:gd name="connsiteY0" fmla="*/ 0 h 6438867"/>
              <a:gd name="connsiteX1" fmla="*/ 5506998 w 5506998"/>
              <a:gd name="connsiteY1" fmla="*/ 14451 h 6438867"/>
              <a:gd name="connsiteX2" fmla="*/ 427968 w 5506998"/>
              <a:gd name="connsiteY2" fmla="*/ 6436729 h 6438867"/>
              <a:gd name="connsiteX3" fmla="*/ 0 w 5506998"/>
              <a:gd name="connsiteY3" fmla="*/ 6438867 h 6438867"/>
              <a:gd name="connsiteX4" fmla="*/ 5129532 w 5506998"/>
              <a:gd name="connsiteY4" fmla="*/ 0 h 6438867"/>
              <a:gd name="connsiteX0" fmla="*/ 5129532 w 5517385"/>
              <a:gd name="connsiteY0" fmla="*/ 0 h 6438867"/>
              <a:gd name="connsiteX1" fmla="*/ 5517385 w 5517385"/>
              <a:gd name="connsiteY1" fmla="*/ 4705 h 6438867"/>
              <a:gd name="connsiteX2" fmla="*/ 427968 w 5517385"/>
              <a:gd name="connsiteY2" fmla="*/ 6436729 h 6438867"/>
              <a:gd name="connsiteX3" fmla="*/ 0 w 5517385"/>
              <a:gd name="connsiteY3" fmla="*/ 6438867 h 6438867"/>
              <a:gd name="connsiteX4" fmla="*/ 5129532 w 5517385"/>
              <a:gd name="connsiteY4" fmla="*/ 0 h 643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7385" h="6438867">
                <a:moveTo>
                  <a:pt x="5129532" y="0"/>
                </a:moveTo>
                <a:lnTo>
                  <a:pt x="5517385" y="4705"/>
                </a:lnTo>
                <a:lnTo>
                  <a:pt x="427968" y="6436729"/>
                </a:lnTo>
                <a:lnTo>
                  <a:pt x="0" y="6438867"/>
                </a:lnTo>
                <a:lnTo>
                  <a:pt x="5129532" y="0"/>
                </a:lnTo>
                <a:close/>
              </a:path>
            </a:pathLst>
          </a:custGeom>
          <a:solidFill>
            <a:schemeClr val="tx1">
              <a:alpha val="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ctr" anchorCtr="0" forceAA="0" compatLnSpc="1">
            <a:prstTxWarp prst="textNoShape">
              <a:avLst/>
            </a:prstTxWarp>
            <a:noAutofit/>
          </a:bodyPr>
          <a:lstStyle/>
          <a:p>
            <a:pPr marL="2921711" algn="ctr">
              <a:lnSpc>
                <a:spcPct val="110000"/>
              </a:lnSpc>
              <a:spcAft>
                <a:spcPts val="900"/>
              </a:spcAft>
            </a:pPr>
            <a:endParaRPr lang="en-US" sz="5998" spc="40">
              <a:solidFill>
                <a:schemeClr val="bg1"/>
              </a:solidFill>
              <a:latin typeface="Arial" charset="0"/>
            </a:endParaRPr>
          </a:p>
        </p:txBody>
      </p:sp>
      <p:sp>
        <p:nvSpPr>
          <p:cNvPr id="10" name="Rectangle 75">
            <a:extLst>
              <a:ext uri="{FF2B5EF4-FFF2-40B4-BE49-F238E27FC236}">
                <a16:creationId xmlns:a16="http://schemas.microsoft.com/office/drawing/2014/main" id="{4CCC9B11-A767-4A9D-86EE-FE1A39FCE353}"/>
              </a:ext>
            </a:extLst>
          </p:cNvPr>
          <p:cNvSpPr/>
          <p:nvPr/>
        </p:nvSpPr>
        <p:spPr>
          <a:xfrm>
            <a:off x="5914720" y="9194"/>
            <a:ext cx="6282787" cy="6856792"/>
          </a:xfrm>
          <a:custGeom>
            <a:avLst/>
            <a:gdLst>
              <a:gd name="connsiteX0" fmla="*/ 0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0 w 5006146"/>
              <a:gd name="connsiteY4" fmla="*/ 0 h 6432884"/>
              <a:gd name="connsiteX0" fmla="*/ 1868557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1868557 w 5006146"/>
              <a:gd name="connsiteY4" fmla="*/ 0 h 6432884"/>
              <a:gd name="connsiteX0" fmla="*/ 4823792 w 7961381"/>
              <a:gd name="connsiteY0" fmla="*/ 0 h 6432884"/>
              <a:gd name="connsiteX1" fmla="*/ 7961381 w 7961381"/>
              <a:gd name="connsiteY1" fmla="*/ 0 h 6432884"/>
              <a:gd name="connsiteX2" fmla="*/ 7961381 w 7961381"/>
              <a:gd name="connsiteY2" fmla="*/ 6432884 h 6432884"/>
              <a:gd name="connsiteX3" fmla="*/ 0 w 7961381"/>
              <a:gd name="connsiteY3" fmla="*/ 6353371 h 6432884"/>
              <a:gd name="connsiteX4" fmla="*/ 4823792 w 7961381"/>
              <a:gd name="connsiteY4" fmla="*/ 0 h 6432884"/>
              <a:gd name="connsiteX0" fmla="*/ 5049079 w 8186668"/>
              <a:gd name="connsiteY0" fmla="*/ 0 h 6432884"/>
              <a:gd name="connsiteX1" fmla="*/ 8186668 w 8186668"/>
              <a:gd name="connsiteY1" fmla="*/ 0 h 6432884"/>
              <a:gd name="connsiteX2" fmla="*/ 8186668 w 8186668"/>
              <a:gd name="connsiteY2" fmla="*/ 6432884 h 6432884"/>
              <a:gd name="connsiteX3" fmla="*/ 0 w 8186668"/>
              <a:gd name="connsiteY3" fmla="*/ 6379876 h 6432884"/>
              <a:gd name="connsiteX4" fmla="*/ 5049079 w 8186668"/>
              <a:gd name="connsiteY4" fmla="*/ 0 h 6432884"/>
              <a:gd name="connsiteX0" fmla="*/ 5102088 w 8239677"/>
              <a:gd name="connsiteY0" fmla="*/ 0 h 6432884"/>
              <a:gd name="connsiteX1" fmla="*/ 8239677 w 8239677"/>
              <a:gd name="connsiteY1" fmla="*/ 0 h 6432884"/>
              <a:gd name="connsiteX2" fmla="*/ 8239677 w 8239677"/>
              <a:gd name="connsiteY2" fmla="*/ 6432884 h 6432884"/>
              <a:gd name="connsiteX3" fmla="*/ 0 w 8239677"/>
              <a:gd name="connsiteY3" fmla="*/ 6393128 h 6432884"/>
              <a:gd name="connsiteX4" fmla="*/ 5102088 w 8239677"/>
              <a:gd name="connsiteY4" fmla="*/ 0 h 6432884"/>
              <a:gd name="connsiteX0" fmla="*/ 5093699 w 8231288"/>
              <a:gd name="connsiteY0" fmla="*/ 0 h 6435073"/>
              <a:gd name="connsiteX1" fmla="*/ 8231288 w 8231288"/>
              <a:gd name="connsiteY1" fmla="*/ 0 h 6435073"/>
              <a:gd name="connsiteX2" fmla="*/ 8231288 w 8231288"/>
              <a:gd name="connsiteY2" fmla="*/ 6432884 h 6435073"/>
              <a:gd name="connsiteX3" fmla="*/ 0 w 8231288"/>
              <a:gd name="connsiteY3" fmla="*/ 6435073 h 6435073"/>
              <a:gd name="connsiteX4" fmla="*/ 5093699 w 8231288"/>
              <a:gd name="connsiteY4" fmla="*/ 0 h 6435073"/>
              <a:gd name="connsiteX0" fmla="*/ 5093699 w 8231288"/>
              <a:gd name="connsiteY0" fmla="*/ 0 h 6435073"/>
              <a:gd name="connsiteX1" fmla="*/ 6242067 w 8231288"/>
              <a:gd name="connsiteY1" fmla="*/ 0 h 6435073"/>
              <a:gd name="connsiteX2" fmla="*/ 8231288 w 8231288"/>
              <a:gd name="connsiteY2" fmla="*/ 6432884 h 6435073"/>
              <a:gd name="connsiteX3" fmla="*/ 0 w 8231288"/>
              <a:gd name="connsiteY3" fmla="*/ 6435073 h 6435073"/>
              <a:gd name="connsiteX4" fmla="*/ 5093699 w 8231288"/>
              <a:gd name="connsiteY4" fmla="*/ 0 h 6435073"/>
              <a:gd name="connsiteX0" fmla="*/ 5093699 w 6274151"/>
              <a:gd name="connsiteY0" fmla="*/ 0 h 6435073"/>
              <a:gd name="connsiteX1" fmla="*/ 6242067 w 6274151"/>
              <a:gd name="connsiteY1" fmla="*/ 0 h 6435073"/>
              <a:gd name="connsiteX2" fmla="*/ 6274151 w 6274151"/>
              <a:gd name="connsiteY2" fmla="*/ 6432884 h 6435073"/>
              <a:gd name="connsiteX3" fmla="*/ 0 w 6274151"/>
              <a:gd name="connsiteY3" fmla="*/ 6435073 h 6435073"/>
              <a:gd name="connsiteX4" fmla="*/ 5093699 w 6274151"/>
              <a:gd name="connsiteY4" fmla="*/ 0 h 6435073"/>
              <a:gd name="connsiteX0" fmla="*/ 5093699 w 6274151"/>
              <a:gd name="connsiteY0" fmla="*/ 0 h 6435073"/>
              <a:gd name="connsiteX1" fmla="*/ 6258109 w 6274151"/>
              <a:gd name="connsiteY1" fmla="*/ 16042 h 6435073"/>
              <a:gd name="connsiteX2" fmla="*/ 6274151 w 6274151"/>
              <a:gd name="connsiteY2" fmla="*/ 6432884 h 6435073"/>
              <a:gd name="connsiteX3" fmla="*/ 0 w 6274151"/>
              <a:gd name="connsiteY3" fmla="*/ 6435073 h 6435073"/>
              <a:gd name="connsiteX4" fmla="*/ 5093699 w 6274151"/>
              <a:gd name="connsiteY4" fmla="*/ 0 h 6435073"/>
              <a:gd name="connsiteX0" fmla="*/ 5093699 w 6284424"/>
              <a:gd name="connsiteY0" fmla="*/ 542 h 6435615"/>
              <a:gd name="connsiteX1" fmla="*/ 6283509 w 6284424"/>
              <a:gd name="connsiteY1" fmla="*/ 1688 h 6435615"/>
              <a:gd name="connsiteX2" fmla="*/ 6274151 w 6284424"/>
              <a:gd name="connsiteY2" fmla="*/ 6433426 h 6435615"/>
              <a:gd name="connsiteX3" fmla="*/ 0 w 6284424"/>
              <a:gd name="connsiteY3" fmla="*/ 6435615 h 6435615"/>
              <a:gd name="connsiteX4" fmla="*/ 5093699 w 6284424"/>
              <a:gd name="connsiteY4" fmla="*/ 542 h 6435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84424" h="6435615">
                <a:moveTo>
                  <a:pt x="5093699" y="542"/>
                </a:moveTo>
                <a:cubicBezTo>
                  <a:pt x="5481836" y="5889"/>
                  <a:pt x="5895372" y="-3659"/>
                  <a:pt x="6283509" y="1688"/>
                </a:cubicBezTo>
                <a:cubicBezTo>
                  <a:pt x="6288856" y="2140635"/>
                  <a:pt x="6268804" y="4294479"/>
                  <a:pt x="6274151" y="6433426"/>
                </a:cubicBezTo>
                <a:lnTo>
                  <a:pt x="0" y="6435615"/>
                </a:lnTo>
                <a:lnTo>
                  <a:pt x="5093699" y="542"/>
                </a:lnTo>
                <a:close/>
              </a:path>
            </a:pathLst>
          </a:cu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ctr" anchorCtr="0" forceAA="0" compatLnSpc="1">
            <a:prstTxWarp prst="textNoShape">
              <a:avLst/>
            </a:prstTxWarp>
            <a:noAutofit/>
          </a:bodyPr>
          <a:lstStyle/>
          <a:p>
            <a:pPr marL="2921711" algn="ctr">
              <a:lnSpc>
                <a:spcPct val="110000"/>
              </a:lnSpc>
              <a:spcAft>
                <a:spcPts val="900"/>
              </a:spcAft>
            </a:pPr>
            <a:endParaRPr lang="en-US" sz="5998" spc="40">
              <a:solidFill>
                <a:schemeClr val="bg1"/>
              </a:solidFill>
              <a:latin typeface="Arial" charset="0"/>
            </a:endParaRPr>
          </a:p>
        </p:txBody>
      </p:sp>
      <p:sp>
        <p:nvSpPr>
          <p:cNvPr id="2" name="Title 1">
            <a:extLst>
              <a:ext uri="{FF2B5EF4-FFF2-40B4-BE49-F238E27FC236}">
                <a16:creationId xmlns:a16="http://schemas.microsoft.com/office/drawing/2014/main" id="{FF514A18-65C2-304E-BA9D-12AA567DF4B9}"/>
              </a:ext>
            </a:extLst>
          </p:cNvPr>
          <p:cNvSpPr>
            <a:spLocks noGrp="1"/>
          </p:cNvSpPr>
          <p:nvPr>
            <p:ph type="title"/>
          </p:nvPr>
        </p:nvSpPr>
        <p:spPr>
          <a:xfrm>
            <a:off x="736840" y="452673"/>
            <a:ext cx="6861172" cy="498475"/>
          </a:xfrm>
        </p:spPr>
        <p:txBody>
          <a:bodyPr/>
          <a:lstStyle/>
          <a:p>
            <a:r>
              <a:rPr lang="en-US"/>
              <a:t>Study Design</a:t>
            </a:r>
          </a:p>
        </p:txBody>
      </p:sp>
      <p:sp>
        <p:nvSpPr>
          <p:cNvPr id="4" name="Text Placeholder 3">
            <a:extLst>
              <a:ext uri="{FF2B5EF4-FFF2-40B4-BE49-F238E27FC236}">
                <a16:creationId xmlns:a16="http://schemas.microsoft.com/office/drawing/2014/main" id="{B264CE4C-A50D-E740-BEAD-FC8FEAA8A44B}"/>
              </a:ext>
            </a:extLst>
          </p:cNvPr>
          <p:cNvSpPr>
            <a:spLocks noGrp="1"/>
          </p:cNvSpPr>
          <p:nvPr>
            <p:ph type="body" sz="quarter" idx="13"/>
          </p:nvPr>
        </p:nvSpPr>
        <p:spPr>
          <a:xfrm>
            <a:off x="1055914" y="1402928"/>
            <a:ext cx="5842036" cy="4775622"/>
          </a:xfrm>
        </p:spPr>
        <p:txBody>
          <a:bodyPr/>
          <a:lstStyle/>
          <a:p>
            <a:r>
              <a:rPr lang="en-US">
                <a:solidFill>
                  <a:schemeClr val="tx1">
                    <a:lumMod val="75000"/>
                    <a:lumOff val="25000"/>
                  </a:schemeClr>
                </a:solidFill>
                <a:latin typeface="Arial Nova" panose="020B0504020202020204" pitchFamily="34" charset="0"/>
              </a:rPr>
              <a:t>Within-Subject Design</a:t>
            </a:r>
          </a:p>
          <a:p>
            <a:pPr marL="684213" lvl="1" indent="-342900">
              <a:buFont typeface="Arial" panose="020B0604020202020204" pitchFamily="34" charset="0"/>
              <a:buChar char="•"/>
            </a:pPr>
            <a:r>
              <a:rPr lang="en-US">
                <a:solidFill>
                  <a:schemeClr val="tx1">
                    <a:lumMod val="75000"/>
                    <a:lumOff val="25000"/>
                  </a:schemeClr>
                </a:solidFill>
                <a:latin typeface="Arial Narrow" panose="020B0606020202030204" pitchFamily="34" charset="0"/>
              </a:rPr>
              <a:t>All participants were exposed to the different levels of the independent variable, which are previous and current </a:t>
            </a:r>
            <a:r>
              <a:rPr lang="en-US" err="1">
                <a:solidFill>
                  <a:schemeClr val="tx1">
                    <a:lumMod val="75000"/>
                    <a:lumOff val="25000"/>
                  </a:schemeClr>
                </a:solidFill>
                <a:latin typeface="Arial Narrow" panose="020B0606020202030204" pitchFamily="34" charset="0"/>
              </a:rPr>
              <a:t>ABTools</a:t>
            </a:r>
            <a:r>
              <a:rPr lang="en-US">
                <a:solidFill>
                  <a:schemeClr val="tx1">
                    <a:lumMod val="75000"/>
                    <a:lumOff val="25000"/>
                  </a:schemeClr>
                </a:solidFill>
                <a:latin typeface="Arial Narrow" panose="020B0606020202030204" pitchFamily="34" charset="0"/>
              </a:rPr>
              <a:t>.</a:t>
            </a:r>
          </a:p>
          <a:p>
            <a:pPr marL="684213" lvl="1" indent="-342900">
              <a:buFont typeface="Arial" panose="020B0604020202020204" pitchFamily="34" charset="0"/>
              <a:buChar char="•"/>
            </a:pPr>
            <a:endParaRPr lang="en-US">
              <a:solidFill>
                <a:schemeClr val="tx1">
                  <a:lumMod val="75000"/>
                  <a:lumOff val="25000"/>
                </a:schemeClr>
              </a:solidFill>
              <a:latin typeface="Arial Narrow" panose="020B0606020202030204" pitchFamily="34" charset="0"/>
            </a:endParaRPr>
          </a:p>
          <a:p>
            <a:r>
              <a:rPr lang="en-US">
                <a:solidFill>
                  <a:schemeClr val="tx1">
                    <a:lumMod val="75000"/>
                    <a:lumOff val="25000"/>
                  </a:schemeClr>
                </a:solidFill>
                <a:latin typeface="Arial Nova" panose="020B0504020202020204" pitchFamily="34" charset="0"/>
              </a:rPr>
              <a:t>Longitudinal Research</a:t>
            </a:r>
          </a:p>
          <a:p>
            <a:pPr marL="684213" lvl="1" indent="-342900">
              <a:buFont typeface="Arial" panose="020B0604020202020204" pitchFamily="34" charset="0"/>
              <a:buChar char="•"/>
            </a:pPr>
            <a:r>
              <a:rPr lang="en-US">
                <a:solidFill>
                  <a:schemeClr val="tx1">
                    <a:lumMod val="75000"/>
                    <a:lumOff val="25000"/>
                  </a:schemeClr>
                </a:solidFill>
                <a:latin typeface="Arial Narrow" panose="020B0606020202030204" pitchFamily="34" charset="0"/>
              </a:rPr>
              <a:t>A longitudinal study is a research conducted over </a:t>
            </a:r>
            <a:br>
              <a:rPr lang="en-US">
                <a:solidFill>
                  <a:schemeClr val="tx1">
                    <a:lumMod val="75000"/>
                    <a:lumOff val="25000"/>
                  </a:schemeClr>
                </a:solidFill>
                <a:latin typeface="Arial Narrow" panose="020B0606020202030204" pitchFamily="34" charset="0"/>
              </a:rPr>
            </a:br>
            <a:r>
              <a:rPr lang="en-US">
                <a:solidFill>
                  <a:schemeClr val="tx1">
                    <a:lumMod val="75000"/>
                    <a:lumOff val="25000"/>
                  </a:schemeClr>
                </a:solidFill>
                <a:latin typeface="Arial Narrow" panose="020B0606020202030204" pitchFamily="34" charset="0"/>
              </a:rPr>
              <a:t>an extended period of time. </a:t>
            </a:r>
          </a:p>
          <a:p>
            <a:pPr marL="684213" lvl="1" indent="-342900">
              <a:buFont typeface="Arial" panose="020B0604020202020204" pitchFamily="34" charset="0"/>
              <a:buChar char="•"/>
            </a:pPr>
            <a:r>
              <a:rPr lang="en-US">
                <a:solidFill>
                  <a:schemeClr val="tx1">
                    <a:lumMod val="75000"/>
                    <a:lumOff val="25000"/>
                  </a:schemeClr>
                </a:solidFill>
                <a:latin typeface="Arial Narrow" panose="020B0606020202030204" pitchFamily="34" charset="0"/>
              </a:rPr>
              <a:t>In business, it is mostly used in </a:t>
            </a:r>
            <a:r>
              <a:rPr lang="en-US" b="1">
                <a:solidFill>
                  <a:schemeClr val="tx1">
                    <a:lumMod val="75000"/>
                    <a:lumOff val="25000"/>
                  </a:schemeClr>
                </a:solidFill>
                <a:latin typeface="Arial Narrow" panose="020B0606020202030204" pitchFamily="34" charset="0"/>
              </a:rPr>
              <a:t>product launches</a:t>
            </a:r>
            <a:r>
              <a:rPr lang="en-US">
                <a:solidFill>
                  <a:schemeClr val="tx1">
                    <a:lumMod val="75000"/>
                    <a:lumOff val="25000"/>
                  </a:schemeClr>
                </a:solidFill>
                <a:latin typeface="Arial Narrow" panose="020B0606020202030204" pitchFamily="34" charset="0"/>
              </a:rPr>
              <a:t>, </a:t>
            </a:r>
            <a:r>
              <a:rPr lang="en-US" b="1">
                <a:solidFill>
                  <a:schemeClr val="tx1">
                    <a:lumMod val="75000"/>
                    <a:lumOff val="25000"/>
                  </a:schemeClr>
                </a:solidFill>
                <a:latin typeface="Arial Narrow" panose="020B0606020202030204" pitchFamily="34" charset="0"/>
              </a:rPr>
              <a:t>customer satisfaction</a:t>
            </a:r>
            <a:r>
              <a:rPr lang="en-US">
                <a:solidFill>
                  <a:schemeClr val="tx1">
                    <a:lumMod val="75000"/>
                    <a:lumOff val="25000"/>
                  </a:schemeClr>
                </a:solidFill>
                <a:latin typeface="Arial Narrow" panose="020B0606020202030204" pitchFamily="34" charset="0"/>
              </a:rPr>
              <a:t>, market trends, brand awareness, employee engagement, etc.</a:t>
            </a:r>
          </a:p>
          <a:p>
            <a:pPr marL="684213" lvl="1" indent="-342900">
              <a:buFont typeface="Arial" panose="020B0604020202020204" pitchFamily="34" charset="0"/>
              <a:buChar char="•"/>
            </a:pPr>
            <a:endParaRPr lang="en-US">
              <a:solidFill>
                <a:schemeClr val="tx1">
                  <a:lumMod val="75000"/>
                  <a:lumOff val="25000"/>
                </a:schemeClr>
              </a:solidFill>
              <a:latin typeface="Arial Nova" panose="020B0504020202020204" pitchFamily="34" charset="0"/>
            </a:endParaRPr>
          </a:p>
          <a:p>
            <a:pPr marL="684213" lvl="1" indent="-342900">
              <a:buFont typeface="Arial" panose="020B0604020202020204" pitchFamily="34" charset="0"/>
              <a:buChar char="•"/>
            </a:pPr>
            <a:endParaRPr lang="en-US">
              <a:solidFill>
                <a:schemeClr val="tx1">
                  <a:lumMod val="75000"/>
                  <a:lumOff val="25000"/>
                </a:schemeClr>
              </a:solidFill>
              <a:latin typeface="Arial Nova" panose="020B0504020202020204" pitchFamily="34" charset="0"/>
            </a:endParaRPr>
          </a:p>
          <a:p>
            <a:endParaRPr lang="en-US">
              <a:solidFill>
                <a:schemeClr val="tx1">
                  <a:lumMod val="75000"/>
                  <a:lumOff val="25000"/>
                </a:schemeClr>
              </a:solidFill>
              <a:latin typeface="Arial Nova" panose="020B0504020202020204" pitchFamily="34" charset="0"/>
            </a:endParaRPr>
          </a:p>
        </p:txBody>
      </p:sp>
      <p:pic>
        <p:nvPicPr>
          <p:cNvPr id="14" name="Picture 13">
            <a:extLst>
              <a:ext uri="{FF2B5EF4-FFF2-40B4-BE49-F238E27FC236}">
                <a16:creationId xmlns:a16="http://schemas.microsoft.com/office/drawing/2014/main" id="{FFBEAC6B-0EB5-46B2-8124-E92E9E4DE92E}"/>
              </a:ext>
            </a:extLst>
          </p:cNvPr>
          <p:cNvPicPr>
            <a:picLocks noChangeAspect="1"/>
          </p:cNvPicPr>
          <p:nvPr/>
        </p:nvPicPr>
        <p:blipFill rotWithShape="1">
          <a:blip r:embed="rId3"/>
          <a:srcRect l="62080" t="21028" r="18863" b="45945"/>
          <a:stretch/>
        </p:blipFill>
        <p:spPr>
          <a:xfrm>
            <a:off x="10359663" y="4858739"/>
            <a:ext cx="1410797" cy="1324311"/>
          </a:xfrm>
          <a:prstGeom prst="rect">
            <a:avLst/>
          </a:prstGeom>
        </p:spPr>
      </p:pic>
      <p:pic>
        <p:nvPicPr>
          <p:cNvPr id="15" name="Picture 14">
            <a:extLst>
              <a:ext uri="{FF2B5EF4-FFF2-40B4-BE49-F238E27FC236}">
                <a16:creationId xmlns:a16="http://schemas.microsoft.com/office/drawing/2014/main" id="{5BFECC05-C698-47FE-A44A-88F61A34555D}"/>
              </a:ext>
            </a:extLst>
          </p:cNvPr>
          <p:cNvPicPr>
            <a:picLocks noChangeAspect="1"/>
          </p:cNvPicPr>
          <p:nvPr/>
        </p:nvPicPr>
        <p:blipFill rotWithShape="1">
          <a:blip r:embed="rId3"/>
          <a:srcRect l="43664" t="60717" r="35737" b="8354"/>
          <a:stretch/>
        </p:blipFill>
        <p:spPr>
          <a:xfrm>
            <a:off x="9307229" y="3118190"/>
            <a:ext cx="1524892" cy="1240208"/>
          </a:xfrm>
          <a:prstGeom prst="rect">
            <a:avLst/>
          </a:prstGeom>
        </p:spPr>
      </p:pic>
      <p:pic>
        <p:nvPicPr>
          <p:cNvPr id="16" name="Picture 15">
            <a:extLst>
              <a:ext uri="{FF2B5EF4-FFF2-40B4-BE49-F238E27FC236}">
                <a16:creationId xmlns:a16="http://schemas.microsoft.com/office/drawing/2014/main" id="{06B06ED6-ABE3-4FF3-A6E1-E44911C00627}"/>
              </a:ext>
            </a:extLst>
          </p:cNvPr>
          <p:cNvPicPr>
            <a:picLocks noChangeAspect="1"/>
          </p:cNvPicPr>
          <p:nvPr/>
        </p:nvPicPr>
        <p:blipFill rotWithShape="1">
          <a:blip r:embed="rId3"/>
          <a:srcRect l="26803" t="21028" r="52236" b="45945"/>
          <a:stretch/>
        </p:blipFill>
        <p:spPr>
          <a:xfrm>
            <a:off x="8400184" y="4858739"/>
            <a:ext cx="1551684" cy="1324311"/>
          </a:xfrm>
          <a:prstGeom prst="rect">
            <a:avLst/>
          </a:prstGeom>
        </p:spPr>
      </p:pic>
      <p:sp>
        <p:nvSpPr>
          <p:cNvPr id="17" name="Content Placeholder 4">
            <a:extLst>
              <a:ext uri="{FF2B5EF4-FFF2-40B4-BE49-F238E27FC236}">
                <a16:creationId xmlns:a16="http://schemas.microsoft.com/office/drawing/2014/main" id="{ECA33D37-A5AF-49DE-B0CD-0B21E59C806D}"/>
              </a:ext>
            </a:extLst>
          </p:cNvPr>
          <p:cNvSpPr txBox="1">
            <a:spLocks/>
          </p:cNvSpPr>
          <p:nvPr/>
        </p:nvSpPr>
        <p:spPr bwMode="auto">
          <a:xfrm>
            <a:off x="8684812" y="6129359"/>
            <a:ext cx="971045" cy="325438"/>
          </a:xfrm>
          <a:prstGeom prst="rect">
            <a:avLst/>
          </a:prstGeom>
          <a:noFill/>
          <a:ln w="9525">
            <a:noFill/>
            <a:miter lim="800000"/>
            <a:headEnd/>
            <a:tailEnd/>
          </a:ln>
        </p:spPr>
        <p:txBody>
          <a:bodyPr wrap="square" anchor="t">
            <a:noAutofit/>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pPr>
              <a:lnSpc>
                <a:spcPct val="100000"/>
              </a:lnSpc>
              <a:spcAft>
                <a:spcPts val="0"/>
              </a:spcAft>
            </a:pPr>
            <a:r>
              <a:rPr lang="en-US" sz="1200" kern="0">
                <a:solidFill>
                  <a:schemeClr val="tx1">
                    <a:lumMod val="65000"/>
                    <a:lumOff val="35000"/>
                  </a:schemeClr>
                </a:solidFill>
                <a:latin typeface="Arial"/>
                <a:cs typeface="Arial"/>
              </a:rPr>
              <a:t>Previous</a:t>
            </a:r>
            <a:endParaRPr lang="en-US" sz="1400" kern="0">
              <a:solidFill>
                <a:schemeClr val="tx1">
                  <a:lumMod val="65000"/>
                  <a:lumOff val="35000"/>
                </a:schemeClr>
              </a:solidFill>
              <a:latin typeface="Arial"/>
              <a:cs typeface="Arial"/>
            </a:endParaRPr>
          </a:p>
        </p:txBody>
      </p:sp>
      <p:sp>
        <p:nvSpPr>
          <p:cNvPr id="18" name="Content Placeholder 4">
            <a:extLst>
              <a:ext uri="{FF2B5EF4-FFF2-40B4-BE49-F238E27FC236}">
                <a16:creationId xmlns:a16="http://schemas.microsoft.com/office/drawing/2014/main" id="{DA2AC462-E4B8-4619-80F1-941766424437}"/>
              </a:ext>
            </a:extLst>
          </p:cNvPr>
          <p:cNvSpPr txBox="1">
            <a:spLocks/>
          </p:cNvSpPr>
          <p:nvPr/>
        </p:nvSpPr>
        <p:spPr bwMode="auto">
          <a:xfrm>
            <a:off x="10749161" y="6130306"/>
            <a:ext cx="971045" cy="325438"/>
          </a:xfrm>
          <a:prstGeom prst="rect">
            <a:avLst/>
          </a:prstGeom>
          <a:noFill/>
          <a:ln w="9525">
            <a:noFill/>
            <a:miter lim="800000"/>
            <a:headEnd/>
            <a:tailEnd/>
          </a:ln>
        </p:spPr>
        <p:txBody>
          <a:bodyPr wrap="square" anchor="t">
            <a:noAutofit/>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pPr>
              <a:lnSpc>
                <a:spcPct val="100000"/>
              </a:lnSpc>
              <a:spcAft>
                <a:spcPts val="0"/>
              </a:spcAft>
            </a:pPr>
            <a:r>
              <a:rPr lang="en-US" sz="1200" kern="0">
                <a:solidFill>
                  <a:schemeClr val="tx1">
                    <a:lumMod val="65000"/>
                    <a:lumOff val="35000"/>
                  </a:schemeClr>
                </a:solidFill>
                <a:latin typeface="Arial"/>
                <a:cs typeface="Arial"/>
              </a:rPr>
              <a:t>Current</a:t>
            </a:r>
            <a:endParaRPr lang="en-US" sz="1400" kern="0">
              <a:solidFill>
                <a:schemeClr val="tx1">
                  <a:lumMod val="65000"/>
                  <a:lumOff val="35000"/>
                </a:schemeClr>
              </a:solidFill>
              <a:latin typeface="Arial"/>
              <a:cs typeface="Arial"/>
            </a:endParaRPr>
          </a:p>
        </p:txBody>
      </p:sp>
      <p:sp>
        <p:nvSpPr>
          <p:cNvPr id="19" name="Rectangle 18">
            <a:extLst>
              <a:ext uri="{FF2B5EF4-FFF2-40B4-BE49-F238E27FC236}">
                <a16:creationId xmlns:a16="http://schemas.microsoft.com/office/drawing/2014/main" id="{01AB9450-254C-47D0-8BB3-C0AA6416F484}"/>
              </a:ext>
            </a:extLst>
          </p:cNvPr>
          <p:cNvSpPr/>
          <p:nvPr/>
        </p:nvSpPr>
        <p:spPr>
          <a:xfrm>
            <a:off x="9494083" y="4998372"/>
            <a:ext cx="65298" cy="677599"/>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t" anchorCtr="0" forceAA="0" compatLnSpc="1">
            <a:prstTxWarp prst="textNoShape">
              <a:avLst/>
            </a:prstTxWarp>
            <a:noAutofit/>
          </a:bodyPr>
          <a:lstStyle/>
          <a:p>
            <a:pPr algn="ctr">
              <a:lnSpc>
                <a:spcPct val="110000"/>
              </a:lnSpc>
              <a:spcAft>
                <a:spcPts val="900"/>
              </a:spcAft>
            </a:pPr>
            <a:endParaRPr lang="en-US" sz="2000" b="0" spc="40">
              <a:solidFill>
                <a:srgbClr val="000000"/>
              </a:solidFill>
              <a:latin typeface="Arial" charset="0"/>
            </a:endParaRPr>
          </a:p>
        </p:txBody>
      </p:sp>
    </p:spTree>
    <p:extLst>
      <p:ext uri="{BB962C8B-B14F-4D97-AF65-F5344CB8AC3E}">
        <p14:creationId xmlns:p14="http://schemas.microsoft.com/office/powerpoint/2010/main" val="26397140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B81EF6C-ABEC-4D6B-B446-B3EAD58D448A}"/>
              </a:ext>
            </a:extLst>
          </p:cNvPr>
          <p:cNvSpPr/>
          <p:nvPr/>
        </p:nvSpPr>
        <p:spPr>
          <a:xfrm>
            <a:off x="0" y="0"/>
            <a:ext cx="12188825" cy="6441047"/>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t" anchorCtr="0" forceAA="0" compatLnSpc="1">
            <a:prstTxWarp prst="textNoShape">
              <a:avLst/>
            </a:prstTxWarp>
            <a:noAutofit/>
          </a:bodyPr>
          <a:lstStyle/>
          <a:p>
            <a:pPr algn="ctr">
              <a:lnSpc>
                <a:spcPct val="110000"/>
              </a:lnSpc>
              <a:spcAft>
                <a:spcPts val="900"/>
              </a:spcAft>
            </a:pPr>
            <a:endParaRPr lang="en-US" sz="2000" b="0" spc="40">
              <a:solidFill>
                <a:srgbClr val="000000"/>
              </a:solidFill>
              <a:latin typeface="Arial" charset="0"/>
            </a:endParaRPr>
          </a:p>
        </p:txBody>
      </p:sp>
      <p:sp>
        <p:nvSpPr>
          <p:cNvPr id="2" name="Title 1">
            <a:extLst>
              <a:ext uri="{FF2B5EF4-FFF2-40B4-BE49-F238E27FC236}">
                <a16:creationId xmlns:a16="http://schemas.microsoft.com/office/drawing/2014/main" id="{FF514A18-65C2-304E-BA9D-12AA567DF4B9}"/>
              </a:ext>
            </a:extLst>
          </p:cNvPr>
          <p:cNvSpPr>
            <a:spLocks noGrp="1"/>
          </p:cNvSpPr>
          <p:nvPr>
            <p:ph type="title"/>
          </p:nvPr>
        </p:nvSpPr>
        <p:spPr>
          <a:xfrm>
            <a:off x="736840" y="452673"/>
            <a:ext cx="6861172" cy="498475"/>
          </a:xfrm>
        </p:spPr>
        <p:txBody>
          <a:bodyPr/>
          <a:lstStyle/>
          <a:p>
            <a:r>
              <a:rPr lang="en-US"/>
              <a:t>Previous </a:t>
            </a:r>
            <a:r>
              <a:rPr lang="en-US" err="1"/>
              <a:t>ABTools</a:t>
            </a:r>
            <a:endParaRPr lang="en-US"/>
          </a:p>
        </p:txBody>
      </p:sp>
      <p:pic>
        <p:nvPicPr>
          <p:cNvPr id="6" name="Picture 5">
            <a:extLst>
              <a:ext uri="{FF2B5EF4-FFF2-40B4-BE49-F238E27FC236}">
                <a16:creationId xmlns:a16="http://schemas.microsoft.com/office/drawing/2014/main" id="{9B35F035-4A40-4BAC-902A-C2C477D8D7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797" y="1399879"/>
            <a:ext cx="5765800" cy="4438650"/>
          </a:xfrm>
          <a:prstGeom prst="rect">
            <a:avLst/>
          </a:prstGeom>
        </p:spPr>
      </p:pic>
      <p:pic>
        <p:nvPicPr>
          <p:cNvPr id="7" name="Picture 6">
            <a:extLst>
              <a:ext uri="{FF2B5EF4-FFF2-40B4-BE49-F238E27FC236}">
                <a16:creationId xmlns:a16="http://schemas.microsoft.com/office/drawing/2014/main" id="{22255507-EC15-4773-B79A-1E43E13B9D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21229" y="1399879"/>
            <a:ext cx="5753100" cy="4419600"/>
          </a:xfrm>
          <a:prstGeom prst="rect">
            <a:avLst/>
          </a:prstGeom>
        </p:spPr>
      </p:pic>
    </p:spTree>
    <p:extLst>
      <p:ext uri="{BB962C8B-B14F-4D97-AF65-F5344CB8AC3E}">
        <p14:creationId xmlns:p14="http://schemas.microsoft.com/office/powerpoint/2010/main" val="23062607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B81EF6C-ABEC-4D6B-B446-B3EAD58D448A}"/>
              </a:ext>
            </a:extLst>
          </p:cNvPr>
          <p:cNvSpPr/>
          <p:nvPr/>
        </p:nvSpPr>
        <p:spPr>
          <a:xfrm>
            <a:off x="0" y="0"/>
            <a:ext cx="12188825" cy="6441047"/>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t" anchorCtr="0" forceAA="0" compatLnSpc="1">
            <a:prstTxWarp prst="textNoShape">
              <a:avLst/>
            </a:prstTxWarp>
            <a:noAutofit/>
          </a:bodyPr>
          <a:lstStyle/>
          <a:p>
            <a:pPr algn="ctr">
              <a:lnSpc>
                <a:spcPct val="110000"/>
              </a:lnSpc>
              <a:spcAft>
                <a:spcPts val="900"/>
              </a:spcAft>
            </a:pPr>
            <a:endParaRPr lang="en-US" sz="2000" b="0" spc="40">
              <a:solidFill>
                <a:srgbClr val="000000"/>
              </a:solidFill>
              <a:latin typeface="Arial" charset="0"/>
            </a:endParaRPr>
          </a:p>
        </p:txBody>
      </p:sp>
      <p:sp>
        <p:nvSpPr>
          <p:cNvPr id="2" name="Title 1">
            <a:extLst>
              <a:ext uri="{FF2B5EF4-FFF2-40B4-BE49-F238E27FC236}">
                <a16:creationId xmlns:a16="http://schemas.microsoft.com/office/drawing/2014/main" id="{FF514A18-65C2-304E-BA9D-12AA567DF4B9}"/>
              </a:ext>
            </a:extLst>
          </p:cNvPr>
          <p:cNvSpPr>
            <a:spLocks noGrp="1"/>
          </p:cNvSpPr>
          <p:nvPr>
            <p:ph type="title"/>
          </p:nvPr>
        </p:nvSpPr>
        <p:spPr>
          <a:xfrm>
            <a:off x="736840" y="452673"/>
            <a:ext cx="6861172" cy="498475"/>
          </a:xfrm>
        </p:spPr>
        <p:txBody>
          <a:bodyPr/>
          <a:lstStyle/>
          <a:p>
            <a:r>
              <a:rPr lang="en-US"/>
              <a:t>Current </a:t>
            </a:r>
            <a:r>
              <a:rPr lang="en-US" err="1"/>
              <a:t>ABTools</a:t>
            </a:r>
            <a:endParaRPr lang="en-US"/>
          </a:p>
        </p:txBody>
      </p:sp>
      <p:pic>
        <p:nvPicPr>
          <p:cNvPr id="8" name="Picture 7">
            <a:extLst>
              <a:ext uri="{FF2B5EF4-FFF2-40B4-BE49-F238E27FC236}">
                <a16:creationId xmlns:a16="http://schemas.microsoft.com/office/drawing/2014/main" id="{C17A4A62-2449-40E2-A24F-72266F5F00D2}"/>
              </a:ext>
            </a:extLst>
          </p:cNvPr>
          <p:cNvPicPr>
            <a:picLocks noChangeAspect="1"/>
          </p:cNvPicPr>
          <p:nvPr/>
        </p:nvPicPr>
        <p:blipFill rotWithShape="1">
          <a:blip r:embed="rId3"/>
          <a:srcRect l="19683" t="14107" r="33894" b="5948"/>
          <a:stretch/>
        </p:blipFill>
        <p:spPr>
          <a:xfrm>
            <a:off x="514689" y="1127157"/>
            <a:ext cx="5446285" cy="5080293"/>
          </a:xfrm>
          <a:prstGeom prst="rect">
            <a:avLst/>
          </a:prstGeom>
        </p:spPr>
      </p:pic>
      <p:pic>
        <p:nvPicPr>
          <p:cNvPr id="10" name="Picture 9">
            <a:extLst>
              <a:ext uri="{FF2B5EF4-FFF2-40B4-BE49-F238E27FC236}">
                <a16:creationId xmlns:a16="http://schemas.microsoft.com/office/drawing/2014/main" id="{728E43B9-72CA-4CA6-9BE7-6E89BDFF5D44}"/>
              </a:ext>
            </a:extLst>
          </p:cNvPr>
          <p:cNvPicPr>
            <a:picLocks noChangeAspect="1"/>
          </p:cNvPicPr>
          <p:nvPr/>
        </p:nvPicPr>
        <p:blipFill rotWithShape="1">
          <a:blip r:embed="rId4"/>
          <a:srcRect l="20125" t="12776" r="22772" b="6008"/>
          <a:stretch/>
        </p:blipFill>
        <p:spPr>
          <a:xfrm>
            <a:off x="6227851" y="1127157"/>
            <a:ext cx="5446285" cy="4195862"/>
          </a:xfrm>
          <a:prstGeom prst="rect">
            <a:avLst/>
          </a:prstGeom>
        </p:spPr>
      </p:pic>
    </p:spTree>
    <p:extLst>
      <p:ext uri="{BB962C8B-B14F-4D97-AF65-F5344CB8AC3E}">
        <p14:creationId xmlns:p14="http://schemas.microsoft.com/office/powerpoint/2010/main" val="2589296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B81EF6C-ABEC-4D6B-B446-B3EAD58D448A}"/>
              </a:ext>
            </a:extLst>
          </p:cNvPr>
          <p:cNvSpPr/>
          <p:nvPr/>
        </p:nvSpPr>
        <p:spPr>
          <a:xfrm>
            <a:off x="0" y="0"/>
            <a:ext cx="12188825"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t" anchorCtr="0" forceAA="0" compatLnSpc="1">
            <a:prstTxWarp prst="textNoShape">
              <a:avLst/>
            </a:prstTxWarp>
            <a:noAutofit/>
          </a:bodyPr>
          <a:lstStyle/>
          <a:p>
            <a:pPr algn="ctr">
              <a:lnSpc>
                <a:spcPct val="110000"/>
              </a:lnSpc>
              <a:spcAft>
                <a:spcPts val="900"/>
              </a:spcAft>
            </a:pPr>
            <a:endParaRPr lang="en-US" sz="2000" b="0" spc="40">
              <a:solidFill>
                <a:srgbClr val="000000"/>
              </a:solidFill>
              <a:latin typeface="Arial" charset="0"/>
            </a:endParaRPr>
          </a:p>
        </p:txBody>
      </p:sp>
      <p:sp>
        <p:nvSpPr>
          <p:cNvPr id="2" name="Title 1">
            <a:extLst>
              <a:ext uri="{FF2B5EF4-FFF2-40B4-BE49-F238E27FC236}">
                <a16:creationId xmlns:a16="http://schemas.microsoft.com/office/drawing/2014/main" id="{FF514A18-65C2-304E-BA9D-12AA567DF4B9}"/>
              </a:ext>
            </a:extLst>
          </p:cNvPr>
          <p:cNvSpPr>
            <a:spLocks noGrp="1"/>
          </p:cNvSpPr>
          <p:nvPr>
            <p:ph type="title"/>
          </p:nvPr>
        </p:nvSpPr>
        <p:spPr>
          <a:xfrm>
            <a:off x="736840" y="452673"/>
            <a:ext cx="6861172" cy="498475"/>
          </a:xfrm>
        </p:spPr>
        <p:txBody>
          <a:bodyPr/>
          <a:lstStyle/>
          <a:p>
            <a:r>
              <a:rPr lang="en-US"/>
              <a:t>Research Questionnaires </a:t>
            </a:r>
          </a:p>
        </p:txBody>
      </p:sp>
      <p:sp>
        <p:nvSpPr>
          <p:cNvPr id="4" name="Text Placeholder 3">
            <a:extLst>
              <a:ext uri="{FF2B5EF4-FFF2-40B4-BE49-F238E27FC236}">
                <a16:creationId xmlns:a16="http://schemas.microsoft.com/office/drawing/2014/main" id="{B264CE4C-A50D-E740-BEAD-FC8FEAA8A44B}"/>
              </a:ext>
            </a:extLst>
          </p:cNvPr>
          <p:cNvSpPr>
            <a:spLocks noGrp="1"/>
          </p:cNvSpPr>
          <p:nvPr>
            <p:ph type="body" sz="quarter" idx="13"/>
          </p:nvPr>
        </p:nvSpPr>
        <p:spPr>
          <a:xfrm>
            <a:off x="1171852" y="1331650"/>
            <a:ext cx="5490205" cy="4901328"/>
          </a:xfrm>
        </p:spPr>
        <p:txBody>
          <a:bodyPr/>
          <a:lstStyle/>
          <a:p>
            <a:pPr>
              <a:lnSpc>
                <a:spcPct val="100000"/>
              </a:lnSpc>
            </a:pPr>
            <a:r>
              <a:rPr lang="en-US">
                <a:solidFill>
                  <a:schemeClr val="tx1">
                    <a:lumMod val="75000"/>
                    <a:lumOff val="25000"/>
                  </a:schemeClr>
                </a:solidFill>
              </a:rPr>
              <a:t>Introduction</a:t>
            </a:r>
            <a:endParaRPr lang="en-US" sz="1800">
              <a:solidFill>
                <a:schemeClr val="tx1">
                  <a:lumMod val="75000"/>
                  <a:lumOff val="25000"/>
                </a:schemeClr>
              </a:solidFill>
            </a:endParaRPr>
          </a:p>
          <a:p>
            <a:pPr marL="342900" indent="-342900">
              <a:lnSpc>
                <a:spcPct val="100000"/>
              </a:lnSpc>
              <a:buFont typeface="Arial" panose="020B0604020202020204" pitchFamily="34" charset="0"/>
              <a:buChar char="•"/>
            </a:pPr>
            <a:r>
              <a:rPr lang="en-US" sz="1600">
                <a:solidFill>
                  <a:schemeClr val="tx1">
                    <a:lumMod val="75000"/>
                    <a:lumOff val="25000"/>
                  </a:schemeClr>
                </a:solidFill>
                <a:latin typeface="Arial Narrow" panose="020B0606020202030204" pitchFamily="34" charset="0"/>
              </a:rPr>
              <a:t>User demographics </a:t>
            </a:r>
          </a:p>
          <a:p>
            <a:pPr marL="342900" indent="-342900">
              <a:lnSpc>
                <a:spcPct val="100000"/>
              </a:lnSpc>
              <a:buFont typeface="Arial" panose="020B0604020202020204" pitchFamily="34" charset="0"/>
              <a:buChar char="•"/>
            </a:pPr>
            <a:r>
              <a:rPr lang="en-US" sz="1600">
                <a:solidFill>
                  <a:schemeClr val="tx1">
                    <a:lumMod val="75000"/>
                    <a:lumOff val="25000"/>
                  </a:schemeClr>
                </a:solidFill>
                <a:latin typeface="Arial Narrow" panose="020B0606020202030204" pitchFamily="34" charset="0"/>
              </a:rPr>
              <a:t>How long they've been using it (years &amp; hours/day)</a:t>
            </a:r>
          </a:p>
          <a:p>
            <a:pPr marL="342900" indent="-342900">
              <a:lnSpc>
                <a:spcPct val="100000"/>
              </a:lnSpc>
              <a:buFont typeface="Arial" panose="020B0604020202020204" pitchFamily="34" charset="0"/>
              <a:buChar char="•"/>
            </a:pPr>
            <a:endParaRPr lang="en-US" sz="700">
              <a:solidFill>
                <a:schemeClr val="tx1">
                  <a:lumMod val="75000"/>
                  <a:lumOff val="25000"/>
                </a:schemeClr>
              </a:solidFill>
            </a:endParaRPr>
          </a:p>
          <a:p>
            <a:pPr>
              <a:lnSpc>
                <a:spcPct val="100000"/>
              </a:lnSpc>
            </a:pPr>
            <a:r>
              <a:rPr lang="en-US">
                <a:solidFill>
                  <a:srgbClr val="000000">
                    <a:lumMod val="75000"/>
                    <a:lumOff val="25000"/>
                  </a:srgbClr>
                </a:solidFill>
              </a:rPr>
              <a:t>Usability with previous and current </a:t>
            </a:r>
            <a:r>
              <a:rPr lang="en-US" err="1">
                <a:solidFill>
                  <a:srgbClr val="000000">
                    <a:lumMod val="75000"/>
                    <a:lumOff val="25000"/>
                  </a:srgbClr>
                </a:solidFill>
              </a:rPr>
              <a:t>ABTools</a:t>
            </a:r>
            <a:endParaRPr lang="en-US" sz="1800">
              <a:solidFill>
                <a:schemeClr val="tx1">
                  <a:lumMod val="75000"/>
                  <a:lumOff val="25000"/>
                </a:schemeClr>
              </a:solidFill>
            </a:endParaRPr>
          </a:p>
          <a:p>
            <a:pPr marL="342900" indent="-342900">
              <a:lnSpc>
                <a:spcPct val="100000"/>
              </a:lnSpc>
              <a:buFont typeface="Arial" panose="020B0604020202020204" pitchFamily="34" charset="0"/>
              <a:buChar char="•"/>
            </a:pPr>
            <a:r>
              <a:rPr lang="en-US" sz="1600">
                <a:solidFill>
                  <a:schemeClr val="tx1">
                    <a:lumMod val="75000"/>
                    <a:lumOff val="25000"/>
                  </a:schemeClr>
                </a:solidFill>
                <a:latin typeface="Arial Narrow" panose="020B0606020202030204" pitchFamily="34" charset="0"/>
              </a:rPr>
              <a:t>Satisfaction</a:t>
            </a:r>
          </a:p>
          <a:p>
            <a:pPr marL="342900" indent="-342900">
              <a:lnSpc>
                <a:spcPct val="100000"/>
              </a:lnSpc>
              <a:buFont typeface="Arial" panose="020B0604020202020204" pitchFamily="34" charset="0"/>
              <a:buChar char="•"/>
            </a:pPr>
            <a:r>
              <a:rPr lang="en-US" sz="1600">
                <a:solidFill>
                  <a:schemeClr val="tx1">
                    <a:lumMod val="75000"/>
                    <a:lumOff val="25000"/>
                  </a:schemeClr>
                </a:solidFill>
                <a:latin typeface="Arial Narrow" panose="020B0606020202030204" pitchFamily="34" charset="0"/>
              </a:rPr>
              <a:t>Ease of use</a:t>
            </a:r>
          </a:p>
          <a:p>
            <a:pPr marL="342900" indent="-342900">
              <a:lnSpc>
                <a:spcPct val="100000"/>
              </a:lnSpc>
              <a:buFont typeface="Arial" panose="020B0604020202020204" pitchFamily="34" charset="0"/>
              <a:buChar char="•"/>
            </a:pPr>
            <a:r>
              <a:rPr lang="en-US" sz="1600">
                <a:solidFill>
                  <a:schemeClr val="tx1">
                    <a:lumMod val="75000"/>
                    <a:lumOff val="25000"/>
                  </a:schemeClr>
                </a:solidFill>
                <a:latin typeface="Arial Narrow" panose="020B0606020202030204" pitchFamily="34" charset="0"/>
              </a:rPr>
              <a:t>Learnability</a:t>
            </a:r>
          </a:p>
          <a:p>
            <a:pPr marL="342900" indent="-342900">
              <a:lnSpc>
                <a:spcPct val="100000"/>
              </a:lnSpc>
              <a:buFont typeface="Arial" panose="020B0604020202020204" pitchFamily="34" charset="0"/>
              <a:buChar char="•"/>
            </a:pPr>
            <a:r>
              <a:rPr lang="en-US" sz="1600">
                <a:solidFill>
                  <a:schemeClr val="tx1">
                    <a:lumMod val="75000"/>
                    <a:lumOff val="25000"/>
                  </a:schemeClr>
                </a:solidFill>
                <a:latin typeface="Arial Narrow" panose="020B0606020202030204" pitchFamily="34" charset="0"/>
              </a:rPr>
              <a:t>Performance</a:t>
            </a:r>
          </a:p>
          <a:p>
            <a:pPr marL="342900" indent="-342900">
              <a:lnSpc>
                <a:spcPct val="100000"/>
              </a:lnSpc>
              <a:buFont typeface="Arial" panose="020B0604020202020204" pitchFamily="34" charset="0"/>
              <a:buChar char="•"/>
            </a:pPr>
            <a:r>
              <a:rPr lang="en-US" sz="1600">
                <a:solidFill>
                  <a:schemeClr val="tx1">
                    <a:lumMod val="75000"/>
                    <a:lumOff val="25000"/>
                  </a:schemeClr>
                </a:solidFill>
                <a:latin typeface="Arial Narrow" panose="020B0606020202030204" pitchFamily="34" charset="0"/>
              </a:rPr>
              <a:t>Human error support (mitigation)</a:t>
            </a:r>
          </a:p>
          <a:p>
            <a:pPr marL="342900" indent="-342900">
              <a:lnSpc>
                <a:spcPct val="100000"/>
              </a:lnSpc>
              <a:buFont typeface="Arial" panose="020B0604020202020204" pitchFamily="34" charset="0"/>
              <a:buChar char="•"/>
            </a:pPr>
            <a:r>
              <a:rPr lang="en-US" sz="1600">
                <a:solidFill>
                  <a:schemeClr val="tx1">
                    <a:lumMod val="75000"/>
                    <a:lumOff val="25000"/>
                  </a:schemeClr>
                </a:solidFill>
                <a:latin typeface="Arial Narrow" panose="020B0606020202030204" pitchFamily="34" charset="0"/>
              </a:rPr>
              <a:t>Helpful for productivity (convenience)</a:t>
            </a:r>
          </a:p>
          <a:p>
            <a:pPr marL="342900" indent="-342900">
              <a:lnSpc>
                <a:spcPct val="100000"/>
              </a:lnSpc>
              <a:buFont typeface="Arial" panose="020B0604020202020204" pitchFamily="34" charset="0"/>
              <a:buChar char="•"/>
            </a:pPr>
            <a:endParaRPr lang="en-US" sz="700">
              <a:solidFill>
                <a:schemeClr val="tx1">
                  <a:lumMod val="75000"/>
                  <a:lumOff val="25000"/>
                </a:schemeClr>
              </a:solidFill>
            </a:endParaRPr>
          </a:p>
          <a:p>
            <a:pPr>
              <a:lnSpc>
                <a:spcPct val="100000"/>
              </a:lnSpc>
            </a:pPr>
            <a:r>
              <a:rPr lang="en-US">
                <a:solidFill>
                  <a:srgbClr val="000000">
                    <a:lumMod val="75000"/>
                    <a:lumOff val="25000"/>
                  </a:srgbClr>
                </a:solidFill>
              </a:rPr>
              <a:t>Improvement Opportunities</a:t>
            </a:r>
            <a:endParaRPr lang="en-US" sz="1800">
              <a:solidFill>
                <a:schemeClr val="tx1">
                  <a:lumMod val="75000"/>
                  <a:lumOff val="25000"/>
                </a:schemeClr>
              </a:solidFill>
            </a:endParaRPr>
          </a:p>
        </p:txBody>
      </p:sp>
      <p:pic>
        <p:nvPicPr>
          <p:cNvPr id="6" name="Picture 5">
            <a:extLst>
              <a:ext uri="{FF2B5EF4-FFF2-40B4-BE49-F238E27FC236}">
                <a16:creationId xmlns:a16="http://schemas.microsoft.com/office/drawing/2014/main" id="{FF83B0AF-C6C5-4519-B81F-7D5412141BC4}"/>
              </a:ext>
            </a:extLst>
          </p:cNvPr>
          <p:cNvPicPr>
            <a:picLocks noChangeAspect="1"/>
          </p:cNvPicPr>
          <p:nvPr/>
        </p:nvPicPr>
        <p:blipFill rotWithShape="1">
          <a:blip r:embed="rId3"/>
          <a:srcRect l="28629" t="28224" r="40538" b="6497"/>
          <a:stretch/>
        </p:blipFill>
        <p:spPr>
          <a:xfrm>
            <a:off x="6996117" y="1842829"/>
            <a:ext cx="3520058" cy="4001893"/>
          </a:xfrm>
          <a:prstGeom prst="rect">
            <a:avLst/>
          </a:prstGeom>
        </p:spPr>
      </p:pic>
      <p:sp>
        <p:nvSpPr>
          <p:cNvPr id="8" name="Text Placeholder 3">
            <a:extLst>
              <a:ext uri="{FF2B5EF4-FFF2-40B4-BE49-F238E27FC236}">
                <a16:creationId xmlns:a16="http://schemas.microsoft.com/office/drawing/2014/main" id="{4D53A7A3-AFB2-46BD-BAEA-0C0C17B53478}"/>
              </a:ext>
            </a:extLst>
          </p:cNvPr>
          <p:cNvSpPr txBox="1">
            <a:spLocks/>
          </p:cNvSpPr>
          <p:nvPr/>
        </p:nvSpPr>
        <p:spPr bwMode="auto">
          <a:xfrm>
            <a:off x="6995124" y="1331650"/>
            <a:ext cx="3945243" cy="51100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r>
              <a:rPr lang="en-US" kern="0">
                <a:solidFill>
                  <a:schemeClr val="tx1">
                    <a:lumMod val="75000"/>
                    <a:lumOff val="25000"/>
                  </a:schemeClr>
                </a:solidFill>
              </a:rPr>
              <a:t>System Usability Scale (SUS)*</a:t>
            </a:r>
          </a:p>
        </p:txBody>
      </p:sp>
      <p:sp>
        <p:nvSpPr>
          <p:cNvPr id="7" name="TextBox 6">
            <a:extLst>
              <a:ext uri="{FF2B5EF4-FFF2-40B4-BE49-F238E27FC236}">
                <a16:creationId xmlns:a16="http://schemas.microsoft.com/office/drawing/2014/main" id="{969225BE-C6F2-4953-985D-BA83C0C1F346}"/>
              </a:ext>
            </a:extLst>
          </p:cNvPr>
          <p:cNvSpPr txBox="1"/>
          <p:nvPr/>
        </p:nvSpPr>
        <p:spPr>
          <a:xfrm>
            <a:off x="5788379" y="6382770"/>
            <a:ext cx="6358732" cy="325438"/>
          </a:xfrm>
          <a:prstGeom prst="rect">
            <a:avLst/>
          </a:prstGeom>
          <a:noFill/>
        </p:spPr>
        <p:txBody>
          <a:bodyPr wrap="square" lIns="0" tIns="0" rIns="0" bIns="0" rtlCol="0">
            <a:noAutofit/>
          </a:bodyPr>
          <a:lstStyle/>
          <a:p>
            <a:pPr>
              <a:lnSpc>
                <a:spcPct val="110000"/>
              </a:lnSpc>
              <a:spcAft>
                <a:spcPts val="900"/>
              </a:spcAft>
            </a:pPr>
            <a:r>
              <a:rPr lang="en-US" sz="1100" b="0" spc="40">
                <a:solidFill>
                  <a:schemeClr val="tx1">
                    <a:lumMod val="50000"/>
                    <a:lumOff val="50000"/>
                  </a:schemeClr>
                </a:solidFill>
                <a:latin typeface="Arial" charset="0"/>
              </a:rPr>
              <a:t>Lewis, J. R., &amp; </a:t>
            </a:r>
            <a:r>
              <a:rPr lang="en-US" sz="1100" b="0" spc="40" err="1">
                <a:solidFill>
                  <a:schemeClr val="tx1">
                    <a:lumMod val="50000"/>
                    <a:lumOff val="50000"/>
                  </a:schemeClr>
                </a:solidFill>
                <a:latin typeface="Arial" charset="0"/>
              </a:rPr>
              <a:t>Sauro</a:t>
            </a:r>
            <a:r>
              <a:rPr lang="en-US" sz="1100" b="0" spc="40">
                <a:solidFill>
                  <a:schemeClr val="tx1">
                    <a:lumMod val="50000"/>
                    <a:lumOff val="50000"/>
                  </a:schemeClr>
                </a:solidFill>
                <a:latin typeface="Arial" charset="0"/>
              </a:rPr>
              <a:t>, J. (2009, July). The factor structure of the system usability scale. In International conference on human centered design (pp. 94-103). Springer, Berlin, Heidelberg.</a:t>
            </a:r>
          </a:p>
        </p:txBody>
      </p:sp>
    </p:spTree>
    <p:extLst>
      <p:ext uri="{BB962C8B-B14F-4D97-AF65-F5344CB8AC3E}">
        <p14:creationId xmlns:p14="http://schemas.microsoft.com/office/powerpoint/2010/main" val="30003123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B81EF6C-ABEC-4D6B-B446-B3EAD58D448A}"/>
              </a:ext>
            </a:extLst>
          </p:cNvPr>
          <p:cNvSpPr/>
          <p:nvPr/>
        </p:nvSpPr>
        <p:spPr>
          <a:xfrm>
            <a:off x="0" y="0"/>
            <a:ext cx="12188825" cy="6858000"/>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t" anchorCtr="0" forceAA="0" compatLnSpc="1">
            <a:prstTxWarp prst="textNoShape">
              <a:avLst/>
            </a:prstTxWarp>
            <a:noAutofit/>
          </a:bodyPr>
          <a:lstStyle/>
          <a:p>
            <a:pPr algn="ctr">
              <a:lnSpc>
                <a:spcPct val="110000"/>
              </a:lnSpc>
              <a:spcAft>
                <a:spcPts val="900"/>
              </a:spcAft>
            </a:pPr>
            <a:endParaRPr lang="en-US" sz="2000" b="0" spc="40">
              <a:solidFill>
                <a:srgbClr val="000000"/>
              </a:solidFill>
              <a:latin typeface="Arial" charset="0"/>
            </a:endParaRPr>
          </a:p>
        </p:txBody>
      </p:sp>
      <p:sp>
        <p:nvSpPr>
          <p:cNvPr id="2" name="Title 1">
            <a:extLst>
              <a:ext uri="{FF2B5EF4-FFF2-40B4-BE49-F238E27FC236}">
                <a16:creationId xmlns:a16="http://schemas.microsoft.com/office/drawing/2014/main" id="{FF514A18-65C2-304E-BA9D-12AA567DF4B9}"/>
              </a:ext>
            </a:extLst>
          </p:cNvPr>
          <p:cNvSpPr>
            <a:spLocks noGrp="1"/>
          </p:cNvSpPr>
          <p:nvPr>
            <p:ph type="title"/>
          </p:nvPr>
        </p:nvSpPr>
        <p:spPr>
          <a:xfrm>
            <a:off x="736840" y="452673"/>
            <a:ext cx="6861172" cy="498475"/>
          </a:xfrm>
        </p:spPr>
        <p:txBody>
          <a:bodyPr/>
          <a:lstStyle/>
          <a:p>
            <a:r>
              <a:rPr lang="en-US"/>
              <a:t>Participant Demographics</a:t>
            </a:r>
          </a:p>
        </p:txBody>
      </p:sp>
      <p:sp>
        <p:nvSpPr>
          <p:cNvPr id="4" name="Rectangle 3">
            <a:extLst>
              <a:ext uri="{FF2B5EF4-FFF2-40B4-BE49-F238E27FC236}">
                <a16:creationId xmlns:a16="http://schemas.microsoft.com/office/drawing/2014/main" id="{644A0082-75F1-4D0E-BAE8-7FFB5FE23777}"/>
              </a:ext>
            </a:extLst>
          </p:cNvPr>
          <p:cNvSpPr/>
          <p:nvPr/>
        </p:nvSpPr>
        <p:spPr>
          <a:xfrm>
            <a:off x="2168418" y="1229024"/>
            <a:ext cx="4711561" cy="498475"/>
          </a:xfrm>
          <a:prstGeom prst="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pPr algn="ctr"/>
            <a:r>
              <a:rPr lang="en-US" sz="1600">
                <a:solidFill>
                  <a:schemeClr val="tx1">
                    <a:lumMod val="75000"/>
                    <a:lumOff val="25000"/>
                  </a:schemeClr>
                </a:solidFill>
                <a:latin typeface="Arial Narrow" panose="020B0606020202030204" pitchFamily="34" charset="0"/>
                <a:cs typeface="Arial" panose="020B0604020202020204" pitchFamily="34" charset="0"/>
              </a:rPr>
              <a:t>Senior Credit Analyst</a:t>
            </a:r>
          </a:p>
        </p:txBody>
      </p:sp>
      <p:sp>
        <p:nvSpPr>
          <p:cNvPr id="16" name="Rectangle 15">
            <a:extLst>
              <a:ext uri="{FF2B5EF4-FFF2-40B4-BE49-F238E27FC236}">
                <a16:creationId xmlns:a16="http://schemas.microsoft.com/office/drawing/2014/main" id="{326C5D65-3B77-4189-AD21-DD06D0424537}"/>
              </a:ext>
            </a:extLst>
          </p:cNvPr>
          <p:cNvSpPr/>
          <p:nvPr/>
        </p:nvSpPr>
        <p:spPr>
          <a:xfrm>
            <a:off x="2168418" y="1813115"/>
            <a:ext cx="4711561" cy="67263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r>
              <a:rPr lang="en-US" sz="1600" b="0">
                <a:solidFill>
                  <a:schemeClr val="tx1">
                    <a:lumMod val="75000"/>
                    <a:lumOff val="25000"/>
                  </a:schemeClr>
                </a:solidFill>
                <a:latin typeface="Arial Narrow" panose="020B0606020202030204" pitchFamily="34" charset="0"/>
                <a:cs typeface="Arial" panose="020B0604020202020204" pitchFamily="34" charset="0"/>
              </a:rPr>
              <a:t>3.5 years</a:t>
            </a:r>
          </a:p>
          <a:p>
            <a:r>
              <a:rPr lang="en-US" sz="1600" b="0">
                <a:solidFill>
                  <a:schemeClr val="tx1">
                    <a:lumMod val="75000"/>
                    <a:lumOff val="25000"/>
                  </a:schemeClr>
                </a:solidFill>
                <a:latin typeface="Arial Narrow" panose="020B0606020202030204" pitchFamily="34" charset="0"/>
                <a:cs typeface="Arial" panose="020B0604020202020204" pitchFamily="34" charset="0"/>
              </a:rPr>
              <a:t>Using daily, approximately 4-6 hours per day</a:t>
            </a:r>
          </a:p>
        </p:txBody>
      </p:sp>
      <p:sp>
        <p:nvSpPr>
          <p:cNvPr id="17" name="TextBox 16">
            <a:extLst>
              <a:ext uri="{FF2B5EF4-FFF2-40B4-BE49-F238E27FC236}">
                <a16:creationId xmlns:a16="http://schemas.microsoft.com/office/drawing/2014/main" id="{948474F5-3755-4608-A2CD-0DFEA17C62D9}"/>
              </a:ext>
            </a:extLst>
          </p:cNvPr>
          <p:cNvSpPr txBox="1"/>
          <p:nvPr/>
        </p:nvSpPr>
        <p:spPr>
          <a:xfrm>
            <a:off x="490539" y="2002949"/>
            <a:ext cx="1580227" cy="292963"/>
          </a:xfrm>
          <a:prstGeom prst="rect">
            <a:avLst/>
          </a:prstGeom>
          <a:noFill/>
        </p:spPr>
        <p:txBody>
          <a:bodyPr wrap="none" lIns="0" tIns="0" rIns="0" bIns="0" rtlCol="0">
            <a:noAutofit/>
          </a:bodyPr>
          <a:lstStyle/>
          <a:p>
            <a:pPr algn="r">
              <a:lnSpc>
                <a:spcPct val="110000"/>
              </a:lnSpc>
              <a:spcAft>
                <a:spcPts val="900"/>
              </a:spcAft>
            </a:pPr>
            <a:r>
              <a:rPr lang="en-US" sz="1600" b="0" spc="40">
                <a:solidFill>
                  <a:schemeClr val="tx1">
                    <a:lumMod val="75000"/>
                    <a:lumOff val="25000"/>
                  </a:schemeClr>
                </a:solidFill>
                <a:latin typeface="Arial Narrow" panose="020B0606020202030204" pitchFamily="34" charset="0"/>
              </a:rPr>
              <a:t>Years with </a:t>
            </a:r>
            <a:r>
              <a:rPr lang="en-US" sz="1600" b="0" spc="40" err="1">
                <a:solidFill>
                  <a:schemeClr val="tx1">
                    <a:lumMod val="75000"/>
                    <a:lumOff val="25000"/>
                  </a:schemeClr>
                </a:solidFill>
                <a:latin typeface="Arial Narrow" panose="020B0606020202030204" pitchFamily="34" charset="0"/>
              </a:rPr>
              <a:t>ABTools</a:t>
            </a:r>
            <a:endParaRPr lang="en-US" sz="1600" b="0" spc="40">
              <a:solidFill>
                <a:schemeClr val="tx1">
                  <a:lumMod val="75000"/>
                  <a:lumOff val="25000"/>
                </a:schemeClr>
              </a:solidFill>
              <a:latin typeface="Arial Narrow" panose="020B0606020202030204" pitchFamily="34" charset="0"/>
            </a:endParaRPr>
          </a:p>
        </p:txBody>
      </p:sp>
      <p:sp>
        <p:nvSpPr>
          <p:cNvPr id="18" name="Rectangle 17">
            <a:extLst>
              <a:ext uri="{FF2B5EF4-FFF2-40B4-BE49-F238E27FC236}">
                <a16:creationId xmlns:a16="http://schemas.microsoft.com/office/drawing/2014/main" id="{38A12D2D-96BA-4878-91CA-928C595E8C76}"/>
              </a:ext>
            </a:extLst>
          </p:cNvPr>
          <p:cNvSpPr/>
          <p:nvPr/>
        </p:nvSpPr>
        <p:spPr>
          <a:xfrm>
            <a:off x="2168418" y="2571364"/>
            <a:ext cx="4711561" cy="498475"/>
          </a:xfrm>
          <a:prstGeom prst="rect">
            <a:avLst/>
          </a:prstGeom>
          <a:solidFill>
            <a:schemeClr val="accent4">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r>
              <a:rPr lang="en-US" sz="1600" b="0" err="1">
                <a:solidFill>
                  <a:schemeClr val="tx1">
                    <a:lumMod val="75000"/>
                    <a:lumOff val="25000"/>
                  </a:schemeClr>
                </a:solidFill>
                <a:latin typeface="Arial Narrow" panose="020B0606020202030204" pitchFamily="34" charset="0"/>
                <a:cs typeface="Arial" panose="020B0604020202020204" pitchFamily="34" charset="0"/>
              </a:rPr>
              <a:t>ABTools</a:t>
            </a:r>
            <a:r>
              <a:rPr lang="en-US" sz="1600" b="0">
                <a:solidFill>
                  <a:schemeClr val="tx1">
                    <a:lumMod val="75000"/>
                    <a:lumOff val="25000"/>
                  </a:schemeClr>
                </a:solidFill>
                <a:latin typeface="Arial Narrow" panose="020B0606020202030204" pitchFamily="34" charset="0"/>
                <a:cs typeface="Arial" panose="020B0604020202020204" pitchFamily="34" charset="0"/>
              </a:rPr>
              <a:t>, ACAPS</a:t>
            </a:r>
          </a:p>
        </p:txBody>
      </p:sp>
      <p:sp>
        <p:nvSpPr>
          <p:cNvPr id="19" name="TextBox 18">
            <a:extLst>
              <a:ext uri="{FF2B5EF4-FFF2-40B4-BE49-F238E27FC236}">
                <a16:creationId xmlns:a16="http://schemas.microsoft.com/office/drawing/2014/main" id="{0067B858-2975-4E37-952A-CCDAAEA411AD}"/>
              </a:ext>
            </a:extLst>
          </p:cNvPr>
          <p:cNvSpPr txBox="1"/>
          <p:nvPr/>
        </p:nvSpPr>
        <p:spPr>
          <a:xfrm>
            <a:off x="485993" y="2674118"/>
            <a:ext cx="1580227" cy="292963"/>
          </a:xfrm>
          <a:prstGeom prst="rect">
            <a:avLst/>
          </a:prstGeom>
          <a:noFill/>
        </p:spPr>
        <p:txBody>
          <a:bodyPr wrap="none" lIns="0" tIns="0" rIns="0" bIns="0" rtlCol="0">
            <a:noAutofit/>
          </a:bodyPr>
          <a:lstStyle/>
          <a:p>
            <a:pPr algn="r">
              <a:lnSpc>
                <a:spcPct val="110000"/>
              </a:lnSpc>
              <a:spcAft>
                <a:spcPts val="900"/>
              </a:spcAft>
            </a:pPr>
            <a:r>
              <a:rPr lang="en-US" sz="1600" b="0">
                <a:solidFill>
                  <a:schemeClr val="tx1">
                    <a:lumMod val="75000"/>
                    <a:lumOff val="25000"/>
                  </a:schemeClr>
                </a:solidFill>
                <a:latin typeface="Arial Narrow" panose="020B0606020202030204" pitchFamily="34" charset="0"/>
                <a:cs typeface="Arial" panose="020B0604020202020204" pitchFamily="34" charset="0"/>
              </a:rPr>
              <a:t>Major systems</a:t>
            </a:r>
            <a:endParaRPr lang="en-US" sz="1600" b="0" spc="40">
              <a:solidFill>
                <a:schemeClr val="tx1">
                  <a:lumMod val="75000"/>
                  <a:lumOff val="25000"/>
                </a:schemeClr>
              </a:solidFill>
              <a:latin typeface="Arial Narrow" panose="020B0606020202030204" pitchFamily="34" charset="0"/>
            </a:endParaRPr>
          </a:p>
        </p:txBody>
      </p:sp>
      <p:sp>
        <p:nvSpPr>
          <p:cNvPr id="20" name="Rectangle 19">
            <a:extLst>
              <a:ext uri="{FF2B5EF4-FFF2-40B4-BE49-F238E27FC236}">
                <a16:creationId xmlns:a16="http://schemas.microsoft.com/office/drawing/2014/main" id="{547D33DF-CF19-4C44-A7F1-2FF72868460B}"/>
              </a:ext>
            </a:extLst>
          </p:cNvPr>
          <p:cNvSpPr/>
          <p:nvPr/>
        </p:nvSpPr>
        <p:spPr>
          <a:xfrm>
            <a:off x="2168418" y="3155455"/>
            <a:ext cx="4711561" cy="3029233"/>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pPr marL="285750" indent="-285750">
              <a:buFont typeface="Arial" panose="020B0604020202020204" pitchFamily="34" charset="0"/>
              <a:buChar char="•"/>
            </a:pPr>
            <a:r>
              <a:rPr lang="en-US" sz="1400" b="0">
                <a:solidFill>
                  <a:schemeClr val="tx1">
                    <a:lumMod val="75000"/>
                    <a:lumOff val="25000"/>
                  </a:schemeClr>
                </a:solidFill>
                <a:latin typeface="Arial Narrow" panose="020B0606020202030204" pitchFamily="34" charset="0"/>
                <a:cs typeface="Arial" panose="020B0604020202020204" pitchFamily="34" charset="0"/>
              </a:rPr>
              <a:t>Application decision that same day</a:t>
            </a:r>
          </a:p>
          <a:p>
            <a:pPr marL="285750" indent="-285750">
              <a:buFont typeface="Arial" panose="020B0604020202020204" pitchFamily="34" charset="0"/>
              <a:buChar char="•"/>
            </a:pPr>
            <a:r>
              <a:rPr lang="en-US" sz="1400" b="0">
                <a:solidFill>
                  <a:schemeClr val="tx1">
                    <a:lumMod val="75000"/>
                    <a:lumOff val="25000"/>
                  </a:schemeClr>
                </a:solidFill>
                <a:latin typeface="Arial Narrow" panose="020B0606020202030204" pitchFamily="34" charset="0"/>
                <a:cs typeface="Arial" panose="020B0604020202020204" pitchFamily="34" charset="0"/>
              </a:rPr>
              <a:t>Taking 10-20 calls a day </a:t>
            </a:r>
          </a:p>
          <a:p>
            <a:pPr marL="285750" indent="-285750">
              <a:buFont typeface="Arial" panose="020B0604020202020204" pitchFamily="34" charset="0"/>
              <a:buChar char="•"/>
            </a:pPr>
            <a:endParaRPr lang="en-US" sz="1400" b="0">
              <a:solidFill>
                <a:schemeClr val="tx1">
                  <a:lumMod val="75000"/>
                  <a:lumOff val="25000"/>
                </a:schemeClr>
              </a:solidFill>
              <a:latin typeface="Arial Narrow" panose="020B0606020202030204" pitchFamily="34" charset="0"/>
              <a:cs typeface="Arial" panose="020B0604020202020204" pitchFamily="34" charset="0"/>
            </a:endParaRPr>
          </a:p>
          <a:p>
            <a:pPr marL="285750" indent="-285750">
              <a:buFont typeface="Arial" panose="020B0604020202020204" pitchFamily="34" charset="0"/>
              <a:buChar char="•"/>
            </a:pPr>
            <a:r>
              <a:rPr lang="en-US" sz="1400" b="0">
                <a:solidFill>
                  <a:schemeClr val="tx1">
                    <a:lumMod val="75000"/>
                    <a:lumOff val="25000"/>
                  </a:schemeClr>
                </a:solidFill>
                <a:latin typeface="Arial Narrow" panose="020B0606020202030204" pitchFamily="34" charset="0"/>
                <a:cs typeface="Arial" panose="020B0604020202020204" pitchFamily="34" charset="0"/>
              </a:rPr>
              <a:t>Answering inbound phone calls from dealers and customers </a:t>
            </a:r>
          </a:p>
          <a:p>
            <a:pPr marL="285750" indent="-285750">
              <a:buFont typeface="Arial" panose="020B0604020202020204" pitchFamily="34" charset="0"/>
              <a:buChar char="•"/>
            </a:pPr>
            <a:r>
              <a:rPr lang="en-US" sz="1400" b="0">
                <a:solidFill>
                  <a:schemeClr val="tx1">
                    <a:lumMod val="75000"/>
                    <a:lumOff val="25000"/>
                  </a:schemeClr>
                </a:solidFill>
                <a:latin typeface="Arial Narrow" panose="020B0606020202030204" pitchFamily="34" charset="0"/>
                <a:cs typeface="Arial" panose="020B0604020202020204" pitchFamily="34" charset="0"/>
              </a:rPr>
              <a:t>Placing calls outbound calls to dealers and customers </a:t>
            </a:r>
          </a:p>
          <a:p>
            <a:pPr marL="285750" indent="-285750">
              <a:buFont typeface="Arial" panose="020B0604020202020204" pitchFamily="34" charset="0"/>
              <a:buChar char="•"/>
            </a:pPr>
            <a:endParaRPr lang="en-US" sz="1400" b="0">
              <a:solidFill>
                <a:schemeClr val="tx1">
                  <a:lumMod val="75000"/>
                  <a:lumOff val="25000"/>
                </a:schemeClr>
              </a:solidFill>
              <a:latin typeface="Arial Narrow" panose="020B0606020202030204" pitchFamily="34" charset="0"/>
              <a:cs typeface="Arial" panose="020B0604020202020204" pitchFamily="34" charset="0"/>
            </a:endParaRPr>
          </a:p>
          <a:p>
            <a:pPr marL="285750" indent="-285750">
              <a:buFont typeface="Arial" panose="020B0604020202020204" pitchFamily="34" charset="0"/>
              <a:buChar char="•"/>
            </a:pPr>
            <a:r>
              <a:rPr lang="en-US" sz="1400" b="0">
                <a:solidFill>
                  <a:schemeClr val="tx1">
                    <a:lumMod val="75000"/>
                    <a:lumOff val="25000"/>
                  </a:schemeClr>
                </a:solidFill>
                <a:latin typeface="Arial Narrow" panose="020B0606020202030204" pitchFamily="34" charset="0"/>
                <a:cs typeface="Arial" panose="020B0604020202020204" pitchFamily="34" charset="0"/>
              </a:rPr>
              <a:t>Provide follow up account information </a:t>
            </a:r>
          </a:p>
          <a:p>
            <a:pPr marL="285750" indent="-285750">
              <a:buFont typeface="Arial" panose="020B0604020202020204" pitchFamily="34" charset="0"/>
              <a:buChar char="•"/>
            </a:pPr>
            <a:r>
              <a:rPr lang="en-US" sz="1400" b="0">
                <a:solidFill>
                  <a:schemeClr val="tx1">
                    <a:lumMod val="75000"/>
                    <a:lumOff val="25000"/>
                  </a:schemeClr>
                </a:solidFill>
                <a:latin typeface="Arial Narrow" panose="020B0606020202030204" pitchFamily="34" charset="0"/>
                <a:cs typeface="Arial" panose="020B0604020202020204" pitchFamily="34" charset="0"/>
              </a:rPr>
              <a:t>Review applications </a:t>
            </a:r>
          </a:p>
          <a:p>
            <a:pPr marL="285750" indent="-285750">
              <a:buFont typeface="Arial" panose="020B0604020202020204" pitchFamily="34" charset="0"/>
              <a:buChar char="•"/>
            </a:pPr>
            <a:r>
              <a:rPr lang="en-US" sz="1400" b="0">
                <a:solidFill>
                  <a:schemeClr val="tx1">
                    <a:lumMod val="75000"/>
                    <a:lumOff val="25000"/>
                  </a:schemeClr>
                </a:solidFill>
                <a:latin typeface="Arial Narrow" panose="020B0606020202030204" pitchFamily="34" charset="0"/>
                <a:cs typeface="Arial" panose="020B0604020202020204" pitchFamily="34" charset="0"/>
              </a:rPr>
              <a:t>Go into analyst review </a:t>
            </a:r>
          </a:p>
          <a:p>
            <a:pPr marL="285750" indent="-285750">
              <a:buFont typeface="Arial" panose="020B0604020202020204" pitchFamily="34" charset="0"/>
              <a:buChar char="•"/>
            </a:pPr>
            <a:r>
              <a:rPr lang="en-US" sz="1400" b="0">
                <a:solidFill>
                  <a:schemeClr val="tx1">
                    <a:lumMod val="75000"/>
                    <a:lumOff val="25000"/>
                  </a:schemeClr>
                </a:solidFill>
                <a:latin typeface="Arial Narrow" panose="020B0606020202030204" pitchFamily="34" charset="0"/>
                <a:cs typeface="Arial" panose="020B0604020202020204" pitchFamily="34" charset="0"/>
              </a:rPr>
              <a:t>Make a decision in a same day</a:t>
            </a:r>
          </a:p>
          <a:p>
            <a:pPr marL="285750" indent="-285750">
              <a:buFont typeface="Arial" panose="020B0604020202020204" pitchFamily="34" charset="0"/>
              <a:buChar char="•"/>
            </a:pPr>
            <a:r>
              <a:rPr lang="en-US" sz="1400" b="0">
                <a:solidFill>
                  <a:schemeClr val="tx1">
                    <a:lumMod val="75000"/>
                    <a:lumOff val="25000"/>
                  </a:schemeClr>
                </a:solidFill>
                <a:latin typeface="Arial Narrow" panose="020B0606020202030204" pitchFamily="34" charset="0"/>
                <a:cs typeface="Arial" panose="020B0604020202020204" pitchFamily="34" charset="0"/>
              </a:rPr>
              <a:t>A lot of times as quick as 15 min review </a:t>
            </a:r>
          </a:p>
        </p:txBody>
      </p:sp>
      <p:sp>
        <p:nvSpPr>
          <p:cNvPr id="22" name="TextBox 21">
            <a:extLst>
              <a:ext uri="{FF2B5EF4-FFF2-40B4-BE49-F238E27FC236}">
                <a16:creationId xmlns:a16="http://schemas.microsoft.com/office/drawing/2014/main" id="{2822B8DC-3337-444E-AD86-5E30FC8CA082}"/>
              </a:ext>
            </a:extLst>
          </p:cNvPr>
          <p:cNvSpPr txBox="1"/>
          <p:nvPr/>
        </p:nvSpPr>
        <p:spPr>
          <a:xfrm>
            <a:off x="485993" y="3429000"/>
            <a:ext cx="1580227" cy="292963"/>
          </a:xfrm>
          <a:prstGeom prst="rect">
            <a:avLst/>
          </a:prstGeom>
          <a:noFill/>
        </p:spPr>
        <p:txBody>
          <a:bodyPr wrap="none" lIns="0" tIns="0" rIns="0" bIns="0" rtlCol="0">
            <a:noAutofit/>
          </a:bodyPr>
          <a:lstStyle/>
          <a:p>
            <a:pPr algn="r">
              <a:lnSpc>
                <a:spcPct val="110000"/>
              </a:lnSpc>
              <a:spcAft>
                <a:spcPts val="900"/>
              </a:spcAft>
            </a:pPr>
            <a:r>
              <a:rPr lang="en-US" sz="1600" b="0">
                <a:solidFill>
                  <a:schemeClr val="tx1">
                    <a:lumMod val="75000"/>
                    <a:lumOff val="25000"/>
                  </a:schemeClr>
                </a:solidFill>
                <a:latin typeface="Arial Narrow" panose="020B0606020202030204" pitchFamily="34" charset="0"/>
                <a:cs typeface="Arial" panose="020B0604020202020204" pitchFamily="34" charset="0"/>
              </a:rPr>
              <a:t>Tasks</a:t>
            </a:r>
            <a:endParaRPr lang="en-US" sz="1600" b="0" spc="40">
              <a:solidFill>
                <a:schemeClr val="tx1">
                  <a:lumMod val="75000"/>
                  <a:lumOff val="25000"/>
                </a:schemeClr>
              </a:solidFill>
              <a:latin typeface="Arial Narrow" panose="020B0606020202030204" pitchFamily="34" charset="0"/>
            </a:endParaRPr>
          </a:p>
        </p:txBody>
      </p:sp>
      <p:sp>
        <p:nvSpPr>
          <p:cNvPr id="23" name="Rectangle 22">
            <a:extLst>
              <a:ext uri="{FF2B5EF4-FFF2-40B4-BE49-F238E27FC236}">
                <a16:creationId xmlns:a16="http://schemas.microsoft.com/office/drawing/2014/main" id="{BF901358-20BB-4E9F-B5B1-B8D1E5E319C9}"/>
              </a:ext>
            </a:extLst>
          </p:cNvPr>
          <p:cNvSpPr/>
          <p:nvPr/>
        </p:nvSpPr>
        <p:spPr>
          <a:xfrm>
            <a:off x="6986725" y="1229024"/>
            <a:ext cx="4711561" cy="498475"/>
          </a:xfrm>
          <a:prstGeom prst="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pPr algn="ctr"/>
            <a:r>
              <a:rPr lang="en-US" sz="1600">
                <a:solidFill>
                  <a:schemeClr val="tx1">
                    <a:lumMod val="75000"/>
                    <a:lumOff val="25000"/>
                  </a:schemeClr>
                </a:solidFill>
                <a:latin typeface="Arial Narrow" panose="020B0606020202030204" pitchFamily="34" charset="0"/>
                <a:cs typeface="Arial" panose="020B0604020202020204" pitchFamily="34" charset="0"/>
              </a:rPr>
              <a:t>Credit Analyst (part of credit admin team)</a:t>
            </a:r>
          </a:p>
        </p:txBody>
      </p:sp>
      <p:sp>
        <p:nvSpPr>
          <p:cNvPr id="24" name="Rectangle 23">
            <a:extLst>
              <a:ext uri="{FF2B5EF4-FFF2-40B4-BE49-F238E27FC236}">
                <a16:creationId xmlns:a16="http://schemas.microsoft.com/office/drawing/2014/main" id="{0110BB5F-037D-4E94-8838-596535EDE538}"/>
              </a:ext>
            </a:extLst>
          </p:cNvPr>
          <p:cNvSpPr/>
          <p:nvPr/>
        </p:nvSpPr>
        <p:spPr>
          <a:xfrm>
            <a:off x="6986724" y="1813115"/>
            <a:ext cx="4711562" cy="67263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r>
              <a:rPr lang="en-US" sz="1400" b="0">
                <a:solidFill>
                  <a:schemeClr val="tx1">
                    <a:lumMod val="75000"/>
                    <a:lumOff val="25000"/>
                  </a:schemeClr>
                </a:solidFill>
                <a:latin typeface="Arial Narrow" panose="020B0606020202030204" pitchFamily="34" charset="0"/>
                <a:cs typeface="Arial" panose="020B0604020202020204" pitchFamily="34" charset="0"/>
              </a:rPr>
              <a:t>Been using </a:t>
            </a:r>
            <a:r>
              <a:rPr lang="en-US" sz="1400" b="0" err="1">
                <a:solidFill>
                  <a:schemeClr val="tx1">
                    <a:lumMod val="75000"/>
                    <a:lumOff val="25000"/>
                  </a:schemeClr>
                </a:solidFill>
                <a:latin typeface="Arial Narrow" panose="020B0606020202030204" pitchFamily="34" charset="0"/>
                <a:cs typeface="Arial" panose="020B0604020202020204" pitchFamily="34" charset="0"/>
              </a:rPr>
              <a:t>ABTools</a:t>
            </a:r>
            <a:r>
              <a:rPr lang="en-US" sz="1400" b="0">
                <a:solidFill>
                  <a:schemeClr val="tx1">
                    <a:lumMod val="75000"/>
                    <a:lumOff val="25000"/>
                  </a:schemeClr>
                </a:solidFill>
                <a:latin typeface="Arial Narrow" panose="020B0606020202030204" pitchFamily="34" charset="0"/>
                <a:cs typeface="Arial" panose="020B0604020202020204" pitchFamily="34" charset="0"/>
              </a:rPr>
              <a:t> since Madison started to use it, a lot of years</a:t>
            </a:r>
          </a:p>
          <a:p>
            <a:r>
              <a:rPr lang="en-US" sz="1400" b="0">
                <a:solidFill>
                  <a:schemeClr val="tx1">
                    <a:lumMod val="75000"/>
                    <a:lumOff val="25000"/>
                  </a:schemeClr>
                </a:solidFill>
                <a:latin typeface="Arial Narrow" panose="020B0606020202030204" pitchFamily="34" charset="0"/>
                <a:cs typeface="Arial" panose="020B0604020202020204" pitchFamily="34" charset="0"/>
              </a:rPr>
              <a:t>Using daily, in </a:t>
            </a:r>
            <a:r>
              <a:rPr lang="en-US" sz="1400" b="0" err="1">
                <a:solidFill>
                  <a:schemeClr val="tx1">
                    <a:lumMod val="75000"/>
                    <a:lumOff val="25000"/>
                  </a:schemeClr>
                </a:solidFill>
                <a:latin typeface="Arial Narrow" panose="020B0606020202030204" pitchFamily="34" charset="0"/>
                <a:cs typeface="Arial" panose="020B0604020202020204" pitchFamily="34" charset="0"/>
              </a:rPr>
              <a:t>ABTools</a:t>
            </a:r>
            <a:r>
              <a:rPr lang="en-US" sz="1400" b="0">
                <a:solidFill>
                  <a:schemeClr val="tx1">
                    <a:lumMod val="75000"/>
                    <a:lumOff val="25000"/>
                  </a:schemeClr>
                </a:solidFill>
                <a:latin typeface="Arial Narrow" panose="020B0606020202030204" pitchFamily="34" charset="0"/>
                <a:cs typeface="Arial" panose="020B0604020202020204" pitchFamily="34" charset="0"/>
              </a:rPr>
              <a:t> all day, it is part of her job everyday</a:t>
            </a:r>
          </a:p>
        </p:txBody>
      </p:sp>
      <p:sp>
        <p:nvSpPr>
          <p:cNvPr id="25" name="Rectangle 24">
            <a:extLst>
              <a:ext uri="{FF2B5EF4-FFF2-40B4-BE49-F238E27FC236}">
                <a16:creationId xmlns:a16="http://schemas.microsoft.com/office/drawing/2014/main" id="{93B8AADF-5EF3-46CC-8B3C-0167D5907CD8}"/>
              </a:ext>
            </a:extLst>
          </p:cNvPr>
          <p:cNvSpPr/>
          <p:nvPr/>
        </p:nvSpPr>
        <p:spPr>
          <a:xfrm>
            <a:off x="6986724" y="2571363"/>
            <a:ext cx="4711562" cy="498475"/>
          </a:xfrm>
          <a:prstGeom prst="rect">
            <a:avLst/>
          </a:prstGeom>
          <a:solidFill>
            <a:schemeClr val="accent4">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r>
              <a:rPr lang="en-US" sz="1600" b="0" err="1">
                <a:solidFill>
                  <a:schemeClr val="tx1">
                    <a:lumMod val="75000"/>
                    <a:lumOff val="25000"/>
                  </a:schemeClr>
                </a:solidFill>
                <a:latin typeface="Arial Narrow" panose="020B0606020202030204" pitchFamily="34" charset="0"/>
                <a:cs typeface="Arial" panose="020B0604020202020204" pitchFamily="34" charset="0"/>
              </a:rPr>
              <a:t>ABTools</a:t>
            </a:r>
            <a:r>
              <a:rPr lang="en-US" sz="1600" b="0">
                <a:solidFill>
                  <a:schemeClr val="tx1">
                    <a:lumMod val="75000"/>
                    <a:lumOff val="25000"/>
                  </a:schemeClr>
                </a:solidFill>
                <a:latin typeface="Arial Narrow" panose="020B0606020202030204" pitchFamily="34" charset="0"/>
                <a:cs typeface="Arial" panose="020B0604020202020204" pitchFamily="34" charset="0"/>
              </a:rPr>
              <a:t>, MARS, </a:t>
            </a:r>
            <a:r>
              <a:rPr lang="en-US" sz="1600" b="0" err="1">
                <a:solidFill>
                  <a:schemeClr val="tx1">
                    <a:lumMod val="75000"/>
                    <a:lumOff val="25000"/>
                  </a:schemeClr>
                </a:solidFill>
                <a:latin typeface="Arial Narrow" panose="020B0606020202030204" pitchFamily="34" charset="0"/>
                <a:cs typeface="Arial" panose="020B0604020202020204" pitchFamily="34" charset="0"/>
              </a:rPr>
              <a:t>CreditPath</a:t>
            </a:r>
            <a:endParaRPr lang="en-US" sz="1600" b="0">
              <a:solidFill>
                <a:schemeClr val="tx1">
                  <a:lumMod val="75000"/>
                  <a:lumOff val="25000"/>
                </a:schemeClr>
              </a:solidFill>
              <a:latin typeface="Arial Narrow" panose="020B0606020202030204" pitchFamily="34" charset="0"/>
              <a:cs typeface="Arial" panose="020B0604020202020204" pitchFamily="34" charset="0"/>
            </a:endParaRPr>
          </a:p>
        </p:txBody>
      </p:sp>
      <p:sp>
        <p:nvSpPr>
          <p:cNvPr id="26" name="Rectangle 25">
            <a:extLst>
              <a:ext uri="{FF2B5EF4-FFF2-40B4-BE49-F238E27FC236}">
                <a16:creationId xmlns:a16="http://schemas.microsoft.com/office/drawing/2014/main" id="{44E611B2-836E-461E-A5D9-E36296BF7DD1}"/>
              </a:ext>
            </a:extLst>
          </p:cNvPr>
          <p:cNvSpPr/>
          <p:nvPr/>
        </p:nvSpPr>
        <p:spPr>
          <a:xfrm>
            <a:off x="6986723" y="3155455"/>
            <a:ext cx="4711561" cy="3029233"/>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pPr marL="285750" indent="-285750">
              <a:buFont typeface="Arial" panose="020B0604020202020204" pitchFamily="34" charset="0"/>
              <a:buChar char="•"/>
            </a:pPr>
            <a:r>
              <a:rPr lang="en-US" sz="1400" b="0">
                <a:solidFill>
                  <a:schemeClr val="tx1">
                    <a:lumMod val="75000"/>
                    <a:lumOff val="25000"/>
                  </a:schemeClr>
                </a:solidFill>
                <a:latin typeface="Arial Narrow" panose="020B0606020202030204" pitchFamily="34" charset="0"/>
                <a:cs typeface="Arial" panose="020B0604020202020204" pitchFamily="34" charset="0"/>
              </a:rPr>
              <a:t>Spreading financials</a:t>
            </a:r>
          </a:p>
          <a:p>
            <a:pPr marL="285750" indent="-285750">
              <a:buFont typeface="Arial" panose="020B0604020202020204" pitchFamily="34" charset="0"/>
              <a:buChar char="•"/>
            </a:pPr>
            <a:r>
              <a:rPr lang="en-US" sz="1400" b="0">
                <a:solidFill>
                  <a:schemeClr val="tx1">
                    <a:lumMod val="75000"/>
                    <a:lumOff val="25000"/>
                  </a:schemeClr>
                </a:solidFill>
                <a:latin typeface="Arial Narrow" panose="020B0606020202030204" pitchFamily="34" charset="0"/>
                <a:cs typeface="Arial" panose="020B0604020202020204" pitchFamily="34" charset="0"/>
              </a:rPr>
              <a:t>Reporting working with excels</a:t>
            </a:r>
          </a:p>
          <a:p>
            <a:pPr marL="285750" indent="-285750">
              <a:buFont typeface="Arial" panose="020B0604020202020204" pitchFamily="34" charset="0"/>
              <a:buChar char="•"/>
            </a:pPr>
            <a:r>
              <a:rPr lang="en-US" sz="1400" b="0">
                <a:solidFill>
                  <a:schemeClr val="tx1">
                    <a:lumMod val="75000"/>
                    <a:lumOff val="25000"/>
                  </a:schemeClr>
                </a:solidFill>
                <a:latin typeface="Arial Narrow" panose="020B0606020202030204" pitchFamily="34" charset="0"/>
                <a:cs typeface="Arial" panose="020B0604020202020204" pitchFamily="34" charset="0"/>
              </a:rPr>
              <a:t>Sending of annual reviews of financials</a:t>
            </a:r>
          </a:p>
          <a:p>
            <a:pPr marL="285750" indent="-285750">
              <a:buFont typeface="Arial" panose="020B0604020202020204" pitchFamily="34" charset="0"/>
              <a:buChar char="•"/>
            </a:pPr>
            <a:endParaRPr lang="en-US" sz="1400" b="0">
              <a:solidFill>
                <a:schemeClr val="tx1">
                  <a:lumMod val="75000"/>
                  <a:lumOff val="25000"/>
                </a:schemeClr>
              </a:solidFill>
              <a:latin typeface="Arial Narrow" panose="020B0606020202030204" pitchFamily="34" charset="0"/>
              <a:cs typeface="Arial" panose="020B0604020202020204" pitchFamily="34" charset="0"/>
            </a:endParaRPr>
          </a:p>
          <a:p>
            <a:pPr marL="285750" indent="-285750">
              <a:buFont typeface="Arial" panose="020B0604020202020204" pitchFamily="34" charset="0"/>
              <a:buChar char="•"/>
            </a:pPr>
            <a:r>
              <a:rPr lang="en-US" sz="1400" b="0">
                <a:solidFill>
                  <a:schemeClr val="tx1">
                    <a:lumMod val="75000"/>
                    <a:lumOff val="25000"/>
                  </a:schemeClr>
                </a:solidFill>
                <a:latin typeface="Arial Narrow" panose="020B0606020202030204" pitchFamily="34" charset="0"/>
                <a:cs typeface="Arial" panose="020B0604020202020204" pitchFamily="34" charset="0"/>
              </a:rPr>
              <a:t>Admin work: different from normal credit analysts</a:t>
            </a:r>
          </a:p>
          <a:p>
            <a:pPr marL="285750" indent="-285750">
              <a:buFont typeface="Arial" panose="020B0604020202020204" pitchFamily="34" charset="0"/>
              <a:buChar char="•"/>
            </a:pPr>
            <a:endParaRPr lang="en-US" sz="1400" b="0">
              <a:solidFill>
                <a:schemeClr val="tx1">
                  <a:lumMod val="75000"/>
                  <a:lumOff val="25000"/>
                </a:schemeClr>
              </a:solidFill>
              <a:latin typeface="Arial Narrow" panose="020B0606020202030204" pitchFamily="34" charset="0"/>
              <a:cs typeface="Arial" panose="020B0604020202020204" pitchFamily="34" charset="0"/>
            </a:endParaRPr>
          </a:p>
          <a:p>
            <a:pPr marL="285750" indent="-285750">
              <a:buFont typeface="Arial" panose="020B0604020202020204" pitchFamily="34" charset="0"/>
              <a:buChar char="•"/>
            </a:pPr>
            <a:r>
              <a:rPr lang="en-US" sz="1400" b="0">
                <a:solidFill>
                  <a:schemeClr val="tx1">
                    <a:lumMod val="75000"/>
                    <a:lumOff val="25000"/>
                  </a:schemeClr>
                </a:solidFill>
                <a:latin typeface="Arial Narrow" panose="020B0606020202030204" pitchFamily="34" charset="0"/>
                <a:cs typeface="Arial" panose="020B0604020202020204" pitchFamily="34" charset="0"/>
              </a:rPr>
              <a:t>Small ticket &amp; large ticket analysts</a:t>
            </a:r>
          </a:p>
          <a:p>
            <a:pPr marL="742950" lvl="1" indent="-285750">
              <a:buFont typeface="Arial" panose="020B0604020202020204" pitchFamily="34" charset="0"/>
              <a:buChar char="•"/>
            </a:pPr>
            <a:r>
              <a:rPr lang="en-US" sz="1400" b="0">
                <a:solidFill>
                  <a:schemeClr val="tx1">
                    <a:lumMod val="75000"/>
                    <a:lumOff val="25000"/>
                  </a:schemeClr>
                </a:solidFill>
                <a:latin typeface="Arial Narrow" panose="020B0606020202030204" pitchFamily="34" charset="0"/>
                <a:cs typeface="Arial" panose="020B0604020202020204" pitchFamily="34" charset="0"/>
              </a:rPr>
              <a:t>Small: do entire process</a:t>
            </a:r>
          </a:p>
          <a:p>
            <a:pPr marL="742950" lvl="1" indent="-285750">
              <a:buFont typeface="Arial" panose="020B0604020202020204" pitchFamily="34" charset="0"/>
              <a:buChar char="•"/>
            </a:pPr>
            <a:r>
              <a:rPr lang="en-US" sz="1400" b="0">
                <a:solidFill>
                  <a:schemeClr val="tx1">
                    <a:lumMod val="75000"/>
                    <a:lumOff val="25000"/>
                  </a:schemeClr>
                </a:solidFill>
                <a:latin typeface="Arial Narrow" panose="020B0606020202030204" pitchFamily="34" charset="0"/>
                <a:cs typeface="Arial" panose="020B0604020202020204" pitchFamily="34" charset="0"/>
              </a:rPr>
              <a:t>Large: two separate processes – do first half</a:t>
            </a:r>
          </a:p>
          <a:p>
            <a:pPr marL="285750" indent="-285750">
              <a:buFont typeface="Arial" panose="020B0604020202020204" pitchFamily="34" charset="0"/>
              <a:buChar char="•"/>
            </a:pPr>
            <a:endParaRPr lang="en-US" sz="1400" b="0">
              <a:solidFill>
                <a:schemeClr val="tx1">
                  <a:lumMod val="75000"/>
                  <a:lumOff val="25000"/>
                </a:schemeClr>
              </a:solidFill>
              <a:latin typeface="Arial Narrow" panose="020B060602020203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C11771FE-D8E8-4A70-9A61-8766060FD9A0}"/>
              </a:ext>
            </a:extLst>
          </p:cNvPr>
          <p:cNvSpPr txBox="1"/>
          <p:nvPr/>
        </p:nvSpPr>
        <p:spPr>
          <a:xfrm>
            <a:off x="490539" y="1326613"/>
            <a:ext cx="1580227" cy="292963"/>
          </a:xfrm>
          <a:prstGeom prst="rect">
            <a:avLst/>
          </a:prstGeom>
          <a:noFill/>
        </p:spPr>
        <p:txBody>
          <a:bodyPr wrap="none" lIns="0" tIns="0" rIns="0" bIns="0" rtlCol="0">
            <a:noAutofit/>
          </a:bodyPr>
          <a:lstStyle/>
          <a:p>
            <a:pPr algn="r">
              <a:lnSpc>
                <a:spcPct val="110000"/>
              </a:lnSpc>
              <a:spcAft>
                <a:spcPts val="900"/>
              </a:spcAft>
            </a:pPr>
            <a:r>
              <a:rPr lang="en-US" sz="1600" b="0" spc="40">
                <a:solidFill>
                  <a:schemeClr val="tx1">
                    <a:lumMod val="75000"/>
                    <a:lumOff val="25000"/>
                  </a:schemeClr>
                </a:solidFill>
                <a:latin typeface="Arial Narrow" panose="020B0606020202030204" pitchFamily="34" charset="0"/>
              </a:rPr>
              <a:t>Role</a:t>
            </a:r>
          </a:p>
        </p:txBody>
      </p:sp>
    </p:spTree>
    <p:extLst>
      <p:ext uri="{BB962C8B-B14F-4D97-AF65-F5344CB8AC3E}">
        <p14:creationId xmlns:p14="http://schemas.microsoft.com/office/powerpoint/2010/main" val="41648586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B81EF6C-ABEC-4D6B-B446-B3EAD58D448A}"/>
              </a:ext>
            </a:extLst>
          </p:cNvPr>
          <p:cNvSpPr/>
          <p:nvPr/>
        </p:nvSpPr>
        <p:spPr>
          <a:xfrm>
            <a:off x="0" y="0"/>
            <a:ext cx="12188825" cy="6858000"/>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t" anchorCtr="0" forceAA="0" compatLnSpc="1">
            <a:prstTxWarp prst="textNoShape">
              <a:avLst/>
            </a:prstTxWarp>
            <a:noAutofit/>
          </a:bodyPr>
          <a:lstStyle/>
          <a:p>
            <a:pPr algn="ctr">
              <a:lnSpc>
                <a:spcPct val="110000"/>
              </a:lnSpc>
              <a:spcAft>
                <a:spcPts val="900"/>
              </a:spcAft>
            </a:pPr>
            <a:endParaRPr lang="en-US" sz="2000" b="0" spc="40">
              <a:solidFill>
                <a:srgbClr val="000000"/>
              </a:solidFill>
              <a:latin typeface="Arial" charset="0"/>
            </a:endParaRPr>
          </a:p>
        </p:txBody>
      </p:sp>
      <p:sp>
        <p:nvSpPr>
          <p:cNvPr id="2" name="Title 1">
            <a:extLst>
              <a:ext uri="{FF2B5EF4-FFF2-40B4-BE49-F238E27FC236}">
                <a16:creationId xmlns:a16="http://schemas.microsoft.com/office/drawing/2014/main" id="{FF514A18-65C2-304E-BA9D-12AA567DF4B9}"/>
              </a:ext>
            </a:extLst>
          </p:cNvPr>
          <p:cNvSpPr>
            <a:spLocks noGrp="1"/>
          </p:cNvSpPr>
          <p:nvPr>
            <p:ph type="title"/>
          </p:nvPr>
        </p:nvSpPr>
        <p:spPr>
          <a:xfrm>
            <a:off x="736840" y="452673"/>
            <a:ext cx="6861172" cy="498475"/>
          </a:xfrm>
        </p:spPr>
        <p:txBody>
          <a:bodyPr/>
          <a:lstStyle/>
          <a:p>
            <a:r>
              <a:rPr lang="en-US"/>
              <a:t>Participant Demographics</a:t>
            </a:r>
          </a:p>
        </p:txBody>
      </p:sp>
      <p:sp>
        <p:nvSpPr>
          <p:cNvPr id="4" name="Rectangle 3">
            <a:extLst>
              <a:ext uri="{FF2B5EF4-FFF2-40B4-BE49-F238E27FC236}">
                <a16:creationId xmlns:a16="http://schemas.microsoft.com/office/drawing/2014/main" id="{644A0082-75F1-4D0E-BAE8-7FFB5FE23777}"/>
              </a:ext>
            </a:extLst>
          </p:cNvPr>
          <p:cNvSpPr/>
          <p:nvPr/>
        </p:nvSpPr>
        <p:spPr>
          <a:xfrm>
            <a:off x="2168418" y="1229024"/>
            <a:ext cx="4711561" cy="498475"/>
          </a:xfrm>
          <a:prstGeom prst="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pPr algn="ctr"/>
            <a:r>
              <a:rPr lang="en-US" sz="1600">
                <a:solidFill>
                  <a:schemeClr val="tx1">
                    <a:lumMod val="75000"/>
                    <a:lumOff val="25000"/>
                  </a:schemeClr>
                </a:solidFill>
                <a:latin typeface="Arial Narrow" panose="020B0606020202030204" pitchFamily="34" charset="0"/>
                <a:cs typeface="Arial" panose="020B0604020202020204" pitchFamily="34" charset="0"/>
              </a:rPr>
              <a:t>Credit Processing Specialist</a:t>
            </a:r>
          </a:p>
        </p:txBody>
      </p:sp>
      <p:sp>
        <p:nvSpPr>
          <p:cNvPr id="16" name="Rectangle 15">
            <a:extLst>
              <a:ext uri="{FF2B5EF4-FFF2-40B4-BE49-F238E27FC236}">
                <a16:creationId xmlns:a16="http://schemas.microsoft.com/office/drawing/2014/main" id="{326C5D65-3B77-4189-AD21-DD06D0424537}"/>
              </a:ext>
            </a:extLst>
          </p:cNvPr>
          <p:cNvSpPr/>
          <p:nvPr/>
        </p:nvSpPr>
        <p:spPr>
          <a:xfrm>
            <a:off x="2168418" y="1813115"/>
            <a:ext cx="4711561" cy="67263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r>
              <a:rPr lang="en-US" sz="1600" b="0">
                <a:solidFill>
                  <a:schemeClr val="tx1">
                    <a:lumMod val="75000"/>
                    <a:lumOff val="25000"/>
                  </a:schemeClr>
                </a:solidFill>
                <a:latin typeface="Arial Narrow" panose="020B0606020202030204" pitchFamily="34" charset="0"/>
                <a:cs typeface="Arial" panose="020B0604020202020204" pitchFamily="34" charset="0"/>
              </a:rPr>
              <a:t>Been using </a:t>
            </a:r>
            <a:r>
              <a:rPr lang="en-US" sz="1600" b="0" err="1">
                <a:solidFill>
                  <a:schemeClr val="tx1">
                    <a:lumMod val="75000"/>
                    <a:lumOff val="25000"/>
                  </a:schemeClr>
                </a:solidFill>
                <a:latin typeface="Arial Narrow" panose="020B0606020202030204" pitchFamily="34" charset="0"/>
                <a:cs typeface="Arial" panose="020B0604020202020204" pitchFamily="34" charset="0"/>
              </a:rPr>
              <a:t>ABTools</a:t>
            </a:r>
            <a:r>
              <a:rPr lang="en-US" sz="1600" b="0">
                <a:solidFill>
                  <a:schemeClr val="tx1">
                    <a:lumMod val="75000"/>
                    <a:lumOff val="25000"/>
                  </a:schemeClr>
                </a:solidFill>
                <a:latin typeface="Arial Narrow" panose="020B0606020202030204" pitchFamily="34" charset="0"/>
                <a:cs typeface="Arial" panose="020B0604020202020204" pitchFamily="34" charset="0"/>
              </a:rPr>
              <a:t> 15+ years</a:t>
            </a:r>
          </a:p>
          <a:p>
            <a:r>
              <a:rPr lang="en-US" sz="1600" b="0">
                <a:solidFill>
                  <a:schemeClr val="tx1">
                    <a:lumMod val="75000"/>
                    <a:lumOff val="25000"/>
                  </a:schemeClr>
                </a:solidFill>
                <a:latin typeface="Arial Narrow" panose="020B0606020202030204" pitchFamily="34" charset="0"/>
                <a:cs typeface="Arial" panose="020B0604020202020204" pitchFamily="34" charset="0"/>
              </a:rPr>
              <a:t>Using daily, approximately 2-3 hours per day</a:t>
            </a:r>
          </a:p>
        </p:txBody>
      </p:sp>
      <p:sp>
        <p:nvSpPr>
          <p:cNvPr id="17" name="TextBox 16">
            <a:extLst>
              <a:ext uri="{FF2B5EF4-FFF2-40B4-BE49-F238E27FC236}">
                <a16:creationId xmlns:a16="http://schemas.microsoft.com/office/drawing/2014/main" id="{948474F5-3755-4608-A2CD-0DFEA17C62D9}"/>
              </a:ext>
            </a:extLst>
          </p:cNvPr>
          <p:cNvSpPr txBox="1"/>
          <p:nvPr/>
        </p:nvSpPr>
        <p:spPr>
          <a:xfrm>
            <a:off x="490539" y="2002949"/>
            <a:ext cx="1580227" cy="292963"/>
          </a:xfrm>
          <a:prstGeom prst="rect">
            <a:avLst/>
          </a:prstGeom>
          <a:noFill/>
        </p:spPr>
        <p:txBody>
          <a:bodyPr wrap="none" lIns="0" tIns="0" rIns="0" bIns="0" rtlCol="0">
            <a:noAutofit/>
          </a:bodyPr>
          <a:lstStyle/>
          <a:p>
            <a:pPr algn="r">
              <a:lnSpc>
                <a:spcPct val="110000"/>
              </a:lnSpc>
              <a:spcAft>
                <a:spcPts val="900"/>
              </a:spcAft>
            </a:pPr>
            <a:r>
              <a:rPr lang="en-US" sz="1600" b="0" spc="40">
                <a:solidFill>
                  <a:schemeClr val="tx1">
                    <a:lumMod val="75000"/>
                    <a:lumOff val="25000"/>
                  </a:schemeClr>
                </a:solidFill>
                <a:latin typeface="Arial Narrow" panose="020B0606020202030204" pitchFamily="34" charset="0"/>
              </a:rPr>
              <a:t>Years with </a:t>
            </a:r>
            <a:r>
              <a:rPr lang="en-US" sz="1600" b="0" spc="40" err="1">
                <a:solidFill>
                  <a:schemeClr val="tx1">
                    <a:lumMod val="75000"/>
                    <a:lumOff val="25000"/>
                  </a:schemeClr>
                </a:solidFill>
                <a:latin typeface="Arial Narrow" panose="020B0606020202030204" pitchFamily="34" charset="0"/>
              </a:rPr>
              <a:t>ABTools</a:t>
            </a:r>
            <a:endParaRPr lang="en-US" sz="1600" b="0" spc="40">
              <a:solidFill>
                <a:schemeClr val="tx1">
                  <a:lumMod val="75000"/>
                  <a:lumOff val="25000"/>
                </a:schemeClr>
              </a:solidFill>
              <a:latin typeface="Arial Narrow" panose="020B0606020202030204" pitchFamily="34" charset="0"/>
            </a:endParaRPr>
          </a:p>
        </p:txBody>
      </p:sp>
      <p:sp>
        <p:nvSpPr>
          <p:cNvPr id="18" name="Rectangle 17">
            <a:extLst>
              <a:ext uri="{FF2B5EF4-FFF2-40B4-BE49-F238E27FC236}">
                <a16:creationId xmlns:a16="http://schemas.microsoft.com/office/drawing/2014/main" id="{38A12D2D-96BA-4878-91CA-928C595E8C76}"/>
              </a:ext>
            </a:extLst>
          </p:cNvPr>
          <p:cNvSpPr/>
          <p:nvPr/>
        </p:nvSpPr>
        <p:spPr>
          <a:xfrm>
            <a:off x="2168418" y="2571364"/>
            <a:ext cx="4711561" cy="498475"/>
          </a:xfrm>
          <a:prstGeom prst="rect">
            <a:avLst/>
          </a:prstGeom>
          <a:solidFill>
            <a:schemeClr val="accent4">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r>
              <a:rPr lang="en-US" sz="1600" b="0" err="1">
                <a:solidFill>
                  <a:schemeClr val="tx1">
                    <a:lumMod val="75000"/>
                    <a:lumOff val="25000"/>
                  </a:schemeClr>
                </a:solidFill>
                <a:latin typeface="Arial Narrow" panose="020B0606020202030204" pitchFamily="34" charset="0"/>
                <a:cs typeface="Arial" panose="020B0604020202020204" pitchFamily="34" charset="0"/>
              </a:rPr>
              <a:t>ABTools</a:t>
            </a:r>
            <a:r>
              <a:rPr lang="en-US" sz="1600" b="0">
                <a:solidFill>
                  <a:schemeClr val="tx1">
                    <a:lumMod val="75000"/>
                    <a:lumOff val="25000"/>
                  </a:schemeClr>
                </a:solidFill>
                <a:latin typeface="Arial Narrow" panose="020B0606020202030204" pitchFamily="34" charset="0"/>
                <a:cs typeface="Arial" panose="020B0604020202020204" pitchFamily="34" charset="0"/>
              </a:rPr>
              <a:t>, ACAPS</a:t>
            </a:r>
          </a:p>
        </p:txBody>
      </p:sp>
      <p:sp>
        <p:nvSpPr>
          <p:cNvPr id="19" name="TextBox 18">
            <a:extLst>
              <a:ext uri="{FF2B5EF4-FFF2-40B4-BE49-F238E27FC236}">
                <a16:creationId xmlns:a16="http://schemas.microsoft.com/office/drawing/2014/main" id="{0067B858-2975-4E37-952A-CCDAAEA411AD}"/>
              </a:ext>
            </a:extLst>
          </p:cNvPr>
          <p:cNvSpPr txBox="1"/>
          <p:nvPr/>
        </p:nvSpPr>
        <p:spPr>
          <a:xfrm>
            <a:off x="485993" y="2674118"/>
            <a:ext cx="1580227" cy="292963"/>
          </a:xfrm>
          <a:prstGeom prst="rect">
            <a:avLst/>
          </a:prstGeom>
          <a:noFill/>
        </p:spPr>
        <p:txBody>
          <a:bodyPr wrap="none" lIns="0" tIns="0" rIns="0" bIns="0" rtlCol="0">
            <a:noAutofit/>
          </a:bodyPr>
          <a:lstStyle/>
          <a:p>
            <a:pPr algn="r">
              <a:lnSpc>
                <a:spcPct val="110000"/>
              </a:lnSpc>
              <a:spcAft>
                <a:spcPts val="900"/>
              </a:spcAft>
            </a:pPr>
            <a:r>
              <a:rPr lang="en-US" sz="1600" b="0">
                <a:solidFill>
                  <a:schemeClr val="tx1">
                    <a:lumMod val="75000"/>
                    <a:lumOff val="25000"/>
                  </a:schemeClr>
                </a:solidFill>
                <a:latin typeface="Arial Narrow" panose="020B0606020202030204" pitchFamily="34" charset="0"/>
                <a:cs typeface="Arial" panose="020B0604020202020204" pitchFamily="34" charset="0"/>
              </a:rPr>
              <a:t>Major systems</a:t>
            </a:r>
            <a:endParaRPr lang="en-US" sz="1600" b="0" spc="40">
              <a:solidFill>
                <a:schemeClr val="tx1">
                  <a:lumMod val="75000"/>
                  <a:lumOff val="25000"/>
                </a:schemeClr>
              </a:solidFill>
              <a:latin typeface="Arial Narrow" panose="020B0606020202030204" pitchFamily="34" charset="0"/>
            </a:endParaRPr>
          </a:p>
        </p:txBody>
      </p:sp>
      <p:sp>
        <p:nvSpPr>
          <p:cNvPr id="20" name="Rectangle 19">
            <a:extLst>
              <a:ext uri="{FF2B5EF4-FFF2-40B4-BE49-F238E27FC236}">
                <a16:creationId xmlns:a16="http://schemas.microsoft.com/office/drawing/2014/main" id="{547D33DF-CF19-4C44-A7F1-2FF72868460B}"/>
              </a:ext>
            </a:extLst>
          </p:cNvPr>
          <p:cNvSpPr/>
          <p:nvPr/>
        </p:nvSpPr>
        <p:spPr>
          <a:xfrm>
            <a:off x="2168418" y="3155455"/>
            <a:ext cx="4711561" cy="3440654"/>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pPr marL="285750" indent="-285750">
              <a:buFont typeface="Arial" panose="020B0604020202020204" pitchFamily="34" charset="0"/>
              <a:buChar char="•"/>
            </a:pPr>
            <a:r>
              <a:rPr lang="en-US" sz="1400" b="0">
                <a:solidFill>
                  <a:schemeClr val="tx1">
                    <a:lumMod val="75000"/>
                    <a:lumOff val="25000"/>
                  </a:schemeClr>
                </a:solidFill>
                <a:latin typeface="Arial Narrow" panose="020B0606020202030204" pitchFamily="34" charset="0"/>
                <a:cs typeface="Arial" panose="020B0604020202020204" pitchFamily="34" charset="0"/>
              </a:rPr>
              <a:t>Creating letter for turndown cases</a:t>
            </a:r>
          </a:p>
          <a:p>
            <a:pPr marL="285750" indent="-285750">
              <a:buFont typeface="Arial" panose="020B0604020202020204" pitchFamily="34" charset="0"/>
              <a:buChar char="•"/>
            </a:pPr>
            <a:r>
              <a:rPr lang="en-US" sz="1400" b="0">
                <a:solidFill>
                  <a:schemeClr val="tx1">
                    <a:lumMod val="75000"/>
                    <a:lumOff val="25000"/>
                  </a:schemeClr>
                </a:solidFill>
                <a:latin typeface="Arial Narrow" panose="020B0606020202030204" pitchFamily="34" charset="0"/>
                <a:cs typeface="Arial" panose="020B0604020202020204" pitchFamily="34" charset="0"/>
              </a:rPr>
              <a:t>Counteroffer, then go to SharePoint</a:t>
            </a:r>
          </a:p>
          <a:p>
            <a:pPr marL="285750" indent="-285750">
              <a:buFont typeface="Arial" panose="020B0604020202020204" pitchFamily="34" charset="0"/>
              <a:buChar char="•"/>
            </a:pPr>
            <a:r>
              <a:rPr lang="en-US" sz="1400" b="0">
                <a:solidFill>
                  <a:schemeClr val="tx1">
                    <a:lumMod val="75000"/>
                    <a:lumOff val="25000"/>
                  </a:schemeClr>
                </a:solidFill>
                <a:latin typeface="Arial Narrow" panose="020B0606020202030204" pitchFamily="34" charset="0"/>
                <a:cs typeface="Arial" panose="020B0604020202020204" pitchFamily="34" charset="0"/>
              </a:rPr>
              <a:t>Using </a:t>
            </a:r>
            <a:r>
              <a:rPr lang="en-US" sz="1400" b="0" err="1">
                <a:solidFill>
                  <a:schemeClr val="tx1">
                    <a:lumMod val="75000"/>
                    <a:lumOff val="25000"/>
                  </a:schemeClr>
                </a:solidFill>
                <a:latin typeface="Arial Narrow" panose="020B0606020202030204" pitchFamily="34" charset="0"/>
                <a:cs typeface="Arial" panose="020B0604020202020204" pitchFamily="34" charset="0"/>
              </a:rPr>
              <a:t>ABTools</a:t>
            </a:r>
            <a:r>
              <a:rPr lang="en-US" sz="1400" b="0">
                <a:solidFill>
                  <a:schemeClr val="tx1">
                    <a:lumMod val="75000"/>
                    <a:lumOff val="25000"/>
                  </a:schemeClr>
                </a:solidFill>
                <a:latin typeface="Arial Narrow" panose="020B0606020202030204" pitchFamily="34" charset="0"/>
                <a:cs typeface="Arial" panose="020B0604020202020204" pitchFamily="34" charset="0"/>
              </a:rPr>
              <a:t> for entry, and calling to bank if we receive rating from bank</a:t>
            </a:r>
          </a:p>
          <a:p>
            <a:pPr marL="285750" indent="-285750">
              <a:buFont typeface="Arial" panose="020B0604020202020204" pitchFamily="34" charset="0"/>
              <a:buChar char="•"/>
            </a:pPr>
            <a:r>
              <a:rPr lang="en-US" sz="1400" b="0">
                <a:solidFill>
                  <a:schemeClr val="tx1">
                    <a:lumMod val="75000"/>
                    <a:lumOff val="25000"/>
                  </a:schemeClr>
                </a:solidFill>
                <a:latin typeface="Arial Narrow" panose="020B0606020202030204" pitchFamily="34" charset="0"/>
                <a:cs typeface="Arial" panose="020B0604020202020204" pitchFamily="34" charset="0"/>
              </a:rPr>
              <a:t>Bank rating, we don't use it for whole lot</a:t>
            </a:r>
          </a:p>
          <a:p>
            <a:pPr marL="285750" indent="-285750">
              <a:buFont typeface="Arial" panose="020B0604020202020204" pitchFamily="34" charset="0"/>
              <a:buChar char="•"/>
            </a:pPr>
            <a:r>
              <a:rPr lang="en-US" sz="1400" b="0">
                <a:solidFill>
                  <a:schemeClr val="tx1">
                    <a:lumMod val="75000"/>
                    <a:lumOff val="25000"/>
                  </a:schemeClr>
                </a:solidFill>
                <a:latin typeface="Arial Narrow" panose="020B0606020202030204" pitchFamily="34" charset="0"/>
                <a:cs typeface="Arial" panose="020B0604020202020204" pitchFamily="34" charset="0"/>
              </a:rPr>
              <a:t>Import to </a:t>
            </a:r>
            <a:r>
              <a:rPr lang="en-US" sz="1400" b="0" err="1">
                <a:solidFill>
                  <a:schemeClr val="tx1">
                    <a:lumMod val="75000"/>
                    <a:lumOff val="25000"/>
                  </a:schemeClr>
                </a:solidFill>
                <a:latin typeface="Arial Narrow" panose="020B0606020202030204" pitchFamily="34" charset="0"/>
                <a:cs typeface="Arial" panose="020B0604020202020204" pitchFamily="34" charset="0"/>
              </a:rPr>
              <a:t>ABtools</a:t>
            </a:r>
            <a:r>
              <a:rPr lang="en-US" sz="1400" b="0">
                <a:solidFill>
                  <a:schemeClr val="tx1">
                    <a:lumMod val="75000"/>
                    <a:lumOff val="25000"/>
                  </a:schemeClr>
                </a:solidFill>
                <a:latin typeface="Arial Narrow" panose="020B0606020202030204" pitchFamily="34" charset="0"/>
                <a:cs typeface="Arial" panose="020B0604020202020204" pitchFamily="34" charset="0"/>
              </a:rPr>
              <a:t>, enter information Merchant Toolkit</a:t>
            </a:r>
          </a:p>
          <a:p>
            <a:pPr marL="285750" indent="-285750">
              <a:buFont typeface="Arial" panose="020B0604020202020204" pitchFamily="34" charset="0"/>
              <a:buChar char="•"/>
            </a:pPr>
            <a:endParaRPr lang="en-US" sz="1400" b="0">
              <a:solidFill>
                <a:schemeClr val="tx1">
                  <a:lumMod val="75000"/>
                  <a:lumOff val="25000"/>
                </a:schemeClr>
              </a:solidFill>
              <a:latin typeface="Arial Narrow" panose="020B0606020202030204" pitchFamily="34" charset="0"/>
              <a:cs typeface="Arial" panose="020B0604020202020204" pitchFamily="34" charset="0"/>
            </a:endParaRPr>
          </a:p>
          <a:p>
            <a:pPr marL="285750" indent="-285750">
              <a:buFont typeface="Arial" panose="020B0604020202020204" pitchFamily="34" charset="0"/>
              <a:buChar char="•"/>
            </a:pPr>
            <a:r>
              <a:rPr lang="en-US" sz="1400" b="0">
                <a:solidFill>
                  <a:schemeClr val="tx1">
                    <a:lumMod val="75000"/>
                    <a:lumOff val="25000"/>
                  </a:schemeClr>
                </a:solidFill>
                <a:latin typeface="Arial Narrow" panose="020B0606020202030204" pitchFamily="34" charset="0"/>
                <a:cs typeface="Arial" panose="020B0604020202020204" pitchFamily="34" charset="0"/>
              </a:rPr>
              <a:t>Special term -&gt; </a:t>
            </a:r>
            <a:r>
              <a:rPr lang="en-US" sz="1400" b="0" err="1">
                <a:solidFill>
                  <a:schemeClr val="tx1">
                    <a:lumMod val="75000"/>
                    <a:lumOff val="25000"/>
                  </a:schemeClr>
                </a:solidFill>
                <a:latin typeface="Arial Narrow" panose="020B0606020202030204" pitchFamily="34" charset="0"/>
                <a:cs typeface="Arial" panose="020B0604020202020204" pitchFamily="34" charset="0"/>
              </a:rPr>
              <a:t>ABTools</a:t>
            </a:r>
            <a:r>
              <a:rPr lang="en-US" sz="1400" b="0">
                <a:solidFill>
                  <a:schemeClr val="tx1">
                    <a:lumMod val="75000"/>
                    <a:lumOff val="25000"/>
                  </a:schemeClr>
                </a:solidFill>
                <a:latin typeface="Arial Narrow" panose="020B0606020202030204" pitchFamily="34" charset="0"/>
                <a:cs typeface="Arial" panose="020B0604020202020204" pitchFamily="34" charset="0"/>
              </a:rPr>
              <a:t>, regular-&gt;ACAPS</a:t>
            </a:r>
          </a:p>
          <a:p>
            <a:pPr marL="285750" indent="-285750">
              <a:buFont typeface="Arial" panose="020B0604020202020204" pitchFamily="34" charset="0"/>
              <a:buChar char="•"/>
            </a:pPr>
            <a:r>
              <a:rPr lang="en-US" sz="1400" b="0">
                <a:solidFill>
                  <a:schemeClr val="tx1">
                    <a:lumMod val="75000"/>
                    <a:lumOff val="25000"/>
                  </a:schemeClr>
                </a:solidFill>
                <a:latin typeface="Arial Narrow" panose="020B0606020202030204" pitchFamily="34" charset="0"/>
                <a:cs typeface="Arial" panose="020B0604020202020204" pitchFamily="34" charset="0"/>
              </a:rPr>
              <a:t>Bank rating come over to our side, produce in Word document, Sent out to the bank</a:t>
            </a:r>
          </a:p>
          <a:p>
            <a:pPr marL="285750" indent="-285750">
              <a:buFont typeface="Arial" panose="020B0604020202020204" pitchFamily="34" charset="0"/>
              <a:buChar char="•"/>
            </a:pPr>
            <a:endParaRPr lang="en-US" sz="1400" b="0">
              <a:solidFill>
                <a:schemeClr val="tx1">
                  <a:lumMod val="75000"/>
                  <a:lumOff val="25000"/>
                </a:schemeClr>
              </a:solidFill>
              <a:latin typeface="Arial Narrow" panose="020B0606020202030204" pitchFamily="34" charset="0"/>
              <a:cs typeface="Arial" panose="020B0604020202020204" pitchFamily="34" charset="0"/>
            </a:endParaRPr>
          </a:p>
          <a:p>
            <a:pPr marL="285750" indent="-285750">
              <a:buFont typeface="Arial" panose="020B0604020202020204" pitchFamily="34" charset="0"/>
              <a:buChar char="•"/>
            </a:pPr>
            <a:r>
              <a:rPr lang="en-US" sz="1400" b="0">
                <a:solidFill>
                  <a:schemeClr val="tx1">
                    <a:lumMod val="75000"/>
                    <a:lumOff val="25000"/>
                  </a:schemeClr>
                </a:solidFill>
                <a:latin typeface="Arial Narrow" panose="020B0606020202030204" pitchFamily="34" charset="0"/>
                <a:cs typeface="Arial" panose="020B0604020202020204" pitchFamily="34" charset="0"/>
              </a:rPr>
              <a:t>Once bank returns to FileNet, import to comments into </a:t>
            </a:r>
            <a:r>
              <a:rPr lang="en-US" sz="1400" b="0" err="1">
                <a:solidFill>
                  <a:schemeClr val="tx1">
                    <a:lumMod val="75000"/>
                    <a:lumOff val="25000"/>
                  </a:schemeClr>
                </a:solidFill>
                <a:latin typeface="Arial Narrow" panose="020B0606020202030204" pitchFamily="34" charset="0"/>
                <a:cs typeface="Arial" panose="020B0604020202020204" pitchFamily="34" charset="0"/>
              </a:rPr>
              <a:t>ABtools</a:t>
            </a:r>
            <a:r>
              <a:rPr lang="en-US" sz="1400" b="0">
                <a:solidFill>
                  <a:schemeClr val="tx1">
                    <a:lumMod val="75000"/>
                    <a:lumOff val="25000"/>
                  </a:schemeClr>
                </a:solidFill>
                <a:latin typeface="Arial Narrow" panose="020B0606020202030204" pitchFamily="34" charset="0"/>
                <a:cs typeface="Arial" panose="020B0604020202020204" pitchFamily="34" charset="0"/>
              </a:rPr>
              <a:t> that was received</a:t>
            </a:r>
          </a:p>
          <a:p>
            <a:pPr marL="285750" indent="-285750">
              <a:buFont typeface="Arial" panose="020B0604020202020204" pitchFamily="34" charset="0"/>
              <a:buChar char="•"/>
            </a:pPr>
            <a:r>
              <a:rPr lang="en-US" sz="1400" b="0">
                <a:solidFill>
                  <a:schemeClr val="tx1">
                    <a:lumMod val="75000"/>
                    <a:lumOff val="25000"/>
                  </a:schemeClr>
                </a:solidFill>
                <a:latin typeface="Arial Narrow" panose="020B0606020202030204" pitchFamily="34" charset="0"/>
                <a:cs typeface="Arial" panose="020B0604020202020204" pitchFamily="34" charset="0"/>
              </a:rPr>
              <a:t>Going back to the analyst either specific analyst or review queue</a:t>
            </a:r>
          </a:p>
        </p:txBody>
      </p:sp>
      <p:sp>
        <p:nvSpPr>
          <p:cNvPr id="22" name="TextBox 21">
            <a:extLst>
              <a:ext uri="{FF2B5EF4-FFF2-40B4-BE49-F238E27FC236}">
                <a16:creationId xmlns:a16="http://schemas.microsoft.com/office/drawing/2014/main" id="{2822B8DC-3337-444E-AD86-5E30FC8CA082}"/>
              </a:ext>
            </a:extLst>
          </p:cNvPr>
          <p:cNvSpPr txBox="1"/>
          <p:nvPr/>
        </p:nvSpPr>
        <p:spPr>
          <a:xfrm>
            <a:off x="485993" y="3429000"/>
            <a:ext cx="1580227" cy="292963"/>
          </a:xfrm>
          <a:prstGeom prst="rect">
            <a:avLst/>
          </a:prstGeom>
          <a:noFill/>
        </p:spPr>
        <p:txBody>
          <a:bodyPr wrap="none" lIns="0" tIns="0" rIns="0" bIns="0" rtlCol="0">
            <a:noAutofit/>
          </a:bodyPr>
          <a:lstStyle/>
          <a:p>
            <a:pPr algn="r">
              <a:lnSpc>
                <a:spcPct val="110000"/>
              </a:lnSpc>
              <a:spcAft>
                <a:spcPts val="900"/>
              </a:spcAft>
            </a:pPr>
            <a:r>
              <a:rPr lang="en-US" sz="1600" b="0">
                <a:solidFill>
                  <a:schemeClr val="tx1">
                    <a:lumMod val="75000"/>
                    <a:lumOff val="25000"/>
                  </a:schemeClr>
                </a:solidFill>
                <a:latin typeface="Arial Narrow" panose="020B0606020202030204" pitchFamily="34" charset="0"/>
                <a:cs typeface="Arial" panose="020B0604020202020204" pitchFamily="34" charset="0"/>
              </a:rPr>
              <a:t>Tasks</a:t>
            </a:r>
            <a:endParaRPr lang="en-US" sz="1600" b="0" spc="40">
              <a:solidFill>
                <a:schemeClr val="tx1">
                  <a:lumMod val="75000"/>
                  <a:lumOff val="25000"/>
                </a:schemeClr>
              </a:solidFill>
              <a:latin typeface="Arial Narrow" panose="020B0606020202030204" pitchFamily="34" charset="0"/>
            </a:endParaRPr>
          </a:p>
        </p:txBody>
      </p:sp>
      <p:sp>
        <p:nvSpPr>
          <p:cNvPr id="23" name="Rectangle 22">
            <a:extLst>
              <a:ext uri="{FF2B5EF4-FFF2-40B4-BE49-F238E27FC236}">
                <a16:creationId xmlns:a16="http://schemas.microsoft.com/office/drawing/2014/main" id="{BF901358-20BB-4E9F-B5B1-B8D1E5E319C9}"/>
              </a:ext>
            </a:extLst>
          </p:cNvPr>
          <p:cNvSpPr/>
          <p:nvPr/>
        </p:nvSpPr>
        <p:spPr>
          <a:xfrm>
            <a:off x="6986725" y="1229024"/>
            <a:ext cx="4711561" cy="498475"/>
          </a:xfrm>
          <a:prstGeom prst="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pPr algn="ctr"/>
            <a:r>
              <a:rPr lang="en-US" sz="1600">
                <a:solidFill>
                  <a:schemeClr val="tx1">
                    <a:lumMod val="75000"/>
                    <a:lumOff val="25000"/>
                  </a:schemeClr>
                </a:solidFill>
                <a:latin typeface="Arial Narrow" panose="020B0606020202030204" pitchFamily="34" charset="0"/>
                <a:cs typeface="Arial" panose="020B0604020202020204" pitchFamily="34" charset="0"/>
              </a:rPr>
              <a:t>Manager Retail Credit Delivery Admin</a:t>
            </a:r>
          </a:p>
        </p:txBody>
      </p:sp>
      <p:sp>
        <p:nvSpPr>
          <p:cNvPr id="24" name="Rectangle 23">
            <a:extLst>
              <a:ext uri="{FF2B5EF4-FFF2-40B4-BE49-F238E27FC236}">
                <a16:creationId xmlns:a16="http://schemas.microsoft.com/office/drawing/2014/main" id="{0110BB5F-037D-4E94-8838-596535EDE538}"/>
              </a:ext>
            </a:extLst>
          </p:cNvPr>
          <p:cNvSpPr/>
          <p:nvPr/>
        </p:nvSpPr>
        <p:spPr>
          <a:xfrm>
            <a:off x="6986724" y="1813115"/>
            <a:ext cx="4711562" cy="67263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r>
              <a:rPr lang="en-US" sz="1600" b="0">
                <a:solidFill>
                  <a:schemeClr val="tx1">
                    <a:lumMod val="75000"/>
                    <a:lumOff val="25000"/>
                  </a:schemeClr>
                </a:solidFill>
                <a:latin typeface="Arial Narrow" panose="020B0606020202030204" pitchFamily="34" charset="0"/>
                <a:cs typeface="Arial" panose="020B0604020202020204" pitchFamily="34" charset="0"/>
              </a:rPr>
              <a:t>Been using </a:t>
            </a:r>
            <a:r>
              <a:rPr lang="en-US" sz="1600" b="0" err="1">
                <a:solidFill>
                  <a:schemeClr val="tx1">
                    <a:lumMod val="75000"/>
                    <a:lumOff val="25000"/>
                  </a:schemeClr>
                </a:solidFill>
                <a:latin typeface="Arial Narrow" panose="020B0606020202030204" pitchFamily="34" charset="0"/>
                <a:cs typeface="Arial" panose="020B0604020202020204" pitchFamily="34" charset="0"/>
              </a:rPr>
              <a:t>ABTools</a:t>
            </a:r>
            <a:r>
              <a:rPr lang="en-US" sz="1600" b="0">
                <a:solidFill>
                  <a:schemeClr val="tx1">
                    <a:lumMod val="75000"/>
                    <a:lumOff val="25000"/>
                  </a:schemeClr>
                </a:solidFill>
                <a:latin typeface="Arial Narrow" panose="020B0606020202030204" pitchFamily="34" charset="0"/>
                <a:cs typeface="Arial" panose="020B0604020202020204" pitchFamily="34" charset="0"/>
              </a:rPr>
              <a:t> 20+ years</a:t>
            </a:r>
          </a:p>
          <a:p>
            <a:r>
              <a:rPr lang="en-US" sz="1600" b="0">
                <a:solidFill>
                  <a:schemeClr val="tx1">
                    <a:lumMod val="75000"/>
                    <a:lumOff val="25000"/>
                  </a:schemeClr>
                </a:solidFill>
                <a:latin typeface="Arial Narrow" panose="020B0606020202030204" pitchFamily="34" charset="0"/>
                <a:cs typeface="Arial" panose="020B0604020202020204" pitchFamily="34" charset="0"/>
              </a:rPr>
              <a:t>Using daily, approximately 2-4 hours per day</a:t>
            </a:r>
          </a:p>
        </p:txBody>
      </p:sp>
      <p:sp>
        <p:nvSpPr>
          <p:cNvPr id="25" name="Rectangle 24">
            <a:extLst>
              <a:ext uri="{FF2B5EF4-FFF2-40B4-BE49-F238E27FC236}">
                <a16:creationId xmlns:a16="http://schemas.microsoft.com/office/drawing/2014/main" id="{93B8AADF-5EF3-46CC-8B3C-0167D5907CD8}"/>
              </a:ext>
            </a:extLst>
          </p:cNvPr>
          <p:cNvSpPr/>
          <p:nvPr/>
        </p:nvSpPr>
        <p:spPr>
          <a:xfrm>
            <a:off x="6986724" y="2571363"/>
            <a:ext cx="4711562" cy="498475"/>
          </a:xfrm>
          <a:prstGeom prst="rect">
            <a:avLst/>
          </a:prstGeom>
          <a:solidFill>
            <a:schemeClr val="accent4">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r>
              <a:rPr lang="en-US" sz="1600" b="0" err="1">
                <a:solidFill>
                  <a:schemeClr val="tx1">
                    <a:lumMod val="75000"/>
                    <a:lumOff val="25000"/>
                  </a:schemeClr>
                </a:solidFill>
                <a:latin typeface="Arial Narrow" panose="020B0606020202030204" pitchFamily="34" charset="0"/>
                <a:cs typeface="Arial" panose="020B0604020202020204" pitchFamily="34" charset="0"/>
              </a:rPr>
              <a:t>ABTools</a:t>
            </a:r>
            <a:endParaRPr lang="en-US" sz="1600" b="0">
              <a:solidFill>
                <a:schemeClr val="tx1">
                  <a:lumMod val="75000"/>
                  <a:lumOff val="25000"/>
                </a:schemeClr>
              </a:solidFill>
              <a:latin typeface="Arial Narrow" panose="020B0606020202030204" pitchFamily="34" charset="0"/>
              <a:cs typeface="Arial" panose="020B0604020202020204" pitchFamily="34" charset="0"/>
            </a:endParaRPr>
          </a:p>
        </p:txBody>
      </p:sp>
      <p:sp>
        <p:nvSpPr>
          <p:cNvPr id="26" name="Rectangle 25">
            <a:extLst>
              <a:ext uri="{FF2B5EF4-FFF2-40B4-BE49-F238E27FC236}">
                <a16:creationId xmlns:a16="http://schemas.microsoft.com/office/drawing/2014/main" id="{44E611B2-836E-461E-A5D9-E36296BF7DD1}"/>
              </a:ext>
            </a:extLst>
          </p:cNvPr>
          <p:cNvSpPr/>
          <p:nvPr/>
        </p:nvSpPr>
        <p:spPr>
          <a:xfrm>
            <a:off x="6986723" y="3155455"/>
            <a:ext cx="4711561" cy="3440654"/>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pPr marL="285750" indent="-285750">
              <a:buFont typeface="Arial" panose="020B0604020202020204" pitchFamily="34" charset="0"/>
              <a:buChar char="•"/>
            </a:pPr>
            <a:r>
              <a:rPr lang="en-US" sz="1400" b="0">
                <a:solidFill>
                  <a:schemeClr val="tx1">
                    <a:lumMod val="75000"/>
                    <a:lumOff val="25000"/>
                  </a:schemeClr>
                </a:solidFill>
                <a:latin typeface="Arial Narrow" panose="020B0606020202030204" pitchFamily="34" charset="0"/>
                <a:cs typeface="Arial" panose="020B0604020202020204" pitchFamily="34" charset="0"/>
              </a:rPr>
              <a:t>Looking at deals and set up worklist</a:t>
            </a:r>
          </a:p>
          <a:p>
            <a:pPr marL="285750" indent="-285750">
              <a:buFont typeface="Arial" panose="020B0604020202020204" pitchFamily="34" charset="0"/>
              <a:buChar char="•"/>
            </a:pPr>
            <a:endParaRPr lang="en-US" sz="1400" b="0">
              <a:solidFill>
                <a:schemeClr val="tx1">
                  <a:lumMod val="75000"/>
                  <a:lumOff val="25000"/>
                </a:schemeClr>
              </a:solidFill>
              <a:latin typeface="Arial Narrow" panose="020B0606020202030204" pitchFamily="34" charset="0"/>
              <a:cs typeface="Arial" panose="020B0604020202020204" pitchFamily="34" charset="0"/>
            </a:endParaRPr>
          </a:p>
          <a:p>
            <a:pPr marL="285750" indent="-285750">
              <a:buFont typeface="Arial" panose="020B0604020202020204" pitchFamily="34" charset="0"/>
              <a:buChar char="•"/>
            </a:pPr>
            <a:r>
              <a:rPr lang="en-US" sz="1400" b="0">
                <a:solidFill>
                  <a:schemeClr val="tx1">
                    <a:lumMod val="75000"/>
                    <a:lumOff val="25000"/>
                  </a:schemeClr>
                </a:solidFill>
                <a:latin typeface="Arial Narrow" panose="020B0606020202030204" pitchFamily="34" charset="0"/>
                <a:cs typeface="Arial" panose="020B0604020202020204" pitchFamily="34" charset="0"/>
              </a:rPr>
              <a:t>Making employees work with priority order</a:t>
            </a:r>
          </a:p>
          <a:p>
            <a:pPr marL="285750" indent="-285750">
              <a:buFont typeface="Arial" panose="020B0604020202020204" pitchFamily="34" charset="0"/>
              <a:buChar char="•"/>
            </a:pPr>
            <a:endParaRPr lang="en-US" sz="1400" b="0">
              <a:solidFill>
                <a:schemeClr val="tx1">
                  <a:lumMod val="75000"/>
                  <a:lumOff val="25000"/>
                </a:schemeClr>
              </a:solidFill>
              <a:latin typeface="Arial Narrow" panose="020B0606020202030204" pitchFamily="34" charset="0"/>
              <a:cs typeface="Arial" panose="020B0604020202020204" pitchFamily="34" charset="0"/>
            </a:endParaRPr>
          </a:p>
          <a:p>
            <a:pPr marL="285750" indent="-285750">
              <a:buFont typeface="Arial" panose="020B0604020202020204" pitchFamily="34" charset="0"/>
              <a:buChar char="•"/>
            </a:pPr>
            <a:r>
              <a:rPr lang="en-US" sz="1400" b="0">
                <a:solidFill>
                  <a:schemeClr val="tx1">
                    <a:lumMod val="75000"/>
                    <a:lumOff val="25000"/>
                  </a:schemeClr>
                </a:solidFill>
                <a:latin typeface="Arial Narrow" panose="020B0606020202030204" pitchFamily="34" charset="0"/>
                <a:cs typeface="Arial" panose="020B0604020202020204" pitchFamily="34" charset="0"/>
              </a:rPr>
              <a:t>Training order, training existing process</a:t>
            </a:r>
          </a:p>
          <a:p>
            <a:pPr marL="285750" indent="-285750">
              <a:buFont typeface="Arial" panose="020B0604020202020204" pitchFamily="34" charset="0"/>
              <a:buChar char="•"/>
            </a:pPr>
            <a:endParaRPr lang="en-US" sz="1400" b="0">
              <a:solidFill>
                <a:schemeClr val="tx1">
                  <a:lumMod val="75000"/>
                  <a:lumOff val="25000"/>
                </a:schemeClr>
              </a:solidFill>
              <a:latin typeface="Arial Narrow" panose="020B0606020202030204" pitchFamily="34" charset="0"/>
              <a:cs typeface="Arial" panose="020B0604020202020204" pitchFamily="34" charset="0"/>
            </a:endParaRPr>
          </a:p>
          <a:p>
            <a:pPr marL="285750" indent="-285750">
              <a:buFont typeface="Arial" panose="020B0604020202020204" pitchFamily="34" charset="0"/>
              <a:buChar char="•"/>
            </a:pPr>
            <a:r>
              <a:rPr lang="en-US" sz="1400" b="0">
                <a:solidFill>
                  <a:schemeClr val="tx1">
                    <a:lumMod val="75000"/>
                    <a:lumOff val="25000"/>
                  </a:schemeClr>
                </a:solidFill>
                <a:latin typeface="Arial Narrow" panose="020B0606020202030204" pitchFamily="34" charset="0"/>
                <a:cs typeface="Arial" panose="020B0604020202020204" pitchFamily="34" charset="0"/>
              </a:rPr>
              <a:t>Managing perpetual management process</a:t>
            </a:r>
          </a:p>
          <a:p>
            <a:pPr marL="285750" indent="-285750">
              <a:buFont typeface="Arial" panose="020B0604020202020204" pitchFamily="34" charset="0"/>
              <a:buChar char="•"/>
            </a:pPr>
            <a:endParaRPr lang="en-US" sz="1400" b="0">
              <a:solidFill>
                <a:schemeClr val="tx1">
                  <a:lumMod val="75000"/>
                  <a:lumOff val="25000"/>
                </a:schemeClr>
              </a:solidFill>
              <a:latin typeface="Arial Narrow" panose="020B060602020203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C11771FE-D8E8-4A70-9A61-8766060FD9A0}"/>
              </a:ext>
            </a:extLst>
          </p:cNvPr>
          <p:cNvSpPr txBox="1"/>
          <p:nvPr/>
        </p:nvSpPr>
        <p:spPr>
          <a:xfrm>
            <a:off x="490539" y="1326613"/>
            <a:ext cx="1580227" cy="292963"/>
          </a:xfrm>
          <a:prstGeom prst="rect">
            <a:avLst/>
          </a:prstGeom>
          <a:noFill/>
        </p:spPr>
        <p:txBody>
          <a:bodyPr wrap="none" lIns="0" tIns="0" rIns="0" bIns="0" rtlCol="0">
            <a:noAutofit/>
          </a:bodyPr>
          <a:lstStyle/>
          <a:p>
            <a:pPr algn="r">
              <a:lnSpc>
                <a:spcPct val="110000"/>
              </a:lnSpc>
              <a:spcAft>
                <a:spcPts val="900"/>
              </a:spcAft>
            </a:pPr>
            <a:r>
              <a:rPr lang="en-US" sz="1600" b="0" spc="40">
                <a:solidFill>
                  <a:schemeClr val="tx1">
                    <a:lumMod val="75000"/>
                    <a:lumOff val="25000"/>
                  </a:schemeClr>
                </a:solidFill>
                <a:latin typeface="Arial Narrow" panose="020B0606020202030204" pitchFamily="34" charset="0"/>
              </a:rPr>
              <a:t>Role</a:t>
            </a:r>
          </a:p>
        </p:txBody>
      </p:sp>
    </p:spTree>
    <p:extLst>
      <p:ext uri="{BB962C8B-B14F-4D97-AF65-F5344CB8AC3E}">
        <p14:creationId xmlns:p14="http://schemas.microsoft.com/office/powerpoint/2010/main" val="2343188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Rectangle 65">
            <a:extLst>
              <a:ext uri="{FF2B5EF4-FFF2-40B4-BE49-F238E27FC236}">
                <a16:creationId xmlns:a16="http://schemas.microsoft.com/office/drawing/2014/main" id="{F8FED1D0-7BA7-41F7-B7B1-DB387CAA37F2}"/>
              </a:ext>
            </a:extLst>
          </p:cNvPr>
          <p:cNvSpPr/>
          <p:nvPr/>
        </p:nvSpPr>
        <p:spPr>
          <a:xfrm>
            <a:off x="1587" y="893"/>
            <a:ext cx="12185651" cy="6856214"/>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t" anchorCtr="0" forceAA="0" compatLnSpc="1">
            <a:prstTxWarp prst="textNoShape">
              <a:avLst/>
            </a:prstTxWarp>
            <a:noAutofit/>
          </a:bodyPr>
          <a:lstStyle/>
          <a:p>
            <a:pPr algn="ctr">
              <a:lnSpc>
                <a:spcPct val="110000"/>
              </a:lnSpc>
              <a:spcAft>
                <a:spcPts val="900"/>
              </a:spcAft>
            </a:pPr>
            <a:endParaRPr lang="en-US" sz="1999" spc="40">
              <a:solidFill>
                <a:srgbClr val="000000"/>
              </a:solidFill>
              <a:latin typeface="Arial" charset="0"/>
            </a:endParaRPr>
          </a:p>
        </p:txBody>
      </p:sp>
      <p:sp>
        <p:nvSpPr>
          <p:cNvPr id="63" name="Rectangle 62">
            <a:extLst>
              <a:ext uri="{FF2B5EF4-FFF2-40B4-BE49-F238E27FC236}">
                <a16:creationId xmlns:a16="http://schemas.microsoft.com/office/drawing/2014/main" id="{07B215D1-BD70-43FD-B18A-810796E886AD}"/>
              </a:ext>
            </a:extLst>
          </p:cNvPr>
          <p:cNvSpPr/>
          <p:nvPr/>
        </p:nvSpPr>
        <p:spPr>
          <a:xfrm>
            <a:off x="10866269" y="0"/>
            <a:ext cx="1320969" cy="6856214"/>
          </a:xfrm>
          <a:prstGeom prst="rect">
            <a:avLst/>
          </a:prstGeom>
          <a:solidFill>
            <a:srgbClr val="CECECE"/>
          </a:solidFill>
          <a:ln>
            <a:solidFill>
              <a:srgbClr val="CCCCCC"/>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t" anchorCtr="0" forceAA="0" compatLnSpc="1">
            <a:prstTxWarp prst="textNoShape">
              <a:avLst/>
            </a:prstTxWarp>
            <a:noAutofit/>
          </a:bodyPr>
          <a:lstStyle/>
          <a:p>
            <a:pPr algn="ctr">
              <a:lnSpc>
                <a:spcPct val="110000"/>
              </a:lnSpc>
              <a:spcAft>
                <a:spcPts val="900"/>
              </a:spcAft>
            </a:pPr>
            <a:endParaRPr lang="en-US" sz="1999" spc="40">
              <a:solidFill>
                <a:srgbClr val="000000"/>
              </a:solidFill>
              <a:latin typeface="Arial" charset="0"/>
            </a:endParaRPr>
          </a:p>
        </p:txBody>
      </p:sp>
      <p:sp>
        <p:nvSpPr>
          <p:cNvPr id="67" name="Rectangle 75">
            <a:extLst>
              <a:ext uri="{FF2B5EF4-FFF2-40B4-BE49-F238E27FC236}">
                <a16:creationId xmlns:a16="http://schemas.microsoft.com/office/drawing/2014/main" id="{FDF0377E-DB1B-4D23-A775-7A9FFDD98E4F}"/>
              </a:ext>
            </a:extLst>
          </p:cNvPr>
          <p:cNvSpPr/>
          <p:nvPr/>
        </p:nvSpPr>
        <p:spPr>
          <a:xfrm>
            <a:off x="4475182" y="565922"/>
            <a:ext cx="5058387" cy="6291184"/>
          </a:xfrm>
          <a:custGeom>
            <a:avLst/>
            <a:gdLst>
              <a:gd name="connsiteX0" fmla="*/ 0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0 w 5006146"/>
              <a:gd name="connsiteY4" fmla="*/ 0 h 6432884"/>
              <a:gd name="connsiteX0" fmla="*/ 1868557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1868557 w 5006146"/>
              <a:gd name="connsiteY4" fmla="*/ 0 h 6432884"/>
              <a:gd name="connsiteX0" fmla="*/ 4823792 w 7961381"/>
              <a:gd name="connsiteY0" fmla="*/ 0 h 6432884"/>
              <a:gd name="connsiteX1" fmla="*/ 7961381 w 7961381"/>
              <a:gd name="connsiteY1" fmla="*/ 0 h 6432884"/>
              <a:gd name="connsiteX2" fmla="*/ 7961381 w 7961381"/>
              <a:gd name="connsiteY2" fmla="*/ 6432884 h 6432884"/>
              <a:gd name="connsiteX3" fmla="*/ 0 w 7961381"/>
              <a:gd name="connsiteY3" fmla="*/ 6353371 h 6432884"/>
              <a:gd name="connsiteX4" fmla="*/ 4823792 w 7961381"/>
              <a:gd name="connsiteY4" fmla="*/ 0 h 6432884"/>
              <a:gd name="connsiteX0" fmla="*/ 5049079 w 8186668"/>
              <a:gd name="connsiteY0" fmla="*/ 0 h 6432884"/>
              <a:gd name="connsiteX1" fmla="*/ 8186668 w 8186668"/>
              <a:gd name="connsiteY1" fmla="*/ 0 h 6432884"/>
              <a:gd name="connsiteX2" fmla="*/ 8186668 w 8186668"/>
              <a:gd name="connsiteY2" fmla="*/ 6432884 h 6432884"/>
              <a:gd name="connsiteX3" fmla="*/ 0 w 8186668"/>
              <a:gd name="connsiteY3" fmla="*/ 6379876 h 6432884"/>
              <a:gd name="connsiteX4" fmla="*/ 5049079 w 8186668"/>
              <a:gd name="connsiteY4" fmla="*/ 0 h 6432884"/>
              <a:gd name="connsiteX0" fmla="*/ 5102088 w 8239677"/>
              <a:gd name="connsiteY0" fmla="*/ 0 h 6432884"/>
              <a:gd name="connsiteX1" fmla="*/ 8239677 w 8239677"/>
              <a:gd name="connsiteY1" fmla="*/ 0 h 6432884"/>
              <a:gd name="connsiteX2" fmla="*/ 8239677 w 8239677"/>
              <a:gd name="connsiteY2" fmla="*/ 6432884 h 6432884"/>
              <a:gd name="connsiteX3" fmla="*/ 0 w 8239677"/>
              <a:gd name="connsiteY3" fmla="*/ 6393128 h 6432884"/>
              <a:gd name="connsiteX4" fmla="*/ 5102088 w 8239677"/>
              <a:gd name="connsiteY4" fmla="*/ 0 h 6432884"/>
              <a:gd name="connsiteX0" fmla="*/ 5102088 w 8239677"/>
              <a:gd name="connsiteY0" fmla="*/ 0 h 6418433"/>
              <a:gd name="connsiteX1" fmla="*/ 8239677 w 8239677"/>
              <a:gd name="connsiteY1" fmla="*/ 0 h 6418433"/>
              <a:gd name="connsiteX2" fmla="*/ 363933 w 8239677"/>
              <a:gd name="connsiteY2" fmla="*/ 6418433 h 6418433"/>
              <a:gd name="connsiteX3" fmla="*/ 0 w 8239677"/>
              <a:gd name="connsiteY3" fmla="*/ 6393128 h 6418433"/>
              <a:gd name="connsiteX4" fmla="*/ 5102088 w 8239677"/>
              <a:gd name="connsiteY4" fmla="*/ 0 h 6418433"/>
              <a:gd name="connsiteX0" fmla="*/ 5102088 w 5479554"/>
              <a:gd name="connsiteY0" fmla="*/ 0 h 6418433"/>
              <a:gd name="connsiteX1" fmla="*/ 5479554 w 5479554"/>
              <a:gd name="connsiteY1" fmla="*/ 14451 h 6418433"/>
              <a:gd name="connsiteX2" fmla="*/ 363933 w 5479554"/>
              <a:gd name="connsiteY2" fmla="*/ 6418433 h 6418433"/>
              <a:gd name="connsiteX3" fmla="*/ 0 w 5479554"/>
              <a:gd name="connsiteY3" fmla="*/ 6393128 h 6418433"/>
              <a:gd name="connsiteX4" fmla="*/ 5102088 w 5479554"/>
              <a:gd name="connsiteY4" fmla="*/ 0 h 6418433"/>
              <a:gd name="connsiteX0" fmla="*/ 5120384 w 5497850"/>
              <a:gd name="connsiteY0" fmla="*/ 0 h 6448015"/>
              <a:gd name="connsiteX1" fmla="*/ 5497850 w 5497850"/>
              <a:gd name="connsiteY1" fmla="*/ 14451 h 6448015"/>
              <a:gd name="connsiteX2" fmla="*/ 382229 w 5497850"/>
              <a:gd name="connsiteY2" fmla="*/ 6418433 h 6448015"/>
              <a:gd name="connsiteX3" fmla="*/ 0 w 5497850"/>
              <a:gd name="connsiteY3" fmla="*/ 6448015 h 6448015"/>
              <a:gd name="connsiteX4" fmla="*/ 5120384 w 5497850"/>
              <a:gd name="connsiteY4" fmla="*/ 0 h 6448015"/>
              <a:gd name="connsiteX0" fmla="*/ 5120384 w 5497850"/>
              <a:gd name="connsiteY0" fmla="*/ 0 h 6448015"/>
              <a:gd name="connsiteX1" fmla="*/ 5497850 w 5497850"/>
              <a:gd name="connsiteY1" fmla="*/ 14451 h 6448015"/>
              <a:gd name="connsiteX2" fmla="*/ 418820 w 5497850"/>
              <a:gd name="connsiteY2" fmla="*/ 6436729 h 6448015"/>
              <a:gd name="connsiteX3" fmla="*/ 0 w 5497850"/>
              <a:gd name="connsiteY3" fmla="*/ 6448015 h 6448015"/>
              <a:gd name="connsiteX4" fmla="*/ 5120384 w 5497850"/>
              <a:gd name="connsiteY4" fmla="*/ 0 h 6448015"/>
              <a:gd name="connsiteX0" fmla="*/ 5129532 w 5506998"/>
              <a:gd name="connsiteY0" fmla="*/ 0 h 6438867"/>
              <a:gd name="connsiteX1" fmla="*/ 5506998 w 5506998"/>
              <a:gd name="connsiteY1" fmla="*/ 14451 h 6438867"/>
              <a:gd name="connsiteX2" fmla="*/ 427968 w 5506998"/>
              <a:gd name="connsiteY2" fmla="*/ 6436729 h 6438867"/>
              <a:gd name="connsiteX3" fmla="*/ 0 w 5506998"/>
              <a:gd name="connsiteY3" fmla="*/ 6438867 h 6438867"/>
              <a:gd name="connsiteX4" fmla="*/ 5129532 w 5506998"/>
              <a:gd name="connsiteY4" fmla="*/ 0 h 6438867"/>
              <a:gd name="connsiteX0" fmla="*/ 5129532 w 5506998"/>
              <a:gd name="connsiteY0" fmla="*/ 0 h 6438867"/>
              <a:gd name="connsiteX1" fmla="*/ 5506998 w 5506998"/>
              <a:gd name="connsiteY1" fmla="*/ 14451 h 6438867"/>
              <a:gd name="connsiteX2" fmla="*/ 427968 w 5506998"/>
              <a:gd name="connsiteY2" fmla="*/ 6436729 h 6438867"/>
              <a:gd name="connsiteX3" fmla="*/ 0 w 5506998"/>
              <a:gd name="connsiteY3" fmla="*/ 6438867 h 6438867"/>
              <a:gd name="connsiteX4" fmla="*/ 5129532 w 5506998"/>
              <a:gd name="connsiteY4" fmla="*/ 0 h 6438867"/>
              <a:gd name="connsiteX0" fmla="*/ 5129532 w 5517385"/>
              <a:gd name="connsiteY0" fmla="*/ 0 h 6438867"/>
              <a:gd name="connsiteX1" fmla="*/ 5517385 w 5517385"/>
              <a:gd name="connsiteY1" fmla="*/ 4705 h 6438867"/>
              <a:gd name="connsiteX2" fmla="*/ 427968 w 5517385"/>
              <a:gd name="connsiteY2" fmla="*/ 6436729 h 6438867"/>
              <a:gd name="connsiteX3" fmla="*/ 0 w 5517385"/>
              <a:gd name="connsiteY3" fmla="*/ 6438867 h 6438867"/>
              <a:gd name="connsiteX4" fmla="*/ 5129532 w 5517385"/>
              <a:gd name="connsiteY4" fmla="*/ 0 h 643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7385" h="6438867">
                <a:moveTo>
                  <a:pt x="5129532" y="0"/>
                </a:moveTo>
                <a:lnTo>
                  <a:pt x="5517385" y="4705"/>
                </a:lnTo>
                <a:lnTo>
                  <a:pt x="427968" y="6436729"/>
                </a:lnTo>
                <a:lnTo>
                  <a:pt x="0" y="6438867"/>
                </a:lnTo>
                <a:lnTo>
                  <a:pt x="5129532" y="0"/>
                </a:lnTo>
                <a:close/>
              </a:path>
            </a:pathLst>
          </a:custGeom>
          <a:solidFill>
            <a:schemeClr val="tx1">
              <a:alpha val="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ctr" anchorCtr="0" forceAA="0" compatLnSpc="1">
            <a:prstTxWarp prst="textNoShape">
              <a:avLst/>
            </a:prstTxWarp>
            <a:noAutofit/>
          </a:bodyPr>
          <a:lstStyle/>
          <a:p>
            <a:pPr marL="2921711" algn="ctr">
              <a:lnSpc>
                <a:spcPct val="110000"/>
              </a:lnSpc>
              <a:spcAft>
                <a:spcPts val="900"/>
              </a:spcAft>
            </a:pPr>
            <a:endParaRPr lang="en-US" sz="5998" spc="40">
              <a:solidFill>
                <a:schemeClr val="bg1"/>
              </a:solidFill>
              <a:latin typeface="Arial" charset="0"/>
            </a:endParaRPr>
          </a:p>
        </p:txBody>
      </p:sp>
      <p:sp>
        <p:nvSpPr>
          <p:cNvPr id="68" name="Rectangle 75">
            <a:extLst>
              <a:ext uri="{FF2B5EF4-FFF2-40B4-BE49-F238E27FC236}">
                <a16:creationId xmlns:a16="http://schemas.microsoft.com/office/drawing/2014/main" id="{93718754-DF56-44B5-AD31-4A75152172A5}"/>
              </a:ext>
            </a:extLst>
          </p:cNvPr>
          <p:cNvSpPr/>
          <p:nvPr/>
        </p:nvSpPr>
        <p:spPr>
          <a:xfrm>
            <a:off x="4867157" y="316"/>
            <a:ext cx="6282787" cy="6856792"/>
          </a:xfrm>
          <a:custGeom>
            <a:avLst/>
            <a:gdLst>
              <a:gd name="connsiteX0" fmla="*/ 0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0 w 5006146"/>
              <a:gd name="connsiteY4" fmla="*/ 0 h 6432884"/>
              <a:gd name="connsiteX0" fmla="*/ 1868557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1868557 w 5006146"/>
              <a:gd name="connsiteY4" fmla="*/ 0 h 6432884"/>
              <a:gd name="connsiteX0" fmla="*/ 4823792 w 7961381"/>
              <a:gd name="connsiteY0" fmla="*/ 0 h 6432884"/>
              <a:gd name="connsiteX1" fmla="*/ 7961381 w 7961381"/>
              <a:gd name="connsiteY1" fmla="*/ 0 h 6432884"/>
              <a:gd name="connsiteX2" fmla="*/ 7961381 w 7961381"/>
              <a:gd name="connsiteY2" fmla="*/ 6432884 h 6432884"/>
              <a:gd name="connsiteX3" fmla="*/ 0 w 7961381"/>
              <a:gd name="connsiteY3" fmla="*/ 6353371 h 6432884"/>
              <a:gd name="connsiteX4" fmla="*/ 4823792 w 7961381"/>
              <a:gd name="connsiteY4" fmla="*/ 0 h 6432884"/>
              <a:gd name="connsiteX0" fmla="*/ 5049079 w 8186668"/>
              <a:gd name="connsiteY0" fmla="*/ 0 h 6432884"/>
              <a:gd name="connsiteX1" fmla="*/ 8186668 w 8186668"/>
              <a:gd name="connsiteY1" fmla="*/ 0 h 6432884"/>
              <a:gd name="connsiteX2" fmla="*/ 8186668 w 8186668"/>
              <a:gd name="connsiteY2" fmla="*/ 6432884 h 6432884"/>
              <a:gd name="connsiteX3" fmla="*/ 0 w 8186668"/>
              <a:gd name="connsiteY3" fmla="*/ 6379876 h 6432884"/>
              <a:gd name="connsiteX4" fmla="*/ 5049079 w 8186668"/>
              <a:gd name="connsiteY4" fmla="*/ 0 h 6432884"/>
              <a:gd name="connsiteX0" fmla="*/ 5102088 w 8239677"/>
              <a:gd name="connsiteY0" fmla="*/ 0 h 6432884"/>
              <a:gd name="connsiteX1" fmla="*/ 8239677 w 8239677"/>
              <a:gd name="connsiteY1" fmla="*/ 0 h 6432884"/>
              <a:gd name="connsiteX2" fmla="*/ 8239677 w 8239677"/>
              <a:gd name="connsiteY2" fmla="*/ 6432884 h 6432884"/>
              <a:gd name="connsiteX3" fmla="*/ 0 w 8239677"/>
              <a:gd name="connsiteY3" fmla="*/ 6393128 h 6432884"/>
              <a:gd name="connsiteX4" fmla="*/ 5102088 w 8239677"/>
              <a:gd name="connsiteY4" fmla="*/ 0 h 6432884"/>
              <a:gd name="connsiteX0" fmla="*/ 5093699 w 8231288"/>
              <a:gd name="connsiteY0" fmla="*/ 0 h 6435073"/>
              <a:gd name="connsiteX1" fmla="*/ 8231288 w 8231288"/>
              <a:gd name="connsiteY1" fmla="*/ 0 h 6435073"/>
              <a:gd name="connsiteX2" fmla="*/ 8231288 w 8231288"/>
              <a:gd name="connsiteY2" fmla="*/ 6432884 h 6435073"/>
              <a:gd name="connsiteX3" fmla="*/ 0 w 8231288"/>
              <a:gd name="connsiteY3" fmla="*/ 6435073 h 6435073"/>
              <a:gd name="connsiteX4" fmla="*/ 5093699 w 8231288"/>
              <a:gd name="connsiteY4" fmla="*/ 0 h 6435073"/>
              <a:gd name="connsiteX0" fmla="*/ 5093699 w 8231288"/>
              <a:gd name="connsiteY0" fmla="*/ 0 h 6435073"/>
              <a:gd name="connsiteX1" fmla="*/ 6242067 w 8231288"/>
              <a:gd name="connsiteY1" fmla="*/ 0 h 6435073"/>
              <a:gd name="connsiteX2" fmla="*/ 8231288 w 8231288"/>
              <a:gd name="connsiteY2" fmla="*/ 6432884 h 6435073"/>
              <a:gd name="connsiteX3" fmla="*/ 0 w 8231288"/>
              <a:gd name="connsiteY3" fmla="*/ 6435073 h 6435073"/>
              <a:gd name="connsiteX4" fmla="*/ 5093699 w 8231288"/>
              <a:gd name="connsiteY4" fmla="*/ 0 h 6435073"/>
              <a:gd name="connsiteX0" fmla="*/ 5093699 w 6274151"/>
              <a:gd name="connsiteY0" fmla="*/ 0 h 6435073"/>
              <a:gd name="connsiteX1" fmla="*/ 6242067 w 6274151"/>
              <a:gd name="connsiteY1" fmla="*/ 0 h 6435073"/>
              <a:gd name="connsiteX2" fmla="*/ 6274151 w 6274151"/>
              <a:gd name="connsiteY2" fmla="*/ 6432884 h 6435073"/>
              <a:gd name="connsiteX3" fmla="*/ 0 w 6274151"/>
              <a:gd name="connsiteY3" fmla="*/ 6435073 h 6435073"/>
              <a:gd name="connsiteX4" fmla="*/ 5093699 w 6274151"/>
              <a:gd name="connsiteY4" fmla="*/ 0 h 6435073"/>
              <a:gd name="connsiteX0" fmla="*/ 5093699 w 6274151"/>
              <a:gd name="connsiteY0" fmla="*/ 0 h 6435073"/>
              <a:gd name="connsiteX1" fmla="*/ 6258109 w 6274151"/>
              <a:gd name="connsiteY1" fmla="*/ 16042 h 6435073"/>
              <a:gd name="connsiteX2" fmla="*/ 6274151 w 6274151"/>
              <a:gd name="connsiteY2" fmla="*/ 6432884 h 6435073"/>
              <a:gd name="connsiteX3" fmla="*/ 0 w 6274151"/>
              <a:gd name="connsiteY3" fmla="*/ 6435073 h 6435073"/>
              <a:gd name="connsiteX4" fmla="*/ 5093699 w 6274151"/>
              <a:gd name="connsiteY4" fmla="*/ 0 h 6435073"/>
              <a:gd name="connsiteX0" fmla="*/ 5093699 w 6284424"/>
              <a:gd name="connsiteY0" fmla="*/ 542 h 6435615"/>
              <a:gd name="connsiteX1" fmla="*/ 6283509 w 6284424"/>
              <a:gd name="connsiteY1" fmla="*/ 1688 h 6435615"/>
              <a:gd name="connsiteX2" fmla="*/ 6274151 w 6284424"/>
              <a:gd name="connsiteY2" fmla="*/ 6433426 h 6435615"/>
              <a:gd name="connsiteX3" fmla="*/ 0 w 6284424"/>
              <a:gd name="connsiteY3" fmla="*/ 6435615 h 6435615"/>
              <a:gd name="connsiteX4" fmla="*/ 5093699 w 6284424"/>
              <a:gd name="connsiteY4" fmla="*/ 542 h 6435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84424" h="6435615">
                <a:moveTo>
                  <a:pt x="5093699" y="542"/>
                </a:moveTo>
                <a:cubicBezTo>
                  <a:pt x="5481836" y="5889"/>
                  <a:pt x="5895372" y="-3659"/>
                  <a:pt x="6283509" y="1688"/>
                </a:cubicBezTo>
                <a:cubicBezTo>
                  <a:pt x="6288856" y="2140635"/>
                  <a:pt x="6268804" y="4294479"/>
                  <a:pt x="6274151" y="6433426"/>
                </a:cubicBezTo>
                <a:lnTo>
                  <a:pt x="0" y="6435615"/>
                </a:lnTo>
                <a:lnTo>
                  <a:pt x="5093699" y="542"/>
                </a:lnTo>
                <a:close/>
              </a:path>
            </a:pathLst>
          </a:custGeom>
          <a:solidFill>
            <a:srgbClr val="CECECE"/>
          </a:solidFill>
          <a:ln>
            <a:solidFill>
              <a:srgbClr val="CCCCCC"/>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ctr" anchorCtr="0" forceAA="0" compatLnSpc="1">
            <a:prstTxWarp prst="textNoShape">
              <a:avLst/>
            </a:prstTxWarp>
            <a:noAutofit/>
          </a:bodyPr>
          <a:lstStyle/>
          <a:p>
            <a:pPr marL="2921711" algn="ctr">
              <a:lnSpc>
                <a:spcPct val="110000"/>
              </a:lnSpc>
              <a:spcAft>
                <a:spcPts val="900"/>
              </a:spcAft>
            </a:pPr>
            <a:endParaRPr lang="en-US" sz="5998" spc="40">
              <a:solidFill>
                <a:schemeClr val="bg1"/>
              </a:solidFill>
              <a:latin typeface="Arial" charset="0"/>
            </a:endParaRPr>
          </a:p>
        </p:txBody>
      </p:sp>
      <p:sp>
        <p:nvSpPr>
          <p:cNvPr id="2" name="Title 1">
            <a:extLst>
              <a:ext uri="{FF2B5EF4-FFF2-40B4-BE49-F238E27FC236}">
                <a16:creationId xmlns:a16="http://schemas.microsoft.com/office/drawing/2014/main" id="{FF514A18-65C2-304E-BA9D-12AA567DF4B9}"/>
              </a:ext>
            </a:extLst>
          </p:cNvPr>
          <p:cNvSpPr>
            <a:spLocks noGrp="1"/>
          </p:cNvSpPr>
          <p:nvPr>
            <p:ph type="title"/>
          </p:nvPr>
        </p:nvSpPr>
        <p:spPr>
          <a:xfrm>
            <a:off x="736840" y="452673"/>
            <a:ext cx="6861172" cy="498475"/>
          </a:xfrm>
        </p:spPr>
        <p:txBody>
          <a:bodyPr/>
          <a:lstStyle/>
          <a:p>
            <a:r>
              <a:rPr lang="en-US"/>
              <a:t>System Usability Scale (SUS)</a:t>
            </a:r>
          </a:p>
        </p:txBody>
      </p:sp>
      <p:grpSp>
        <p:nvGrpSpPr>
          <p:cNvPr id="4" name="Group 3">
            <a:extLst>
              <a:ext uri="{FF2B5EF4-FFF2-40B4-BE49-F238E27FC236}">
                <a16:creationId xmlns:a16="http://schemas.microsoft.com/office/drawing/2014/main" id="{2394BE93-3F78-4064-933B-C78DF475C298}"/>
              </a:ext>
            </a:extLst>
          </p:cNvPr>
          <p:cNvGrpSpPr/>
          <p:nvPr/>
        </p:nvGrpSpPr>
        <p:grpSpPr>
          <a:xfrm>
            <a:off x="868094" y="1828365"/>
            <a:ext cx="820243" cy="3576554"/>
            <a:chOff x="1466808" y="1403821"/>
            <a:chExt cx="820243" cy="3576554"/>
          </a:xfrm>
        </p:grpSpPr>
        <p:cxnSp>
          <p:nvCxnSpPr>
            <p:cNvPr id="9" name="Straight Connector 8">
              <a:extLst>
                <a:ext uri="{FF2B5EF4-FFF2-40B4-BE49-F238E27FC236}">
                  <a16:creationId xmlns:a16="http://schemas.microsoft.com/office/drawing/2014/main" id="{E611D8A7-ED4A-4F12-88D1-7043D3246337}"/>
                </a:ext>
              </a:extLst>
            </p:cNvPr>
            <p:cNvCxnSpPr/>
            <p:nvPr/>
          </p:nvCxnSpPr>
          <p:spPr>
            <a:xfrm rot="16200000" flipV="1">
              <a:off x="1772931" y="2747137"/>
              <a:ext cx="0" cy="235969"/>
            </a:xfrm>
            <a:prstGeom prst="line">
              <a:avLst/>
            </a:prstGeom>
            <a:noFill/>
            <a:ln w="25400" cap="flat" cmpd="sng" algn="ctr">
              <a:solidFill>
                <a:sysClr val="windowText" lastClr="000000"/>
              </a:solidFill>
              <a:prstDash val="solid"/>
            </a:ln>
            <a:effectLst/>
          </p:spPr>
        </p:cxnSp>
        <p:cxnSp>
          <p:nvCxnSpPr>
            <p:cNvPr id="10" name="Straight Connector 9">
              <a:extLst>
                <a:ext uri="{FF2B5EF4-FFF2-40B4-BE49-F238E27FC236}">
                  <a16:creationId xmlns:a16="http://schemas.microsoft.com/office/drawing/2014/main" id="{7D6E1644-03EB-4088-A222-42DD9330E379}"/>
                </a:ext>
              </a:extLst>
            </p:cNvPr>
            <p:cNvCxnSpPr/>
            <p:nvPr/>
          </p:nvCxnSpPr>
          <p:spPr>
            <a:xfrm rot="16200000" flipV="1">
              <a:off x="1772931" y="2406856"/>
              <a:ext cx="0" cy="235969"/>
            </a:xfrm>
            <a:prstGeom prst="line">
              <a:avLst/>
            </a:prstGeom>
            <a:noFill/>
            <a:ln w="25400" cap="flat" cmpd="sng" algn="ctr">
              <a:solidFill>
                <a:sysClr val="windowText" lastClr="000000"/>
              </a:solidFill>
              <a:prstDash val="solid"/>
            </a:ln>
            <a:effectLst/>
          </p:spPr>
        </p:cxnSp>
        <p:cxnSp>
          <p:nvCxnSpPr>
            <p:cNvPr id="11" name="Straight Connector 10">
              <a:extLst>
                <a:ext uri="{FF2B5EF4-FFF2-40B4-BE49-F238E27FC236}">
                  <a16:creationId xmlns:a16="http://schemas.microsoft.com/office/drawing/2014/main" id="{4C1FCC43-5FCF-4EDD-A5A2-C68147082405}"/>
                </a:ext>
              </a:extLst>
            </p:cNvPr>
            <p:cNvCxnSpPr/>
            <p:nvPr/>
          </p:nvCxnSpPr>
          <p:spPr>
            <a:xfrm rot="16200000" flipV="1">
              <a:off x="1772931" y="2066576"/>
              <a:ext cx="0" cy="235969"/>
            </a:xfrm>
            <a:prstGeom prst="line">
              <a:avLst/>
            </a:prstGeom>
            <a:noFill/>
            <a:ln w="25400" cap="flat" cmpd="sng" algn="ctr">
              <a:solidFill>
                <a:sysClr val="windowText" lastClr="000000"/>
              </a:solidFill>
              <a:prstDash val="solid"/>
            </a:ln>
            <a:effectLst/>
          </p:spPr>
        </p:cxnSp>
        <p:cxnSp>
          <p:nvCxnSpPr>
            <p:cNvPr id="12" name="Straight Connector 11">
              <a:extLst>
                <a:ext uri="{FF2B5EF4-FFF2-40B4-BE49-F238E27FC236}">
                  <a16:creationId xmlns:a16="http://schemas.microsoft.com/office/drawing/2014/main" id="{1EEE42F4-B584-41C9-9386-9A96173A2A47}"/>
                </a:ext>
              </a:extLst>
            </p:cNvPr>
            <p:cNvCxnSpPr/>
            <p:nvPr/>
          </p:nvCxnSpPr>
          <p:spPr>
            <a:xfrm rot="16200000" flipV="1">
              <a:off x="1772931" y="1726295"/>
              <a:ext cx="0" cy="235969"/>
            </a:xfrm>
            <a:prstGeom prst="line">
              <a:avLst/>
            </a:prstGeom>
            <a:noFill/>
            <a:ln w="25400" cap="flat" cmpd="sng" algn="ctr">
              <a:solidFill>
                <a:sysClr val="windowText" lastClr="000000"/>
              </a:solidFill>
              <a:prstDash val="solid"/>
            </a:ln>
            <a:effectLst/>
          </p:spPr>
        </p:cxnSp>
        <p:cxnSp>
          <p:nvCxnSpPr>
            <p:cNvPr id="13" name="Straight Connector 12">
              <a:extLst>
                <a:ext uri="{FF2B5EF4-FFF2-40B4-BE49-F238E27FC236}">
                  <a16:creationId xmlns:a16="http://schemas.microsoft.com/office/drawing/2014/main" id="{E2B86E18-6650-417A-8B4F-32CAFE5543F1}"/>
                </a:ext>
              </a:extLst>
            </p:cNvPr>
            <p:cNvCxnSpPr/>
            <p:nvPr/>
          </p:nvCxnSpPr>
          <p:spPr>
            <a:xfrm rot="16200000" flipV="1">
              <a:off x="1755452" y="2962401"/>
              <a:ext cx="0" cy="157313"/>
            </a:xfrm>
            <a:prstGeom prst="line">
              <a:avLst/>
            </a:prstGeom>
            <a:noFill/>
            <a:ln w="25400" cap="flat" cmpd="sng" algn="ctr">
              <a:solidFill>
                <a:sysClr val="windowText" lastClr="000000"/>
              </a:solidFill>
              <a:prstDash val="solid"/>
            </a:ln>
            <a:effectLst/>
          </p:spPr>
        </p:cxnSp>
        <p:cxnSp>
          <p:nvCxnSpPr>
            <p:cNvPr id="14" name="Straight Connector 13">
              <a:extLst>
                <a:ext uri="{FF2B5EF4-FFF2-40B4-BE49-F238E27FC236}">
                  <a16:creationId xmlns:a16="http://schemas.microsoft.com/office/drawing/2014/main" id="{9CDFA804-0EBB-4AE8-B7E3-2DECD3C7A7AA}"/>
                </a:ext>
              </a:extLst>
            </p:cNvPr>
            <p:cNvCxnSpPr/>
            <p:nvPr/>
          </p:nvCxnSpPr>
          <p:spPr>
            <a:xfrm rot="16200000" flipV="1">
              <a:off x="1755452" y="2622121"/>
              <a:ext cx="0" cy="157313"/>
            </a:xfrm>
            <a:prstGeom prst="line">
              <a:avLst/>
            </a:prstGeom>
            <a:noFill/>
            <a:ln w="25400" cap="flat" cmpd="sng" algn="ctr">
              <a:solidFill>
                <a:sysClr val="windowText" lastClr="000000"/>
              </a:solidFill>
              <a:prstDash val="solid"/>
            </a:ln>
            <a:effectLst/>
          </p:spPr>
        </p:cxnSp>
        <p:cxnSp>
          <p:nvCxnSpPr>
            <p:cNvPr id="15" name="Straight Connector 14">
              <a:extLst>
                <a:ext uri="{FF2B5EF4-FFF2-40B4-BE49-F238E27FC236}">
                  <a16:creationId xmlns:a16="http://schemas.microsoft.com/office/drawing/2014/main" id="{ACFD24D8-0F31-4B11-989E-C5F60D65EA2D}"/>
                </a:ext>
              </a:extLst>
            </p:cNvPr>
            <p:cNvCxnSpPr/>
            <p:nvPr/>
          </p:nvCxnSpPr>
          <p:spPr>
            <a:xfrm rot="16200000" flipV="1">
              <a:off x="1755452" y="2281840"/>
              <a:ext cx="0" cy="157313"/>
            </a:xfrm>
            <a:prstGeom prst="line">
              <a:avLst/>
            </a:prstGeom>
            <a:noFill/>
            <a:ln w="25400" cap="flat" cmpd="sng" algn="ctr">
              <a:solidFill>
                <a:sysClr val="windowText" lastClr="000000"/>
              </a:solidFill>
              <a:prstDash val="solid"/>
            </a:ln>
            <a:effectLst/>
          </p:spPr>
        </p:cxnSp>
        <p:cxnSp>
          <p:nvCxnSpPr>
            <p:cNvPr id="16" name="Straight Connector 15">
              <a:extLst>
                <a:ext uri="{FF2B5EF4-FFF2-40B4-BE49-F238E27FC236}">
                  <a16:creationId xmlns:a16="http://schemas.microsoft.com/office/drawing/2014/main" id="{DE88A9E8-EAB4-460F-8FE7-3E6EB84F2FAC}"/>
                </a:ext>
              </a:extLst>
            </p:cNvPr>
            <p:cNvCxnSpPr/>
            <p:nvPr/>
          </p:nvCxnSpPr>
          <p:spPr>
            <a:xfrm rot="16200000" flipV="1">
              <a:off x="1755452" y="1941559"/>
              <a:ext cx="0" cy="157313"/>
            </a:xfrm>
            <a:prstGeom prst="line">
              <a:avLst/>
            </a:prstGeom>
            <a:noFill/>
            <a:ln w="25400" cap="flat" cmpd="sng" algn="ctr">
              <a:solidFill>
                <a:sysClr val="windowText" lastClr="000000"/>
              </a:solidFill>
              <a:prstDash val="solid"/>
            </a:ln>
            <a:effectLst/>
          </p:spPr>
        </p:cxnSp>
        <p:cxnSp>
          <p:nvCxnSpPr>
            <p:cNvPr id="17" name="Straight Connector 16">
              <a:extLst>
                <a:ext uri="{FF2B5EF4-FFF2-40B4-BE49-F238E27FC236}">
                  <a16:creationId xmlns:a16="http://schemas.microsoft.com/office/drawing/2014/main" id="{7AED6A2B-4ED0-4CB6-8763-561338C75B62}"/>
                </a:ext>
              </a:extLst>
            </p:cNvPr>
            <p:cNvCxnSpPr/>
            <p:nvPr/>
          </p:nvCxnSpPr>
          <p:spPr>
            <a:xfrm rot="16200000" flipV="1">
              <a:off x="1772931" y="1386015"/>
              <a:ext cx="0" cy="235969"/>
            </a:xfrm>
            <a:prstGeom prst="line">
              <a:avLst/>
            </a:prstGeom>
            <a:noFill/>
            <a:ln w="25400" cap="flat" cmpd="sng" algn="ctr">
              <a:solidFill>
                <a:sysClr val="windowText" lastClr="000000"/>
              </a:solidFill>
              <a:prstDash val="solid"/>
            </a:ln>
            <a:effectLst/>
          </p:spPr>
        </p:cxnSp>
        <p:cxnSp>
          <p:nvCxnSpPr>
            <p:cNvPr id="18" name="Straight Connector 17">
              <a:extLst>
                <a:ext uri="{FF2B5EF4-FFF2-40B4-BE49-F238E27FC236}">
                  <a16:creationId xmlns:a16="http://schemas.microsoft.com/office/drawing/2014/main" id="{45093320-1308-4D02-977B-9A3A1B166588}"/>
                </a:ext>
              </a:extLst>
            </p:cNvPr>
            <p:cNvCxnSpPr/>
            <p:nvPr/>
          </p:nvCxnSpPr>
          <p:spPr>
            <a:xfrm rot="16200000" flipV="1">
              <a:off x="1755452" y="1601279"/>
              <a:ext cx="0" cy="157313"/>
            </a:xfrm>
            <a:prstGeom prst="line">
              <a:avLst/>
            </a:prstGeom>
            <a:solidFill>
              <a:sysClr val="windowText" lastClr="000000"/>
            </a:solidFill>
            <a:ln w="25400" cap="flat" cmpd="sng" algn="ctr">
              <a:solidFill>
                <a:sysClr val="windowText" lastClr="000000"/>
              </a:solidFill>
              <a:prstDash val="solid"/>
            </a:ln>
            <a:effectLst/>
          </p:spPr>
        </p:cxnSp>
        <p:cxnSp>
          <p:nvCxnSpPr>
            <p:cNvPr id="19" name="Straight Connector 18">
              <a:extLst>
                <a:ext uri="{FF2B5EF4-FFF2-40B4-BE49-F238E27FC236}">
                  <a16:creationId xmlns:a16="http://schemas.microsoft.com/office/drawing/2014/main" id="{433D4790-F92F-48AB-9B96-5BE3CCDD29BB}"/>
                </a:ext>
              </a:extLst>
            </p:cNvPr>
            <p:cNvCxnSpPr/>
            <p:nvPr/>
          </p:nvCxnSpPr>
          <p:spPr>
            <a:xfrm rot="16200000" flipV="1">
              <a:off x="1772931" y="4108260"/>
              <a:ext cx="0" cy="235969"/>
            </a:xfrm>
            <a:prstGeom prst="line">
              <a:avLst/>
            </a:prstGeom>
            <a:noFill/>
            <a:ln w="25400" cap="flat" cmpd="sng" algn="ctr">
              <a:solidFill>
                <a:sysClr val="windowText" lastClr="000000"/>
              </a:solidFill>
              <a:prstDash val="solid"/>
            </a:ln>
            <a:effectLst/>
          </p:spPr>
        </p:cxnSp>
        <p:cxnSp>
          <p:nvCxnSpPr>
            <p:cNvPr id="20" name="Straight Connector 19">
              <a:extLst>
                <a:ext uri="{FF2B5EF4-FFF2-40B4-BE49-F238E27FC236}">
                  <a16:creationId xmlns:a16="http://schemas.microsoft.com/office/drawing/2014/main" id="{3813741C-1D49-4CD2-AA95-D9A129B79572}"/>
                </a:ext>
              </a:extLst>
            </p:cNvPr>
            <p:cNvCxnSpPr/>
            <p:nvPr/>
          </p:nvCxnSpPr>
          <p:spPr>
            <a:xfrm rot="16200000" flipV="1">
              <a:off x="1772931" y="3767979"/>
              <a:ext cx="0" cy="235969"/>
            </a:xfrm>
            <a:prstGeom prst="line">
              <a:avLst/>
            </a:prstGeom>
            <a:noFill/>
            <a:ln w="25400" cap="flat" cmpd="sng" algn="ctr">
              <a:solidFill>
                <a:sysClr val="windowText" lastClr="000000"/>
              </a:solidFill>
              <a:prstDash val="solid"/>
            </a:ln>
            <a:effectLst/>
          </p:spPr>
        </p:cxnSp>
        <p:cxnSp>
          <p:nvCxnSpPr>
            <p:cNvPr id="21" name="Straight Connector 20">
              <a:extLst>
                <a:ext uri="{FF2B5EF4-FFF2-40B4-BE49-F238E27FC236}">
                  <a16:creationId xmlns:a16="http://schemas.microsoft.com/office/drawing/2014/main" id="{6734FE88-B5E4-4B54-86B8-EDAD0A7838B7}"/>
                </a:ext>
              </a:extLst>
            </p:cNvPr>
            <p:cNvCxnSpPr/>
            <p:nvPr/>
          </p:nvCxnSpPr>
          <p:spPr>
            <a:xfrm rot="16200000" flipV="1">
              <a:off x="1755452" y="4323524"/>
              <a:ext cx="0" cy="157313"/>
            </a:xfrm>
            <a:prstGeom prst="line">
              <a:avLst/>
            </a:prstGeom>
            <a:noFill/>
            <a:ln w="25400" cap="flat" cmpd="sng" algn="ctr">
              <a:solidFill>
                <a:sysClr val="windowText" lastClr="000000"/>
              </a:solidFill>
              <a:prstDash val="solid"/>
            </a:ln>
            <a:effectLst/>
          </p:spPr>
        </p:cxnSp>
        <p:cxnSp>
          <p:nvCxnSpPr>
            <p:cNvPr id="22" name="Straight Connector 21">
              <a:extLst>
                <a:ext uri="{FF2B5EF4-FFF2-40B4-BE49-F238E27FC236}">
                  <a16:creationId xmlns:a16="http://schemas.microsoft.com/office/drawing/2014/main" id="{B89A00B5-7D74-41D6-967C-A2FC53310A3D}"/>
                </a:ext>
              </a:extLst>
            </p:cNvPr>
            <p:cNvCxnSpPr/>
            <p:nvPr/>
          </p:nvCxnSpPr>
          <p:spPr>
            <a:xfrm rot="16200000" flipV="1">
              <a:off x="1755452" y="3983243"/>
              <a:ext cx="0" cy="157313"/>
            </a:xfrm>
            <a:prstGeom prst="line">
              <a:avLst/>
            </a:prstGeom>
            <a:noFill/>
            <a:ln w="25400" cap="flat" cmpd="sng" algn="ctr">
              <a:solidFill>
                <a:sysClr val="windowText" lastClr="000000"/>
              </a:solidFill>
              <a:prstDash val="solid"/>
            </a:ln>
            <a:effectLst/>
          </p:spPr>
        </p:cxnSp>
        <p:cxnSp>
          <p:nvCxnSpPr>
            <p:cNvPr id="24" name="Straight Connector 23">
              <a:extLst>
                <a:ext uri="{FF2B5EF4-FFF2-40B4-BE49-F238E27FC236}">
                  <a16:creationId xmlns:a16="http://schemas.microsoft.com/office/drawing/2014/main" id="{AF6BBB50-A7D8-4823-94A7-5C4488E43D25}"/>
                </a:ext>
              </a:extLst>
            </p:cNvPr>
            <p:cNvCxnSpPr/>
            <p:nvPr/>
          </p:nvCxnSpPr>
          <p:spPr>
            <a:xfrm rot="16200000" flipV="1">
              <a:off x="1755452" y="3642962"/>
              <a:ext cx="0" cy="157313"/>
            </a:xfrm>
            <a:prstGeom prst="line">
              <a:avLst/>
            </a:prstGeom>
            <a:noFill/>
            <a:ln w="25400" cap="flat" cmpd="sng" algn="ctr">
              <a:solidFill>
                <a:sysClr val="windowText" lastClr="000000"/>
              </a:solidFill>
              <a:prstDash val="solid"/>
            </a:ln>
            <a:effectLst/>
          </p:spPr>
        </p:cxnSp>
        <p:cxnSp>
          <p:nvCxnSpPr>
            <p:cNvPr id="25" name="Straight Connector 24">
              <a:extLst>
                <a:ext uri="{FF2B5EF4-FFF2-40B4-BE49-F238E27FC236}">
                  <a16:creationId xmlns:a16="http://schemas.microsoft.com/office/drawing/2014/main" id="{2095283C-9C49-4BA8-869C-EF87107CC2E8}"/>
                </a:ext>
              </a:extLst>
            </p:cNvPr>
            <p:cNvCxnSpPr/>
            <p:nvPr/>
          </p:nvCxnSpPr>
          <p:spPr>
            <a:xfrm rot="16200000" flipV="1">
              <a:off x="1772931" y="3427698"/>
              <a:ext cx="0" cy="235969"/>
            </a:xfrm>
            <a:prstGeom prst="line">
              <a:avLst/>
            </a:prstGeom>
            <a:noFill/>
            <a:ln w="25400" cap="flat" cmpd="sng" algn="ctr">
              <a:solidFill>
                <a:sysClr val="windowText" lastClr="000000"/>
              </a:solidFill>
              <a:prstDash val="solid"/>
            </a:ln>
            <a:effectLst/>
          </p:spPr>
        </p:cxnSp>
        <p:cxnSp>
          <p:nvCxnSpPr>
            <p:cNvPr id="26" name="Straight Connector 25">
              <a:extLst>
                <a:ext uri="{FF2B5EF4-FFF2-40B4-BE49-F238E27FC236}">
                  <a16:creationId xmlns:a16="http://schemas.microsoft.com/office/drawing/2014/main" id="{5177D7BB-B5D4-4844-B71B-B6CC9DCD7E1C}"/>
                </a:ext>
              </a:extLst>
            </p:cNvPr>
            <p:cNvCxnSpPr/>
            <p:nvPr/>
          </p:nvCxnSpPr>
          <p:spPr>
            <a:xfrm rot="16200000" flipV="1">
              <a:off x="1772931" y="3087418"/>
              <a:ext cx="0" cy="235969"/>
            </a:xfrm>
            <a:prstGeom prst="line">
              <a:avLst/>
            </a:prstGeom>
            <a:noFill/>
            <a:ln w="25400" cap="flat" cmpd="sng" algn="ctr">
              <a:solidFill>
                <a:sysClr val="windowText" lastClr="000000"/>
              </a:solidFill>
              <a:prstDash val="solid"/>
            </a:ln>
            <a:effectLst/>
          </p:spPr>
        </p:cxnSp>
        <p:cxnSp>
          <p:nvCxnSpPr>
            <p:cNvPr id="27" name="Straight Connector 26">
              <a:extLst>
                <a:ext uri="{FF2B5EF4-FFF2-40B4-BE49-F238E27FC236}">
                  <a16:creationId xmlns:a16="http://schemas.microsoft.com/office/drawing/2014/main" id="{1F864633-B190-4AF7-B2E4-67589BEEB3ED}"/>
                </a:ext>
              </a:extLst>
            </p:cNvPr>
            <p:cNvCxnSpPr/>
            <p:nvPr/>
          </p:nvCxnSpPr>
          <p:spPr>
            <a:xfrm rot="16200000" flipV="1">
              <a:off x="1755452" y="3302682"/>
              <a:ext cx="0" cy="157313"/>
            </a:xfrm>
            <a:prstGeom prst="line">
              <a:avLst/>
            </a:prstGeom>
            <a:noFill/>
            <a:ln w="25400" cap="flat" cmpd="sng" algn="ctr">
              <a:solidFill>
                <a:sysClr val="windowText" lastClr="000000"/>
              </a:solidFill>
              <a:prstDash val="solid"/>
            </a:ln>
            <a:effectLst/>
          </p:spPr>
        </p:cxnSp>
        <p:cxnSp>
          <p:nvCxnSpPr>
            <p:cNvPr id="28" name="Straight Connector 27">
              <a:extLst>
                <a:ext uri="{FF2B5EF4-FFF2-40B4-BE49-F238E27FC236}">
                  <a16:creationId xmlns:a16="http://schemas.microsoft.com/office/drawing/2014/main" id="{6C448AC5-E2E8-4BD6-96BF-1FA9440E63EB}"/>
                </a:ext>
              </a:extLst>
            </p:cNvPr>
            <p:cNvCxnSpPr/>
            <p:nvPr/>
          </p:nvCxnSpPr>
          <p:spPr>
            <a:xfrm rot="16200000" flipV="1">
              <a:off x="1772931" y="4448540"/>
              <a:ext cx="0" cy="235969"/>
            </a:xfrm>
            <a:prstGeom prst="line">
              <a:avLst/>
            </a:prstGeom>
            <a:noFill/>
            <a:ln w="25400" cap="flat" cmpd="sng" algn="ctr">
              <a:solidFill>
                <a:sysClr val="windowText" lastClr="000000"/>
              </a:solidFill>
              <a:prstDash val="solid"/>
            </a:ln>
            <a:effectLst/>
          </p:spPr>
        </p:cxnSp>
        <p:cxnSp>
          <p:nvCxnSpPr>
            <p:cNvPr id="29" name="Straight Connector 28">
              <a:extLst>
                <a:ext uri="{FF2B5EF4-FFF2-40B4-BE49-F238E27FC236}">
                  <a16:creationId xmlns:a16="http://schemas.microsoft.com/office/drawing/2014/main" id="{73748248-95D2-4993-9EED-5A6FE66B9ED6}"/>
                </a:ext>
              </a:extLst>
            </p:cNvPr>
            <p:cNvCxnSpPr/>
            <p:nvPr/>
          </p:nvCxnSpPr>
          <p:spPr>
            <a:xfrm rot="16200000" flipV="1">
              <a:off x="1772931" y="4788821"/>
              <a:ext cx="0" cy="235969"/>
            </a:xfrm>
            <a:prstGeom prst="line">
              <a:avLst/>
            </a:prstGeom>
            <a:noFill/>
            <a:ln w="25400" cap="flat" cmpd="sng" algn="ctr">
              <a:solidFill>
                <a:sysClr val="windowText" lastClr="000000"/>
              </a:solidFill>
              <a:prstDash val="solid"/>
            </a:ln>
            <a:effectLst/>
          </p:spPr>
        </p:cxnSp>
        <p:cxnSp>
          <p:nvCxnSpPr>
            <p:cNvPr id="30" name="Straight Connector 29">
              <a:extLst>
                <a:ext uri="{FF2B5EF4-FFF2-40B4-BE49-F238E27FC236}">
                  <a16:creationId xmlns:a16="http://schemas.microsoft.com/office/drawing/2014/main" id="{253FA2CC-6D9F-4156-8890-9DF82CF1BE02}"/>
                </a:ext>
              </a:extLst>
            </p:cNvPr>
            <p:cNvCxnSpPr/>
            <p:nvPr/>
          </p:nvCxnSpPr>
          <p:spPr>
            <a:xfrm rot="16200000" flipV="1">
              <a:off x="1755452" y="4663804"/>
              <a:ext cx="0" cy="157313"/>
            </a:xfrm>
            <a:prstGeom prst="line">
              <a:avLst/>
            </a:prstGeom>
            <a:solidFill>
              <a:sysClr val="windowText" lastClr="000000"/>
            </a:solidFill>
            <a:ln w="25400" cap="flat" cmpd="sng" algn="ctr">
              <a:solidFill>
                <a:sysClr val="windowText" lastClr="000000"/>
              </a:solidFill>
              <a:prstDash val="solid"/>
            </a:ln>
            <a:effectLst/>
          </p:spPr>
        </p:cxnSp>
        <p:sp>
          <p:nvSpPr>
            <p:cNvPr id="31" name="Rectangle 30">
              <a:extLst>
                <a:ext uri="{FF2B5EF4-FFF2-40B4-BE49-F238E27FC236}">
                  <a16:creationId xmlns:a16="http://schemas.microsoft.com/office/drawing/2014/main" id="{6D7A5F1A-58D4-475D-ACFD-8D75A2B05C81}"/>
                </a:ext>
              </a:extLst>
            </p:cNvPr>
            <p:cNvSpPr/>
            <p:nvPr/>
          </p:nvSpPr>
          <p:spPr>
            <a:xfrm rot="16200000">
              <a:off x="1563463" y="4317728"/>
              <a:ext cx="340281" cy="157313"/>
            </a:xfrm>
            <a:prstGeom prst="rect">
              <a:avLst/>
            </a:prstGeom>
            <a:solidFill>
              <a:srgbClr val="C00000"/>
            </a:solidFill>
            <a:ln w="9525" cap="flat" cmpd="sng" algn="ctr">
              <a:solidFill>
                <a:sysClr val="windowText" lastClr="000000"/>
              </a:solidFill>
              <a:prstDash val="solid"/>
            </a:ln>
            <a:effectLst/>
          </p:spPr>
          <p:txBody>
            <a:bodyPr lIns="0" tIns="0" rIns="0" bIns="0" rtlCol="0" anchor="ctr"/>
            <a:lstStyle/>
            <a:p>
              <a:pPr algn="ctr" defTabSz="914126" fontAlgn="auto">
                <a:spcBef>
                  <a:spcPts val="0"/>
                </a:spcBef>
                <a:spcAft>
                  <a:spcPts val="0"/>
                </a:spcAft>
                <a:defRPr/>
              </a:pPr>
              <a:endParaRPr lang="en-US" sz="1400" b="0" kern="0">
                <a:solidFill>
                  <a:prstClr val="white"/>
                </a:solidFill>
                <a:latin typeface="Arial" panose="020B0604020202020204" pitchFamily="34" charset="0"/>
                <a:cs typeface="Arial" panose="020B0604020202020204" pitchFamily="34" charset="0"/>
              </a:endParaRPr>
            </a:p>
          </p:txBody>
        </p:sp>
        <p:sp>
          <p:nvSpPr>
            <p:cNvPr id="32" name="Rectangle 31">
              <a:extLst>
                <a:ext uri="{FF2B5EF4-FFF2-40B4-BE49-F238E27FC236}">
                  <a16:creationId xmlns:a16="http://schemas.microsoft.com/office/drawing/2014/main" id="{65A34190-1161-489B-A55C-5CBDF8B8DD20}"/>
                </a:ext>
              </a:extLst>
            </p:cNvPr>
            <p:cNvSpPr/>
            <p:nvPr/>
          </p:nvSpPr>
          <p:spPr>
            <a:xfrm rot="16200000">
              <a:off x="1563463" y="3977447"/>
              <a:ext cx="340281" cy="157313"/>
            </a:xfrm>
            <a:prstGeom prst="rect">
              <a:avLst/>
            </a:prstGeom>
            <a:solidFill>
              <a:srgbClr val="C00000"/>
            </a:solidFill>
            <a:ln w="9525" cap="flat" cmpd="sng" algn="ctr">
              <a:solidFill>
                <a:sysClr val="windowText" lastClr="000000"/>
              </a:solidFill>
              <a:prstDash val="solid"/>
            </a:ln>
            <a:effectLst/>
          </p:spPr>
          <p:txBody>
            <a:bodyPr lIns="0" tIns="0" rIns="0" bIns="0" rtlCol="0" anchor="ctr"/>
            <a:lstStyle/>
            <a:p>
              <a:pPr algn="ctr" defTabSz="914126" fontAlgn="auto">
                <a:spcBef>
                  <a:spcPts val="0"/>
                </a:spcBef>
                <a:spcAft>
                  <a:spcPts val="0"/>
                </a:spcAft>
                <a:defRPr/>
              </a:pPr>
              <a:endParaRPr lang="en-US" sz="1400" b="0" kern="0">
                <a:solidFill>
                  <a:prstClr val="white"/>
                </a:solidFill>
                <a:latin typeface="Arial" panose="020B0604020202020204" pitchFamily="34" charset="0"/>
                <a:cs typeface="Arial" panose="020B0604020202020204" pitchFamily="34" charset="0"/>
              </a:endParaRPr>
            </a:p>
          </p:txBody>
        </p:sp>
        <p:sp>
          <p:nvSpPr>
            <p:cNvPr id="33" name="Rectangle 32">
              <a:extLst>
                <a:ext uri="{FF2B5EF4-FFF2-40B4-BE49-F238E27FC236}">
                  <a16:creationId xmlns:a16="http://schemas.microsoft.com/office/drawing/2014/main" id="{609C77E8-AEAA-4BAD-8706-A1C07911506E}"/>
                </a:ext>
              </a:extLst>
            </p:cNvPr>
            <p:cNvSpPr/>
            <p:nvPr/>
          </p:nvSpPr>
          <p:spPr>
            <a:xfrm rot="16200000">
              <a:off x="1563463" y="3637167"/>
              <a:ext cx="340281" cy="157313"/>
            </a:xfrm>
            <a:prstGeom prst="rect">
              <a:avLst/>
            </a:prstGeom>
            <a:solidFill>
              <a:srgbClr val="C00000"/>
            </a:solidFill>
            <a:ln w="9525" cap="flat" cmpd="sng" algn="ctr">
              <a:solidFill>
                <a:sysClr val="windowText" lastClr="000000"/>
              </a:solidFill>
              <a:prstDash val="solid"/>
            </a:ln>
            <a:effectLst/>
          </p:spPr>
          <p:txBody>
            <a:bodyPr lIns="0" tIns="0" rIns="0" bIns="0" rtlCol="0" anchor="ctr"/>
            <a:lstStyle/>
            <a:p>
              <a:pPr algn="ctr" defTabSz="914126" fontAlgn="auto">
                <a:spcBef>
                  <a:spcPts val="0"/>
                </a:spcBef>
                <a:spcAft>
                  <a:spcPts val="0"/>
                </a:spcAft>
                <a:defRPr/>
              </a:pPr>
              <a:endParaRPr lang="en-US" sz="1400" b="0" kern="0">
                <a:solidFill>
                  <a:prstClr val="white"/>
                </a:solidFill>
                <a:latin typeface="Arial" panose="020B0604020202020204" pitchFamily="34" charset="0"/>
                <a:cs typeface="Arial" panose="020B0604020202020204" pitchFamily="34" charset="0"/>
              </a:endParaRPr>
            </a:p>
          </p:txBody>
        </p:sp>
        <p:sp>
          <p:nvSpPr>
            <p:cNvPr id="34" name="Rectangle 33">
              <a:extLst>
                <a:ext uri="{FF2B5EF4-FFF2-40B4-BE49-F238E27FC236}">
                  <a16:creationId xmlns:a16="http://schemas.microsoft.com/office/drawing/2014/main" id="{29A6BA18-D906-4BA0-BBED-6A67A7DAB22D}"/>
                </a:ext>
              </a:extLst>
            </p:cNvPr>
            <p:cNvSpPr/>
            <p:nvPr/>
          </p:nvSpPr>
          <p:spPr>
            <a:xfrm rot="16200000">
              <a:off x="1563463" y="3296886"/>
              <a:ext cx="340281" cy="157313"/>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10800000" scaled="1"/>
              <a:tileRect/>
            </a:gradFill>
            <a:ln w="9525" cap="flat" cmpd="sng" algn="ctr">
              <a:solidFill>
                <a:sysClr val="windowText" lastClr="000000"/>
              </a:solidFill>
              <a:prstDash val="solid"/>
            </a:ln>
            <a:effectLst/>
          </p:spPr>
          <p:txBody>
            <a:bodyPr lIns="0" tIns="0" rIns="0" bIns="0" rtlCol="0" anchor="ctr"/>
            <a:lstStyle/>
            <a:p>
              <a:pPr algn="ctr" defTabSz="914126" fontAlgn="auto">
                <a:spcBef>
                  <a:spcPts val="0"/>
                </a:spcBef>
                <a:spcAft>
                  <a:spcPts val="0"/>
                </a:spcAft>
                <a:defRPr/>
              </a:pPr>
              <a:endParaRPr lang="en-US" sz="1400" b="0" kern="0">
                <a:solidFill>
                  <a:prstClr val="white"/>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0D376367-5316-46E9-9652-8394C33F671F}"/>
                </a:ext>
              </a:extLst>
            </p:cNvPr>
            <p:cNvSpPr/>
            <p:nvPr/>
          </p:nvSpPr>
          <p:spPr>
            <a:xfrm rot="16200000">
              <a:off x="1563463" y="4658009"/>
              <a:ext cx="340281" cy="157313"/>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w="9525" cap="flat" cmpd="sng" algn="ctr">
              <a:solidFill>
                <a:sysClr val="windowText" lastClr="000000"/>
              </a:solidFill>
              <a:prstDash val="solid"/>
            </a:ln>
            <a:effectLst/>
          </p:spPr>
          <p:txBody>
            <a:bodyPr lIns="0" tIns="0" rIns="0" bIns="0" rtlCol="0" anchor="ctr"/>
            <a:lstStyle/>
            <a:p>
              <a:pPr algn="ctr" defTabSz="914126" fontAlgn="auto">
                <a:spcBef>
                  <a:spcPts val="0"/>
                </a:spcBef>
                <a:spcAft>
                  <a:spcPts val="0"/>
                </a:spcAft>
                <a:defRPr/>
              </a:pPr>
              <a:endParaRPr lang="en-US" sz="1400" b="0" kern="0">
                <a:solidFill>
                  <a:prstClr val="white"/>
                </a:solidFill>
                <a:latin typeface="Arial" panose="020B0604020202020204" pitchFamily="34" charset="0"/>
                <a:cs typeface="Arial" panose="020B0604020202020204" pitchFamily="34" charset="0"/>
              </a:endParaRPr>
            </a:p>
          </p:txBody>
        </p:sp>
        <p:sp>
          <p:nvSpPr>
            <p:cNvPr id="36" name="Rectangle 35">
              <a:extLst>
                <a:ext uri="{FF2B5EF4-FFF2-40B4-BE49-F238E27FC236}">
                  <a16:creationId xmlns:a16="http://schemas.microsoft.com/office/drawing/2014/main" id="{5469306E-503C-4549-BB1A-D39774096C1B}"/>
                </a:ext>
              </a:extLst>
            </p:cNvPr>
            <p:cNvSpPr/>
            <p:nvPr/>
          </p:nvSpPr>
          <p:spPr>
            <a:xfrm rot="16200000">
              <a:off x="1563666" y="2951914"/>
              <a:ext cx="340281" cy="157313"/>
            </a:xfrm>
            <a:prstGeom prst="rect">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0" scaled="1"/>
              <a:tileRect/>
            </a:gradFill>
            <a:ln w="9525" cap="flat" cmpd="sng" algn="ctr">
              <a:solidFill>
                <a:sysClr val="windowText" lastClr="000000"/>
              </a:solidFill>
              <a:prstDash val="solid"/>
            </a:ln>
            <a:effectLst/>
          </p:spPr>
          <p:txBody>
            <a:bodyPr lIns="0" tIns="0" rIns="0" bIns="0" rtlCol="0" anchor="ctr"/>
            <a:lstStyle/>
            <a:p>
              <a:pPr algn="ctr" defTabSz="914126" fontAlgn="auto">
                <a:spcBef>
                  <a:spcPts val="0"/>
                </a:spcBef>
                <a:spcAft>
                  <a:spcPts val="0"/>
                </a:spcAft>
                <a:defRPr/>
              </a:pPr>
              <a:endParaRPr lang="en-US" sz="1400" b="0" kern="0">
                <a:solidFill>
                  <a:prstClr val="white"/>
                </a:solidFill>
                <a:latin typeface="Arial" panose="020B0604020202020204" pitchFamily="34" charset="0"/>
                <a:cs typeface="Arial" panose="020B0604020202020204" pitchFamily="34" charset="0"/>
              </a:endParaRPr>
            </a:p>
          </p:txBody>
        </p:sp>
        <p:sp>
          <p:nvSpPr>
            <p:cNvPr id="37" name="Rectangle 36">
              <a:extLst>
                <a:ext uri="{FF2B5EF4-FFF2-40B4-BE49-F238E27FC236}">
                  <a16:creationId xmlns:a16="http://schemas.microsoft.com/office/drawing/2014/main" id="{FEE4F00D-3995-4685-AB11-D25AD8396D7C}"/>
                </a:ext>
              </a:extLst>
            </p:cNvPr>
            <p:cNvSpPr/>
            <p:nvPr/>
          </p:nvSpPr>
          <p:spPr>
            <a:xfrm rot="16200000">
              <a:off x="1563463" y="2616325"/>
              <a:ext cx="340281" cy="157313"/>
            </a:xfrm>
            <a:prstGeom prst="rect">
              <a:avLst/>
            </a:prstGeom>
            <a:gradFill flip="none" rotWithShape="1">
              <a:gsLst>
                <a:gs pos="0">
                  <a:srgbClr val="FFDE00">
                    <a:shade val="30000"/>
                    <a:satMod val="115000"/>
                  </a:srgbClr>
                </a:gs>
                <a:gs pos="50000">
                  <a:srgbClr val="FFDE00">
                    <a:shade val="67500"/>
                    <a:satMod val="115000"/>
                  </a:srgbClr>
                </a:gs>
                <a:gs pos="100000">
                  <a:srgbClr val="FFDE00">
                    <a:shade val="100000"/>
                    <a:satMod val="115000"/>
                  </a:srgbClr>
                </a:gs>
              </a:gsLst>
              <a:lin ang="10800000" scaled="1"/>
              <a:tileRect/>
            </a:gradFill>
            <a:ln w="9525" cap="flat" cmpd="sng" algn="ctr">
              <a:solidFill>
                <a:sysClr val="windowText" lastClr="000000"/>
              </a:solidFill>
              <a:prstDash val="solid"/>
            </a:ln>
            <a:effectLst/>
          </p:spPr>
          <p:txBody>
            <a:bodyPr lIns="0" tIns="0" rIns="0" bIns="0" rtlCol="0" anchor="ctr"/>
            <a:lstStyle/>
            <a:p>
              <a:pPr algn="ctr" defTabSz="914126" fontAlgn="auto">
                <a:spcBef>
                  <a:spcPts val="0"/>
                </a:spcBef>
                <a:spcAft>
                  <a:spcPts val="0"/>
                </a:spcAft>
                <a:defRPr/>
              </a:pPr>
              <a:endParaRPr lang="en-US" sz="1400" b="0" kern="0">
                <a:solidFill>
                  <a:prstClr val="white"/>
                </a:solidFill>
                <a:latin typeface="Arial" panose="020B0604020202020204" pitchFamily="34" charset="0"/>
                <a:cs typeface="Arial" panose="020B0604020202020204" pitchFamily="34" charset="0"/>
              </a:endParaRPr>
            </a:p>
          </p:txBody>
        </p:sp>
        <p:sp>
          <p:nvSpPr>
            <p:cNvPr id="38" name="Rectangle 37">
              <a:extLst>
                <a:ext uri="{FF2B5EF4-FFF2-40B4-BE49-F238E27FC236}">
                  <a16:creationId xmlns:a16="http://schemas.microsoft.com/office/drawing/2014/main" id="{C0893BCF-2C27-4B7B-B893-6C0521539E76}"/>
                </a:ext>
              </a:extLst>
            </p:cNvPr>
            <p:cNvSpPr/>
            <p:nvPr/>
          </p:nvSpPr>
          <p:spPr>
            <a:xfrm rot="16200000">
              <a:off x="1563463" y="2276044"/>
              <a:ext cx="340281" cy="157313"/>
            </a:xfrm>
            <a:prstGeom prst="rect">
              <a:avLst/>
            </a:prstGeom>
            <a:gradFill flip="none" rotWithShape="1">
              <a:gsLst>
                <a:gs pos="0">
                  <a:srgbClr val="357B2A">
                    <a:shade val="30000"/>
                    <a:satMod val="115000"/>
                  </a:srgbClr>
                </a:gs>
                <a:gs pos="50000">
                  <a:srgbClr val="357B2A">
                    <a:shade val="67500"/>
                    <a:satMod val="115000"/>
                  </a:srgbClr>
                </a:gs>
                <a:gs pos="100000">
                  <a:srgbClr val="357B2A">
                    <a:shade val="100000"/>
                    <a:satMod val="115000"/>
                  </a:srgbClr>
                </a:gs>
              </a:gsLst>
              <a:lin ang="0" scaled="1"/>
              <a:tileRect/>
            </a:gradFill>
            <a:ln w="9525" cap="flat" cmpd="sng" algn="ctr">
              <a:solidFill>
                <a:sysClr val="windowText" lastClr="000000"/>
              </a:solidFill>
              <a:prstDash val="solid"/>
            </a:ln>
            <a:effectLst/>
          </p:spPr>
          <p:txBody>
            <a:bodyPr lIns="0" tIns="0" rIns="0" bIns="0" rtlCol="0" anchor="ctr"/>
            <a:lstStyle/>
            <a:p>
              <a:pPr algn="ctr" defTabSz="914126" fontAlgn="auto">
                <a:spcBef>
                  <a:spcPts val="0"/>
                </a:spcBef>
                <a:spcAft>
                  <a:spcPts val="0"/>
                </a:spcAft>
                <a:defRPr/>
              </a:pPr>
              <a:endParaRPr lang="en-US" sz="1400" b="0" kern="0">
                <a:solidFill>
                  <a:prstClr val="white"/>
                </a:solidFill>
                <a:latin typeface="Arial" panose="020B0604020202020204" pitchFamily="34" charset="0"/>
                <a:cs typeface="Arial" panose="020B0604020202020204" pitchFamily="34" charset="0"/>
              </a:endParaRPr>
            </a:p>
          </p:txBody>
        </p:sp>
        <p:sp>
          <p:nvSpPr>
            <p:cNvPr id="39" name="Rectangle 38">
              <a:extLst>
                <a:ext uri="{FF2B5EF4-FFF2-40B4-BE49-F238E27FC236}">
                  <a16:creationId xmlns:a16="http://schemas.microsoft.com/office/drawing/2014/main" id="{67BFBEFA-E114-47E7-A20D-EE7AB361442E}"/>
                </a:ext>
              </a:extLst>
            </p:cNvPr>
            <p:cNvSpPr/>
            <p:nvPr/>
          </p:nvSpPr>
          <p:spPr>
            <a:xfrm rot="16200000">
              <a:off x="1563463" y="1935764"/>
              <a:ext cx="340281" cy="157313"/>
            </a:xfrm>
            <a:prstGeom prst="rect">
              <a:avLst/>
            </a:prstGeom>
            <a:solidFill>
              <a:srgbClr val="357B2A"/>
            </a:solidFill>
            <a:ln w="9525" cap="flat" cmpd="sng" algn="ctr">
              <a:solidFill>
                <a:sysClr val="windowText" lastClr="000000"/>
              </a:solidFill>
              <a:prstDash val="solid"/>
            </a:ln>
            <a:effectLst/>
          </p:spPr>
          <p:txBody>
            <a:bodyPr lIns="0" tIns="0" rIns="0" bIns="0" rtlCol="0" anchor="ctr"/>
            <a:lstStyle/>
            <a:p>
              <a:pPr algn="ctr" defTabSz="914126" fontAlgn="auto">
                <a:spcBef>
                  <a:spcPts val="0"/>
                </a:spcBef>
                <a:spcAft>
                  <a:spcPts val="0"/>
                </a:spcAft>
                <a:defRPr/>
              </a:pPr>
              <a:endParaRPr lang="en-US" sz="1400" b="0" kern="0">
                <a:solidFill>
                  <a:prstClr val="white"/>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42D1F07E-BAB7-40DF-BBD9-3B01A73BEA8D}"/>
                </a:ext>
              </a:extLst>
            </p:cNvPr>
            <p:cNvSpPr/>
            <p:nvPr/>
          </p:nvSpPr>
          <p:spPr>
            <a:xfrm rot="16200000">
              <a:off x="1563463" y="1595483"/>
              <a:ext cx="340281" cy="157313"/>
            </a:xfrm>
            <a:prstGeom prst="rect">
              <a:avLst/>
            </a:prstGeom>
            <a:gradFill flip="none" rotWithShape="1">
              <a:gsLst>
                <a:gs pos="0">
                  <a:srgbClr val="357B2A">
                    <a:shade val="30000"/>
                    <a:satMod val="115000"/>
                  </a:srgbClr>
                </a:gs>
                <a:gs pos="50000">
                  <a:srgbClr val="357B2A">
                    <a:shade val="67500"/>
                    <a:satMod val="115000"/>
                  </a:srgbClr>
                </a:gs>
                <a:gs pos="100000">
                  <a:srgbClr val="357B2A">
                    <a:shade val="100000"/>
                    <a:satMod val="115000"/>
                  </a:srgbClr>
                </a:gs>
              </a:gsLst>
              <a:lin ang="10800000" scaled="1"/>
              <a:tileRect/>
            </a:gradFill>
            <a:ln w="9525" cap="flat" cmpd="sng" algn="ctr">
              <a:solidFill>
                <a:sysClr val="windowText" lastClr="000000"/>
              </a:solidFill>
              <a:prstDash val="solid"/>
            </a:ln>
            <a:effectLst/>
          </p:spPr>
          <p:txBody>
            <a:bodyPr lIns="0" tIns="0" rIns="0" bIns="0" rtlCol="0" anchor="ctr"/>
            <a:lstStyle/>
            <a:p>
              <a:pPr algn="ctr" defTabSz="914126" fontAlgn="auto">
                <a:spcBef>
                  <a:spcPts val="0"/>
                </a:spcBef>
                <a:spcAft>
                  <a:spcPts val="0"/>
                </a:spcAft>
                <a:defRPr/>
              </a:pPr>
              <a:endParaRPr lang="en-US" sz="1400" b="0" kern="0">
                <a:solidFill>
                  <a:prstClr val="white"/>
                </a:solidFill>
                <a:latin typeface="Arial" panose="020B0604020202020204" pitchFamily="34" charset="0"/>
                <a:cs typeface="Arial" panose="020B0604020202020204" pitchFamily="34" charset="0"/>
              </a:endParaRPr>
            </a:p>
          </p:txBody>
        </p:sp>
        <p:sp>
          <p:nvSpPr>
            <p:cNvPr id="41" name="TextBox 40">
              <a:extLst>
                <a:ext uri="{FF2B5EF4-FFF2-40B4-BE49-F238E27FC236}">
                  <a16:creationId xmlns:a16="http://schemas.microsoft.com/office/drawing/2014/main" id="{B09C55D7-B7D7-4AF6-9356-1AF0020152A8}"/>
                </a:ext>
              </a:extLst>
            </p:cNvPr>
            <p:cNvSpPr txBox="1"/>
            <p:nvPr/>
          </p:nvSpPr>
          <p:spPr>
            <a:xfrm>
              <a:off x="1937724" y="4806025"/>
              <a:ext cx="172816" cy="174350"/>
            </a:xfrm>
            <a:prstGeom prst="rect">
              <a:avLst/>
            </a:prstGeom>
            <a:noFill/>
          </p:spPr>
          <p:txBody>
            <a:bodyPr wrap="square" lIns="0" tIns="0" rIns="0" bIns="0" rtlCol="0">
              <a:noAutofit/>
            </a:bodyPr>
            <a:lstStyle/>
            <a:p>
              <a:pPr algn="ctr" defTabSz="914126" fontAlgn="auto">
                <a:spcBef>
                  <a:spcPts val="0"/>
                </a:spcBef>
                <a:spcAft>
                  <a:spcPts val="0"/>
                </a:spcAft>
                <a:defRPr/>
              </a:pPr>
              <a:r>
                <a:rPr lang="en-US" sz="1400" b="0" kern="0">
                  <a:solidFill>
                    <a:prstClr val="black"/>
                  </a:solidFill>
                  <a:latin typeface="Arial" panose="020B0604020202020204" pitchFamily="34" charset="0"/>
                  <a:cs typeface="Arial" panose="020B0604020202020204" pitchFamily="34" charset="0"/>
                </a:rPr>
                <a:t>0</a:t>
              </a:r>
            </a:p>
          </p:txBody>
        </p:sp>
        <p:sp>
          <p:nvSpPr>
            <p:cNvPr id="42" name="TextBox 41">
              <a:extLst>
                <a:ext uri="{FF2B5EF4-FFF2-40B4-BE49-F238E27FC236}">
                  <a16:creationId xmlns:a16="http://schemas.microsoft.com/office/drawing/2014/main" id="{C8979999-D173-43F7-BE81-EE7A4EC55109}"/>
                </a:ext>
              </a:extLst>
            </p:cNvPr>
            <p:cNvSpPr txBox="1"/>
            <p:nvPr/>
          </p:nvSpPr>
          <p:spPr>
            <a:xfrm>
              <a:off x="1937724" y="4464500"/>
              <a:ext cx="256548" cy="166351"/>
            </a:xfrm>
            <a:prstGeom prst="rect">
              <a:avLst/>
            </a:prstGeom>
            <a:noFill/>
          </p:spPr>
          <p:txBody>
            <a:bodyPr wrap="square" lIns="0" tIns="0" rIns="0" bIns="0" rtlCol="0">
              <a:noAutofit/>
            </a:bodyPr>
            <a:lstStyle/>
            <a:p>
              <a:pPr algn="ctr" defTabSz="914126" fontAlgn="auto">
                <a:spcBef>
                  <a:spcPts val="0"/>
                </a:spcBef>
                <a:spcAft>
                  <a:spcPts val="0"/>
                </a:spcAft>
                <a:defRPr/>
              </a:pPr>
              <a:r>
                <a:rPr lang="en-US" sz="1400" b="0" kern="0">
                  <a:solidFill>
                    <a:prstClr val="black"/>
                  </a:solidFill>
                  <a:latin typeface="Arial" panose="020B0604020202020204" pitchFamily="34" charset="0"/>
                  <a:cs typeface="Arial" panose="020B0604020202020204" pitchFamily="34" charset="0"/>
                </a:rPr>
                <a:t>10</a:t>
              </a:r>
            </a:p>
          </p:txBody>
        </p:sp>
        <p:sp>
          <p:nvSpPr>
            <p:cNvPr id="43" name="TextBox 42">
              <a:extLst>
                <a:ext uri="{FF2B5EF4-FFF2-40B4-BE49-F238E27FC236}">
                  <a16:creationId xmlns:a16="http://schemas.microsoft.com/office/drawing/2014/main" id="{7BD3E5F4-3F7E-44D1-BB0A-B2BE82E79DDB}"/>
                </a:ext>
              </a:extLst>
            </p:cNvPr>
            <p:cNvSpPr txBox="1"/>
            <p:nvPr/>
          </p:nvSpPr>
          <p:spPr>
            <a:xfrm>
              <a:off x="1937724" y="4137649"/>
              <a:ext cx="256548" cy="183228"/>
            </a:xfrm>
            <a:prstGeom prst="rect">
              <a:avLst/>
            </a:prstGeom>
            <a:noFill/>
          </p:spPr>
          <p:txBody>
            <a:bodyPr wrap="square" lIns="0" tIns="0" rIns="0" bIns="0" rtlCol="0">
              <a:noAutofit/>
            </a:bodyPr>
            <a:lstStyle/>
            <a:p>
              <a:pPr algn="ctr" defTabSz="914126" fontAlgn="auto">
                <a:spcBef>
                  <a:spcPts val="0"/>
                </a:spcBef>
                <a:spcAft>
                  <a:spcPts val="0"/>
                </a:spcAft>
                <a:defRPr/>
              </a:pPr>
              <a:r>
                <a:rPr lang="en-US" sz="1400" b="0" kern="0">
                  <a:solidFill>
                    <a:prstClr val="black"/>
                  </a:solidFill>
                  <a:latin typeface="Arial" panose="020B0604020202020204" pitchFamily="34" charset="0"/>
                  <a:cs typeface="Arial" panose="020B0604020202020204" pitchFamily="34" charset="0"/>
                </a:rPr>
                <a:t>20</a:t>
              </a:r>
            </a:p>
          </p:txBody>
        </p:sp>
        <p:sp>
          <p:nvSpPr>
            <p:cNvPr id="44" name="TextBox 43">
              <a:extLst>
                <a:ext uri="{FF2B5EF4-FFF2-40B4-BE49-F238E27FC236}">
                  <a16:creationId xmlns:a16="http://schemas.microsoft.com/office/drawing/2014/main" id="{762BD520-99FA-4E4A-B552-D5CF67FB78DA}"/>
                </a:ext>
              </a:extLst>
            </p:cNvPr>
            <p:cNvSpPr txBox="1"/>
            <p:nvPr/>
          </p:nvSpPr>
          <p:spPr>
            <a:xfrm>
              <a:off x="1937724" y="3794349"/>
              <a:ext cx="256548" cy="183228"/>
            </a:xfrm>
            <a:prstGeom prst="rect">
              <a:avLst/>
            </a:prstGeom>
            <a:noFill/>
          </p:spPr>
          <p:txBody>
            <a:bodyPr wrap="square" lIns="0" tIns="0" rIns="0" bIns="0" rtlCol="0">
              <a:noAutofit/>
            </a:bodyPr>
            <a:lstStyle/>
            <a:p>
              <a:pPr algn="ctr" defTabSz="914126" fontAlgn="auto">
                <a:spcBef>
                  <a:spcPts val="0"/>
                </a:spcBef>
                <a:spcAft>
                  <a:spcPts val="0"/>
                </a:spcAft>
                <a:defRPr/>
              </a:pPr>
              <a:r>
                <a:rPr lang="en-US" sz="1400" b="0" kern="0">
                  <a:solidFill>
                    <a:prstClr val="black"/>
                  </a:solidFill>
                  <a:latin typeface="Arial" panose="020B0604020202020204" pitchFamily="34" charset="0"/>
                  <a:cs typeface="Arial" panose="020B0604020202020204" pitchFamily="34" charset="0"/>
                </a:rPr>
                <a:t>30</a:t>
              </a:r>
            </a:p>
          </p:txBody>
        </p:sp>
        <p:sp>
          <p:nvSpPr>
            <p:cNvPr id="45" name="TextBox 44">
              <a:extLst>
                <a:ext uri="{FF2B5EF4-FFF2-40B4-BE49-F238E27FC236}">
                  <a16:creationId xmlns:a16="http://schemas.microsoft.com/office/drawing/2014/main" id="{9FEC8BBE-CE16-4DB9-84BB-010E5E8B60FB}"/>
                </a:ext>
              </a:extLst>
            </p:cNvPr>
            <p:cNvSpPr txBox="1"/>
            <p:nvPr/>
          </p:nvSpPr>
          <p:spPr>
            <a:xfrm>
              <a:off x="1937724" y="3454068"/>
              <a:ext cx="256548" cy="183228"/>
            </a:xfrm>
            <a:prstGeom prst="rect">
              <a:avLst/>
            </a:prstGeom>
            <a:noFill/>
          </p:spPr>
          <p:txBody>
            <a:bodyPr wrap="square" lIns="0" tIns="0" rIns="0" bIns="0" rtlCol="0">
              <a:noAutofit/>
            </a:bodyPr>
            <a:lstStyle/>
            <a:p>
              <a:pPr algn="ctr" defTabSz="914126" fontAlgn="auto">
                <a:spcBef>
                  <a:spcPts val="0"/>
                </a:spcBef>
                <a:spcAft>
                  <a:spcPts val="0"/>
                </a:spcAft>
                <a:defRPr/>
              </a:pPr>
              <a:r>
                <a:rPr lang="en-US" sz="1400" b="0" kern="0">
                  <a:solidFill>
                    <a:prstClr val="black"/>
                  </a:solidFill>
                  <a:latin typeface="Arial" panose="020B0604020202020204" pitchFamily="34" charset="0"/>
                  <a:cs typeface="Arial" panose="020B0604020202020204" pitchFamily="34" charset="0"/>
                </a:rPr>
                <a:t>40</a:t>
              </a:r>
            </a:p>
          </p:txBody>
        </p:sp>
        <p:sp>
          <p:nvSpPr>
            <p:cNvPr id="46" name="TextBox 45">
              <a:extLst>
                <a:ext uri="{FF2B5EF4-FFF2-40B4-BE49-F238E27FC236}">
                  <a16:creationId xmlns:a16="http://schemas.microsoft.com/office/drawing/2014/main" id="{C1B89D63-E62A-4FAE-AC0D-433BCD07EC00}"/>
                </a:ext>
              </a:extLst>
            </p:cNvPr>
            <p:cNvSpPr txBox="1"/>
            <p:nvPr/>
          </p:nvSpPr>
          <p:spPr>
            <a:xfrm>
              <a:off x="1937724" y="3115897"/>
              <a:ext cx="256548" cy="183228"/>
            </a:xfrm>
            <a:prstGeom prst="rect">
              <a:avLst/>
            </a:prstGeom>
            <a:noFill/>
          </p:spPr>
          <p:txBody>
            <a:bodyPr wrap="square" lIns="0" tIns="0" rIns="0" bIns="0" rtlCol="0">
              <a:noAutofit/>
            </a:bodyPr>
            <a:lstStyle/>
            <a:p>
              <a:pPr algn="ctr" defTabSz="914126" fontAlgn="auto">
                <a:spcBef>
                  <a:spcPts val="0"/>
                </a:spcBef>
                <a:spcAft>
                  <a:spcPts val="0"/>
                </a:spcAft>
                <a:defRPr/>
              </a:pPr>
              <a:r>
                <a:rPr lang="en-US" sz="1400" b="0" kern="0">
                  <a:solidFill>
                    <a:prstClr val="black"/>
                  </a:solidFill>
                  <a:latin typeface="Arial" panose="020B0604020202020204" pitchFamily="34" charset="0"/>
                  <a:cs typeface="Arial" panose="020B0604020202020204" pitchFamily="34" charset="0"/>
                </a:rPr>
                <a:t>50</a:t>
              </a:r>
            </a:p>
          </p:txBody>
        </p:sp>
        <p:sp>
          <p:nvSpPr>
            <p:cNvPr id="47" name="TextBox 46">
              <a:extLst>
                <a:ext uri="{FF2B5EF4-FFF2-40B4-BE49-F238E27FC236}">
                  <a16:creationId xmlns:a16="http://schemas.microsoft.com/office/drawing/2014/main" id="{41124E42-F752-4358-80CA-3E57CB8CCAFF}"/>
                </a:ext>
              </a:extLst>
            </p:cNvPr>
            <p:cNvSpPr txBox="1"/>
            <p:nvPr/>
          </p:nvSpPr>
          <p:spPr>
            <a:xfrm>
              <a:off x="1937724" y="2772712"/>
              <a:ext cx="256548" cy="183228"/>
            </a:xfrm>
            <a:prstGeom prst="rect">
              <a:avLst/>
            </a:prstGeom>
            <a:noFill/>
          </p:spPr>
          <p:txBody>
            <a:bodyPr wrap="square" lIns="0" tIns="0" rIns="0" bIns="0" rtlCol="0">
              <a:noAutofit/>
            </a:bodyPr>
            <a:lstStyle/>
            <a:p>
              <a:pPr algn="ctr" defTabSz="914126" fontAlgn="auto">
                <a:spcBef>
                  <a:spcPts val="0"/>
                </a:spcBef>
                <a:spcAft>
                  <a:spcPts val="0"/>
                </a:spcAft>
                <a:defRPr/>
              </a:pPr>
              <a:r>
                <a:rPr lang="en-US" sz="1400" b="0" kern="0">
                  <a:solidFill>
                    <a:prstClr val="black"/>
                  </a:solidFill>
                  <a:latin typeface="Arial" panose="020B0604020202020204" pitchFamily="34" charset="0"/>
                  <a:cs typeface="Arial" panose="020B0604020202020204" pitchFamily="34" charset="0"/>
                </a:rPr>
                <a:t>60</a:t>
              </a:r>
            </a:p>
          </p:txBody>
        </p:sp>
        <p:sp>
          <p:nvSpPr>
            <p:cNvPr id="48" name="TextBox 47">
              <a:extLst>
                <a:ext uri="{FF2B5EF4-FFF2-40B4-BE49-F238E27FC236}">
                  <a16:creationId xmlns:a16="http://schemas.microsoft.com/office/drawing/2014/main" id="{2817B414-2CFA-4A54-A513-87ACBA07FC5D}"/>
                </a:ext>
              </a:extLst>
            </p:cNvPr>
            <p:cNvSpPr txBox="1"/>
            <p:nvPr/>
          </p:nvSpPr>
          <p:spPr>
            <a:xfrm>
              <a:off x="1937724" y="2429527"/>
              <a:ext cx="282203" cy="183228"/>
            </a:xfrm>
            <a:prstGeom prst="rect">
              <a:avLst/>
            </a:prstGeom>
            <a:noFill/>
          </p:spPr>
          <p:txBody>
            <a:bodyPr wrap="square" lIns="0" tIns="0" rIns="0" bIns="0" rtlCol="0">
              <a:noAutofit/>
            </a:bodyPr>
            <a:lstStyle/>
            <a:p>
              <a:pPr algn="ctr" defTabSz="914126" fontAlgn="auto">
                <a:spcBef>
                  <a:spcPts val="0"/>
                </a:spcBef>
                <a:spcAft>
                  <a:spcPts val="0"/>
                </a:spcAft>
                <a:defRPr/>
              </a:pPr>
              <a:r>
                <a:rPr lang="en-US" sz="1400" b="0" kern="0">
                  <a:solidFill>
                    <a:prstClr val="black"/>
                  </a:solidFill>
                  <a:latin typeface="Arial" panose="020B0604020202020204" pitchFamily="34" charset="0"/>
                  <a:cs typeface="Arial" panose="020B0604020202020204" pitchFamily="34" charset="0"/>
                </a:rPr>
                <a:t>70</a:t>
              </a:r>
            </a:p>
          </p:txBody>
        </p:sp>
        <p:sp>
          <p:nvSpPr>
            <p:cNvPr id="49" name="TextBox 48">
              <a:extLst>
                <a:ext uri="{FF2B5EF4-FFF2-40B4-BE49-F238E27FC236}">
                  <a16:creationId xmlns:a16="http://schemas.microsoft.com/office/drawing/2014/main" id="{8555CACB-BE4B-4785-8193-FECF8205E28F}"/>
                </a:ext>
              </a:extLst>
            </p:cNvPr>
            <p:cNvSpPr txBox="1"/>
            <p:nvPr/>
          </p:nvSpPr>
          <p:spPr>
            <a:xfrm>
              <a:off x="1937724" y="2090487"/>
              <a:ext cx="323221" cy="182347"/>
            </a:xfrm>
            <a:prstGeom prst="roundRect">
              <a:avLst/>
            </a:prstGeom>
            <a:noFill/>
            <a:ln w="25400" cap="flat" cmpd="sng" algn="ctr">
              <a:noFill/>
              <a:prstDash val="solid"/>
            </a:ln>
            <a:effectLst/>
          </p:spPr>
          <p:txBody>
            <a:bodyPr wrap="square" lIns="0" tIns="0" rIns="0" bIns="0" rtlCol="0">
              <a:noAutofit/>
            </a:bodyPr>
            <a:lstStyle/>
            <a:p>
              <a:pPr algn="ctr" defTabSz="914126" fontAlgn="auto">
                <a:spcBef>
                  <a:spcPts val="0"/>
                </a:spcBef>
                <a:spcAft>
                  <a:spcPts val="0"/>
                </a:spcAft>
                <a:defRPr/>
              </a:pPr>
              <a:r>
                <a:rPr lang="en-US" sz="1400" b="0" kern="0">
                  <a:latin typeface="Arial" panose="020B0604020202020204" pitchFamily="34" charset="0"/>
                  <a:cs typeface="Arial" panose="020B0604020202020204" pitchFamily="34" charset="0"/>
                </a:rPr>
                <a:t>80</a:t>
              </a:r>
            </a:p>
          </p:txBody>
        </p:sp>
        <p:sp>
          <p:nvSpPr>
            <p:cNvPr id="50" name="TextBox 49">
              <a:extLst>
                <a:ext uri="{FF2B5EF4-FFF2-40B4-BE49-F238E27FC236}">
                  <a16:creationId xmlns:a16="http://schemas.microsoft.com/office/drawing/2014/main" id="{EA44EEEE-42E4-4C42-8E5E-0B119F341C2C}"/>
                </a:ext>
              </a:extLst>
            </p:cNvPr>
            <p:cNvSpPr txBox="1"/>
            <p:nvPr/>
          </p:nvSpPr>
          <p:spPr>
            <a:xfrm>
              <a:off x="1937724" y="1753256"/>
              <a:ext cx="310423" cy="183228"/>
            </a:xfrm>
            <a:prstGeom prst="rect">
              <a:avLst/>
            </a:prstGeom>
            <a:noFill/>
          </p:spPr>
          <p:txBody>
            <a:bodyPr wrap="square" lIns="0" tIns="0" rIns="0" bIns="0" rtlCol="0">
              <a:noAutofit/>
            </a:bodyPr>
            <a:lstStyle/>
            <a:p>
              <a:pPr algn="ctr" defTabSz="914126" fontAlgn="auto">
                <a:spcBef>
                  <a:spcPts val="0"/>
                </a:spcBef>
                <a:spcAft>
                  <a:spcPts val="0"/>
                </a:spcAft>
                <a:defRPr/>
              </a:pPr>
              <a:r>
                <a:rPr lang="en-US" sz="1400" b="0" kern="0">
                  <a:solidFill>
                    <a:prstClr val="black"/>
                  </a:solidFill>
                  <a:latin typeface="Arial" panose="020B0604020202020204" pitchFamily="34" charset="0"/>
                  <a:cs typeface="Arial" panose="020B0604020202020204" pitchFamily="34" charset="0"/>
                </a:rPr>
                <a:t>90</a:t>
              </a:r>
            </a:p>
          </p:txBody>
        </p:sp>
        <p:sp>
          <p:nvSpPr>
            <p:cNvPr id="51" name="TextBox 50">
              <a:extLst>
                <a:ext uri="{FF2B5EF4-FFF2-40B4-BE49-F238E27FC236}">
                  <a16:creationId xmlns:a16="http://schemas.microsoft.com/office/drawing/2014/main" id="{A96A158E-0C8D-4358-88AA-C1A9DC5B2EBD}"/>
                </a:ext>
              </a:extLst>
            </p:cNvPr>
            <p:cNvSpPr txBox="1"/>
            <p:nvPr/>
          </p:nvSpPr>
          <p:spPr>
            <a:xfrm>
              <a:off x="1911618" y="1403821"/>
              <a:ext cx="375433" cy="200355"/>
            </a:xfrm>
            <a:prstGeom prst="rect">
              <a:avLst/>
            </a:prstGeom>
            <a:noFill/>
          </p:spPr>
          <p:txBody>
            <a:bodyPr wrap="square" lIns="0" tIns="0" rIns="0" bIns="0" rtlCol="0">
              <a:noAutofit/>
            </a:bodyPr>
            <a:lstStyle/>
            <a:p>
              <a:pPr algn="ctr" defTabSz="914126" fontAlgn="auto">
                <a:spcBef>
                  <a:spcPts val="0"/>
                </a:spcBef>
                <a:spcAft>
                  <a:spcPts val="0"/>
                </a:spcAft>
                <a:defRPr/>
              </a:pPr>
              <a:r>
                <a:rPr lang="en-US" sz="1400" b="0" kern="0">
                  <a:solidFill>
                    <a:prstClr val="black"/>
                  </a:solidFill>
                  <a:latin typeface="Arial" panose="020B0604020202020204" pitchFamily="34" charset="0"/>
                  <a:cs typeface="Arial" panose="020B0604020202020204" pitchFamily="34" charset="0"/>
                </a:rPr>
                <a:t>100</a:t>
              </a:r>
            </a:p>
          </p:txBody>
        </p:sp>
        <p:sp>
          <p:nvSpPr>
            <p:cNvPr id="52" name="TextBox 51">
              <a:extLst>
                <a:ext uri="{FF2B5EF4-FFF2-40B4-BE49-F238E27FC236}">
                  <a16:creationId xmlns:a16="http://schemas.microsoft.com/office/drawing/2014/main" id="{5EF5B83A-593D-4BCA-9372-B19AB9BF53B7}"/>
                </a:ext>
              </a:extLst>
            </p:cNvPr>
            <p:cNvSpPr txBox="1"/>
            <p:nvPr/>
          </p:nvSpPr>
          <p:spPr>
            <a:xfrm rot="16200000">
              <a:off x="694763" y="2799849"/>
              <a:ext cx="1701404" cy="157313"/>
            </a:xfrm>
            <a:prstGeom prst="rect">
              <a:avLst/>
            </a:prstGeom>
            <a:noFill/>
          </p:spPr>
          <p:txBody>
            <a:bodyPr wrap="square" lIns="0" tIns="0" rIns="0" bIns="0" rtlCol="0">
              <a:noAutofit/>
            </a:bodyPr>
            <a:lstStyle/>
            <a:p>
              <a:pPr algn="ctr" defTabSz="914126" fontAlgn="auto">
                <a:spcBef>
                  <a:spcPts val="0"/>
                </a:spcBef>
                <a:spcAft>
                  <a:spcPts val="0"/>
                </a:spcAft>
                <a:defRPr/>
              </a:pPr>
              <a:r>
                <a:rPr lang="en-US" sz="1050" b="0" kern="0">
                  <a:solidFill>
                    <a:prstClr val="black"/>
                  </a:solidFill>
                  <a:latin typeface="Arial" panose="020B0604020202020204" pitchFamily="34" charset="0"/>
                  <a:cs typeface="Arial" panose="020B0604020202020204" pitchFamily="34" charset="0"/>
                </a:rPr>
                <a:t>Marginal</a:t>
              </a:r>
            </a:p>
          </p:txBody>
        </p:sp>
        <p:sp>
          <p:nvSpPr>
            <p:cNvPr id="53" name="TextBox 52">
              <a:extLst>
                <a:ext uri="{FF2B5EF4-FFF2-40B4-BE49-F238E27FC236}">
                  <a16:creationId xmlns:a16="http://schemas.microsoft.com/office/drawing/2014/main" id="{C89CFA91-09FC-4BA3-B520-159C446BEF03}"/>
                </a:ext>
              </a:extLst>
            </p:cNvPr>
            <p:cNvSpPr txBox="1"/>
            <p:nvPr/>
          </p:nvSpPr>
          <p:spPr>
            <a:xfrm rot="16200000">
              <a:off x="694763" y="4014315"/>
              <a:ext cx="1701404" cy="157313"/>
            </a:xfrm>
            <a:prstGeom prst="rect">
              <a:avLst/>
            </a:prstGeom>
            <a:noFill/>
          </p:spPr>
          <p:txBody>
            <a:bodyPr wrap="square" lIns="0" tIns="0" rIns="0" bIns="0" rtlCol="0">
              <a:noAutofit/>
            </a:bodyPr>
            <a:lstStyle/>
            <a:p>
              <a:pPr algn="ctr" defTabSz="914126" fontAlgn="auto">
                <a:spcBef>
                  <a:spcPts val="0"/>
                </a:spcBef>
                <a:spcAft>
                  <a:spcPts val="0"/>
                </a:spcAft>
                <a:defRPr/>
              </a:pPr>
              <a:r>
                <a:rPr lang="en-US" sz="1050" b="0" kern="0">
                  <a:solidFill>
                    <a:prstClr val="black"/>
                  </a:solidFill>
                  <a:latin typeface="Arial" panose="020B0604020202020204" pitchFamily="34" charset="0"/>
                  <a:cs typeface="Arial" panose="020B0604020202020204" pitchFamily="34" charset="0"/>
                </a:rPr>
                <a:t>Not acceptable</a:t>
              </a:r>
            </a:p>
          </p:txBody>
        </p:sp>
        <p:sp>
          <p:nvSpPr>
            <p:cNvPr id="58" name="TextBox 57">
              <a:extLst>
                <a:ext uri="{FF2B5EF4-FFF2-40B4-BE49-F238E27FC236}">
                  <a16:creationId xmlns:a16="http://schemas.microsoft.com/office/drawing/2014/main" id="{F6AFD24B-E075-4C35-B432-2F91A1D52C46}"/>
                </a:ext>
              </a:extLst>
            </p:cNvPr>
            <p:cNvSpPr txBox="1"/>
            <p:nvPr/>
          </p:nvSpPr>
          <p:spPr>
            <a:xfrm rot="16200000">
              <a:off x="1035044" y="1935764"/>
              <a:ext cx="1020842" cy="157313"/>
            </a:xfrm>
            <a:prstGeom prst="rect">
              <a:avLst/>
            </a:prstGeom>
            <a:noFill/>
          </p:spPr>
          <p:txBody>
            <a:bodyPr wrap="square" lIns="0" tIns="0" rIns="0" bIns="0" rtlCol="0">
              <a:noAutofit/>
            </a:bodyPr>
            <a:lstStyle/>
            <a:p>
              <a:pPr algn="ctr" defTabSz="914126" fontAlgn="auto">
                <a:spcBef>
                  <a:spcPts val="0"/>
                </a:spcBef>
                <a:spcAft>
                  <a:spcPts val="0"/>
                </a:spcAft>
                <a:defRPr/>
              </a:pPr>
              <a:r>
                <a:rPr lang="en-US" sz="1050" b="0" kern="0">
                  <a:solidFill>
                    <a:prstClr val="black"/>
                  </a:solidFill>
                  <a:latin typeface="Arial" panose="020B0604020202020204" pitchFamily="34" charset="0"/>
                  <a:cs typeface="Arial" panose="020B0604020202020204" pitchFamily="34" charset="0"/>
                </a:rPr>
                <a:t>Acceptable</a:t>
              </a:r>
            </a:p>
          </p:txBody>
        </p:sp>
      </p:grpSp>
      <p:sp>
        <p:nvSpPr>
          <p:cNvPr id="61" name="Text Placeholder 3">
            <a:extLst>
              <a:ext uri="{FF2B5EF4-FFF2-40B4-BE49-F238E27FC236}">
                <a16:creationId xmlns:a16="http://schemas.microsoft.com/office/drawing/2014/main" id="{4C622286-AB6E-420D-9DA6-5DC5DB49A105}"/>
              </a:ext>
            </a:extLst>
          </p:cNvPr>
          <p:cNvSpPr>
            <a:spLocks noGrp="1"/>
          </p:cNvSpPr>
          <p:nvPr>
            <p:ph type="body" sz="quarter" idx="13"/>
          </p:nvPr>
        </p:nvSpPr>
        <p:spPr>
          <a:xfrm>
            <a:off x="7692325" y="2848299"/>
            <a:ext cx="4140445" cy="2633971"/>
          </a:xfrm>
        </p:spPr>
        <p:txBody>
          <a:bodyPr/>
          <a:lstStyle/>
          <a:p>
            <a:pPr algn="r"/>
            <a:r>
              <a:rPr lang="en-US">
                <a:solidFill>
                  <a:schemeClr val="tx1">
                    <a:lumMod val="75000"/>
                    <a:lumOff val="25000"/>
                  </a:schemeClr>
                </a:solidFill>
              </a:rPr>
              <a:t>Average Global IT SUS: </a:t>
            </a:r>
            <a:r>
              <a:rPr lang="en-US" b="1">
                <a:solidFill>
                  <a:schemeClr val="tx1">
                    <a:lumMod val="75000"/>
                    <a:lumOff val="25000"/>
                  </a:schemeClr>
                </a:solidFill>
              </a:rPr>
              <a:t>63</a:t>
            </a:r>
          </a:p>
          <a:p>
            <a:pPr algn="r"/>
            <a:r>
              <a:rPr lang="en-US">
                <a:solidFill>
                  <a:schemeClr val="tx1">
                    <a:lumMod val="75000"/>
                    <a:lumOff val="25000"/>
                  </a:schemeClr>
                </a:solidFill>
              </a:rPr>
              <a:t>Target SUS Score for FY21: </a:t>
            </a:r>
            <a:r>
              <a:rPr lang="en-US" b="1">
                <a:solidFill>
                  <a:schemeClr val="tx1">
                    <a:lumMod val="75000"/>
                    <a:lumOff val="25000"/>
                  </a:schemeClr>
                </a:solidFill>
              </a:rPr>
              <a:t>67</a:t>
            </a:r>
          </a:p>
          <a:p>
            <a:pPr marL="684213" lvl="1" indent="-342900" algn="r">
              <a:buFont typeface="Arial" panose="020B0604020202020204" pitchFamily="34" charset="0"/>
              <a:buChar char="•"/>
            </a:pPr>
            <a:endParaRPr lang="en-US">
              <a:solidFill>
                <a:schemeClr val="tx1">
                  <a:lumMod val="75000"/>
                  <a:lumOff val="25000"/>
                </a:schemeClr>
              </a:solidFill>
            </a:endParaRPr>
          </a:p>
          <a:p>
            <a:pPr algn="r"/>
            <a:r>
              <a:rPr lang="en-US">
                <a:solidFill>
                  <a:schemeClr val="tx1">
                    <a:lumMod val="75000"/>
                    <a:lumOff val="25000"/>
                  </a:schemeClr>
                </a:solidFill>
              </a:rPr>
              <a:t>Industry Average*: </a:t>
            </a:r>
            <a:r>
              <a:rPr lang="en-US" b="1">
                <a:solidFill>
                  <a:schemeClr val="tx1">
                    <a:lumMod val="75000"/>
                    <a:lumOff val="25000"/>
                  </a:schemeClr>
                </a:solidFill>
              </a:rPr>
              <a:t>68 </a:t>
            </a:r>
          </a:p>
          <a:p>
            <a:pPr algn="r"/>
            <a:r>
              <a:rPr lang="en-US" sz="1600">
                <a:solidFill>
                  <a:schemeClr val="tx1">
                    <a:lumMod val="75000"/>
                    <a:lumOff val="25000"/>
                  </a:schemeClr>
                </a:solidFill>
                <a:latin typeface="Arial Narrow" panose="020B0606020202030204" pitchFamily="34" charset="0"/>
              </a:rPr>
              <a:t>(Industry standard, with references in </a:t>
            </a:r>
            <a:br>
              <a:rPr lang="en-US" sz="1600">
                <a:solidFill>
                  <a:schemeClr val="tx1">
                    <a:lumMod val="75000"/>
                    <a:lumOff val="25000"/>
                  </a:schemeClr>
                </a:solidFill>
                <a:latin typeface="Arial Narrow" panose="020B0606020202030204" pitchFamily="34" charset="0"/>
              </a:rPr>
            </a:br>
            <a:r>
              <a:rPr lang="en-US" sz="1600">
                <a:solidFill>
                  <a:schemeClr val="tx1">
                    <a:lumMod val="75000"/>
                    <a:lumOff val="25000"/>
                  </a:schemeClr>
                </a:solidFill>
                <a:latin typeface="Arial Narrow" panose="020B0606020202030204" pitchFamily="34" charset="0"/>
              </a:rPr>
              <a:t>over 1300 articles and publications)</a:t>
            </a:r>
          </a:p>
        </p:txBody>
      </p:sp>
      <p:sp>
        <p:nvSpPr>
          <p:cNvPr id="62" name="TextBox 61">
            <a:extLst>
              <a:ext uri="{FF2B5EF4-FFF2-40B4-BE49-F238E27FC236}">
                <a16:creationId xmlns:a16="http://schemas.microsoft.com/office/drawing/2014/main" id="{AFA79B04-9C26-4B5C-9867-9AA7F46872CF}"/>
              </a:ext>
            </a:extLst>
          </p:cNvPr>
          <p:cNvSpPr txBox="1"/>
          <p:nvPr/>
        </p:nvSpPr>
        <p:spPr>
          <a:xfrm>
            <a:off x="5353235" y="6524254"/>
            <a:ext cx="6748185" cy="325438"/>
          </a:xfrm>
          <a:prstGeom prst="rect">
            <a:avLst/>
          </a:prstGeom>
          <a:noFill/>
        </p:spPr>
        <p:txBody>
          <a:bodyPr wrap="none" lIns="0" tIns="0" rIns="0" bIns="0" rtlCol="0">
            <a:noAutofit/>
          </a:bodyPr>
          <a:lstStyle/>
          <a:p>
            <a:pPr>
              <a:lnSpc>
                <a:spcPct val="110000"/>
              </a:lnSpc>
              <a:spcAft>
                <a:spcPts val="900"/>
              </a:spcAft>
            </a:pPr>
            <a:r>
              <a:rPr lang="en-US" sz="1400" b="0" spc="40">
                <a:solidFill>
                  <a:schemeClr val="tx1">
                    <a:lumMod val="50000"/>
                    <a:lumOff val="50000"/>
                  </a:schemeClr>
                </a:solidFill>
                <a:latin typeface="Arial" charset="0"/>
              </a:rPr>
              <a:t>* https://www.usability.gov/how-to-and-tools/methods/system-usability-scale.html</a:t>
            </a:r>
          </a:p>
        </p:txBody>
      </p:sp>
      <p:sp>
        <p:nvSpPr>
          <p:cNvPr id="54" name="Rectangle 53">
            <a:extLst>
              <a:ext uri="{FF2B5EF4-FFF2-40B4-BE49-F238E27FC236}">
                <a16:creationId xmlns:a16="http://schemas.microsoft.com/office/drawing/2014/main" id="{E18E4E72-5B60-4978-9F79-2D88B4F53524}"/>
              </a:ext>
            </a:extLst>
          </p:cNvPr>
          <p:cNvSpPr/>
          <p:nvPr/>
        </p:nvSpPr>
        <p:spPr>
          <a:xfrm rot="16200000">
            <a:off x="1401755" y="4105232"/>
            <a:ext cx="2068891" cy="45708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t" anchorCtr="0" forceAA="0" compatLnSpc="1">
            <a:prstTxWarp prst="textNoShape">
              <a:avLst/>
            </a:prstTxWarp>
            <a:noAutofit/>
          </a:bodyPr>
          <a:lstStyle/>
          <a:p>
            <a:pPr algn="ctr">
              <a:lnSpc>
                <a:spcPct val="110000"/>
              </a:lnSpc>
              <a:spcAft>
                <a:spcPts val="900"/>
              </a:spcAft>
            </a:pPr>
            <a:endParaRPr lang="en-US" sz="1999" b="0" spc="40">
              <a:solidFill>
                <a:srgbClr val="000000"/>
              </a:solidFill>
              <a:latin typeface="Arial" charset="0"/>
            </a:endParaRPr>
          </a:p>
        </p:txBody>
      </p:sp>
      <p:sp>
        <p:nvSpPr>
          <p:cNvPr id="56" name="Title 9">
            <a:extLst>
              <a:ext uri="{FF2B5EF4-FFF2-40B4-BE49-F238E27FC236}">
                <a16:creationId xmlns:a16="http://schemas.microsoft.com/office/drawing/2014/main" id="{74686A87-C44C-4F34-9D47-60574D21BC86}"/>
              </a:ext>
            </a:extLst>
          </p:cNvPr>
          <p:cNvSpPr txBox="1">
            <a:spLocks/>
          </p:cNvSpPr>
          <p:nvPr/>
        </p:nvSpPr>
        <p:spPr bwMode="auto">
          <a:xfrm>
            <a:off x="2207659" y="3332673"/>
            <a:ext cx="457083" cy="291881"/>
          </a:xfrm>
          <a:prstGeom prst="rect">
            <a:avLst/>
          </a:prstGeom>
          <a:noFill/>
          <a:ln w="9525">
            <a:noFill/>
            <a:miter lim="800000"/>
            <a:headEnd/>
            <a:tailEnd/>
          </a:ln>
        </p:spPr>
        <p:txBody>
          <a:bodyPr vert="horz" wrap="square" lIns="0" tIns="0" rIns="0" bIns="0" numCol="1" anchor="ctr" anchorCtr="0" compatLnSpc="1">
            <a:prstTxWarp prst="textNoShape">
              <a:avLst/>
            </a:prstTxWarp>
            <a:noAutofit/>
          </a:bodyPr>
          <a:lstStyle>
            <a:lvl1pPr algn="l" rtl="0" eaLnBrk="1" fontAlgn="base" hangingPunct="1">
              <a:lnSpc>
                <a:spcPts val="26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pPr algn="ctr">
              <a:lnSpc>
                <a:spcPct val="100000"/>
              </a:lnSpc>
              <a:spcBef>
                <a:spcPts val="100"/>
              </a:spcBef>
            </a:pPr>
            <a:r>
              <a:rPr lang="en-US" sz="1200" kern="0">
                <a:solidFill>
                  <a:schemeClr val="tx1">
                    <a:lumMod val="75000"/>
                    <a:lumOff val="25000"/>
                  </a:schemeClr>
                </a:solidFill>
                <a:latin typeface="Arial" panose="020B0604020202020204" pitchFamily="34" charset="0"/>
                <a:cs typeface="Arial" panose="020B0604020202020204" pitchFamily="34" charset="0"/>
              </a:rPr>
              <a:t>60.0</a:t>
            </a:r>
            <a:endParaRPr lang="en-US" sz="1200" b="0" kern="0">
              <a:solidFill>
                <a:schemeClr val="tx1">
                  <a:lumMod val="75000"/>
                  <a:lumOff val="25000"/>
                </a:schemeClr>
              </a:solidFill>
              <a:latin typeface="Arial" panose="020B0604020202020204" pitchFamily="34" charset="0"/>
              <a:cs typeface="Arial" panose="020B0604020202020204" pitchFamily="34" charset="0"/>
            </a:endParaRPr>
          </a:p>
        </p:txBody>
      </p:sp>
      <p:cxnSp>
        <p:nvCxnSpPr>
          <p:cNvPr id="6" name="Straight Connector 5">
            <a:extLst>
              <a:ext uri="{FF2B5EF4-FFF2-40B4-BE49-F238E27FC236}">
                <a16:creationId xmlns:a16="http://schemas.microsoft.com/office/drawing/2014/main" id="{A0C7E4CF-AE59-4E7C-BE42-E9022EBFE543}"/>
              </a:ext>
            </a:extLst>
          </p:cNvPr>
          <p:cNvCxnSpPr>
            <a:cxnSpLocks/>
          </p:cNvCxnSpPr>
          <p:nvPr/>
        </p:nvCxnSpPr>
        <p:spPr bwMode="auto">
          <a:xfrm>
            <a:off x="1216029" y="3197256"/>
            <a:ext cx="3381251" cy="0"/>
          </a:xfrm>
          <a:prstGeom prst="line">
            <a:avLst/>
          </a:prstGeom>
          <a:solidFill>
            <a:schemeClr val="accent1"/>
          </a:solidFill>
          <a:ln w="9525" cap="flat" cmpd="sng" algn="ctr">
            <a:solidFill>
              <a:schemeClr val="tx1">
                <a:lumMod val="50000"/>
                <a:lumOff val="50000"/>
              </a:schemeClr>
            </a:solidFill>
            <a:prstDash val="dash"/>
            <a:round/>
            <a:headEnd type="none" w="med" len="med"/>
            <a:tailEnd type="none" w="med" len="med"/>
          </a:ln>
          <a:effectLst/>
        </p:spPr>
      </p:cxnSp>
      <p:sp>
        <p:nvSpPr>
          <p:cNvPr id="59" name="Content Placeholder 4">
            <a:extLst>
              <a:ext uri="{FF2B5EF4-FFF2-40B4-BE49-F238E27FC236}">
                <a16:creationId xmlns:a16="http://schemas.microsoft.com/office/drawing/2014/main" id="{232D6351-F712-4C72-8AED-CA4E2599CF9F}"/>
              </a:ext>
            </a:extLst>
          </p:cNvPr>
          <p:cNvSpPr txBox="1">
            <a:spLocks/>
          </p:cNvSpPr>
          <p:nvPr/>
        </p:nvSpPr>
        <p:spPr bwMode="auto">
          <a:xfrm>
            <a:off x="4621331" y="3091703"/>
            <a:ext cx="1968148" cy="325438"/>
          </a:xfrm>
          <a:prstGeom prst="rect">
            <a:avLst/>
          </a:prstGeom>
          <a:noFill/>
          <a:ln w="9525">
            <a:noFill/>
            <a:miter lim="800000"/>
            <a:headEnd/>
            <a:tailEnd/>
          </a:ln>
        </p:spPr>
        <p:txBody>
          <a:bodyPr wrap="square" anchor="t">
            <a:noAutofit/>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pPr>
              <a:lnSpc>
                <a:spcPct val="100000"/>
              </a:lnSpc>
              <a:spcAft>
                <a:spcPts val="0"/>
              </a:spcAft>
            </a:pPr>
            <a:r>
              <a:rPr lang="en-US" sz="1200" b="1" kern="0">
                <a:solidFill>
                  <a:schemeClr val="tx1">
                    <a:lumMod val="65000"/>
                    <a:lumOff val="35000"/>
                  </a:schemeClr>
                </a:solidFill>
                <a:latin typeface="Arial"/>
                <a:cs typeface="Arial"/>
              </a:rPr>
              <a:t>63 </a:t>
            </a:r>
            <a:r>
              <a:rPr lang="en-US" sz="1200" kern="0">
                <a:solidFill>
                  <a:schemeClr val="tx1">
                    <a:lumMod val="65000"/>
                    <a:lumOff val="35000"/>
                  </a:schemeClr>
                </a:solidFill>
                <a:latin typeface="Arial"/>
                <a:cs typeface="Arial"/>
              </a:rPr>
              <a:t> </a:t>
            </a:r>
            <a:r>
              <a:rPr lang="en-US" sz="1200" kern="0">
                <a:solidFill>
                  <a:schemeClr val="tx1">
                    <a:lumMod val="65000"/>
                    <a:lumOff val="35000"/>
                  </a:schemeClr>
                </a:solidFill>
                <a:latin typeface="Arial Narrow" panose="020B0606020202030204" pitchFamily="34" charset="0"/>
                <a:cs typeface="Arial"/>
              </a:rPr>
              <a:t>Global IT Average</a:t>
            </a:r>
            <a:endParaRPr lang="en-US" sz="1400" kern="0">
              <a:solidFill>
                <a:schemeClr val="tx1">
                  <a:lumMod val="65000"/>
                  <a:lumOff val="35000"/>
                </a:schemeClr>
              </a:solidFill>
              <a:latin typeface="Arial Narrow" panose="020B0606020202030204" pitchFamily="34" charset="0"/>
              <a:cs typeface="Arial"/>
            </a:endParaRPr>
          </a:p>
        </p:txBody>
      </p:sp>
      <p:cxnSp>
        <p:nvCxnSpPr>
          <p:cNvPr id="64" name="Straight Connector 63">
            <a:extLst>
              <a:ext uri="{FF2B5EF4-FFF2-40B4-BE49-F238E27FC236}">
                <a16:creationId xmlns:a16="http://schemas.microsoft.com/office/drawing/2014/main" id="{9BA54F65-5041-4D69-B474-3CAA19EFDA32}"/>
              </a:ext>
            </a:extLst>
          </p:cNvPr>
          <p:cNvCxnSpPr>
            <a:cxnSpLocks/>
          </p:cNvCxnSpPr>
          <p:nvPr/>
        </p:nvCxnSpPr>
        <p:spPr bwMode="auto">
          <a:xfrm>
            <a:off x="1226517" y="3041209"/>
            <a:ext cx="3381251" cy="0"/>
          </a:xfrm>
          <a:prstGeom prst="line">
            <a:avLst/>
          </a:prstGeom>
          <a:solidFill>
            <a:schemeClr val="accent1"/>
          </a:solidFill>
          <a:ln w="9525" cap="flat" cmpd="sng" algn="ctr">
            <a:solidFill>
              <a:schemeClr val="tx1">
                <a:lumMod val="50000"/>
                <a:lumOff val="50000"/>
              </a:schemeClr>
            </a:solidFill>
            <a:prstDash val="sysDot"/>
            <a:round/>
            <a:headEnd type="none" w="med" len="med"/>
            <a:tailEnd type="none" w="med" len="med"/>
          </a:ln>
          <a:effectLst/>
        </p:spPr>
      </p:cxnSp>
      <p:sp>
        <p:nvSpPr>
          <p:cNvPr id="65" name="Content Placeholder 4">
            <a:extLst>
              <a:ext uri="{FF2B5EF4-FFF2-40B4-BE49-F238E27FC236}">
                <a16:creationId xmlns:a16="http://schemas.microsoft.com/office/drawing/2014/main" id="{37E68861-9B9C-4207-8CC5-860E40C88043}"/>
              </a:ext>
            </a:extLst>
          </p:cNvPr>
          <p:cNvSpPr txBox="1">
            <a:spLocks/>
          </p:cNvSpPr>
          <p:nvPr/>
        </p:nvSpPr>
        <p:spPr bwMode="auto">
          <a:xfrm>
            <a:off x="4621331" y="2858978"/>
            <a:ext cx="1968148" cy="325438"/>
          </a:xfrm>
          <a:prstGeom prst="rect">
            <a:avLst/>
          </a:prstGeom>
          <a:noFill/>
          <a:ln w="9525">
            <a:noFill/>
            <a:miter lim="800000"/>
            <a:headEnd/>
            <a:tailEnd/>
          </a:ln>
        </p:spPr>
        <p:txBody>
          <a:bodyPr wrap="square" anchor="t">
            <a:noAutofit/>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pPr>
              <a:lnSpc>
                <a:spcPct val="100000"/>
              </a:lnSpc>
              <a:spcAft>
                <a:spcPts val="0"/>
              </a:spcAft>
            </a:pPr>
            <a:r>
              <a:rPr lang="en-US" sz="1200" b="1" kern="0">
                <a:solidFill>
                  <a:schemeClr val="tx1">
                    <a:lumMod val="65000"/>
                    <a:lumOff val="35000"/>
                  </a:schemeClr>
                </a:solidFill>
                <a:latin typeface="Arial"/>
                <a:cs typeface="Arial"/>
              </a:rPr>
              <a:t>68 </a:t>
            </a:r>
            <a:r>
              <a:rPr lang="en-US" sz="1200" kern="0">
                <a:solidFill>
                  <a:schemeClr val="tx1">
                    <a:lumMod val="65000"/>
                    <a:lumOff val="35000"/>
                  </a:schemeClr>
                </a:solidFill>
                <a:latin typeface="Arial"/>
                <a:cs typeface="Arial"/>
              </a:rPr>
              <a:t> </a:t>
            </a:r>
            <a:r>
              <a:rPr lang="en-US" sz="1200" kern="0">
                <a:solidFill>
                  <a:schemeClr val="tx1">
                    <a:lumMod val="65000"/>
                    <a:lumOff val="35000"/>
                  </a:schemeClr>
                </a:solidFill>
                <a:latin typeface="Arial Narrow" panose="020B0606020202030204" pitchFamily="34" charset="0"/>
                <a:cs typeface="Arial"/>
              </a:rPr>
              <a:t>Industry Average </a:t>
            </a:r>
            <a:endParaRPr lang="en-US" sz="1400" kern="0">
              <a:solidFill>
                <a:schemeClr val="tx1">
                  <a:lumMod val="65000"/>
                  <a:lumOff val="35000"/>
                </a:schemeClr>
              </a:solidFill>
              <a:latin typeface="Arial Narrow" panose="020B0606020202030204" pitchFamily="34" charset="0"/>
              <a:cs typeface="Arial"/>
            </a:endParaRPr>
          </a:p>
        </p:txBody>
      </p:sp>
      <p:sp>
        <p:nvSpPr>
          <p:cNvPr id="55" name="Rectangle 54">
            <a:extLst>
              <a:ext uri="{FF2B5EF4-FFF2-40B4-BE49-F238E27FC236}">
                <a16:creationId xmlns:a16="http://schemas.microsoft.com/office/drawing/2014/main" id="{74C1F38F-5DE0-46C2-A2A4-70D820E45D28}"/>
              </a:ext>
            </a:extLst>
          </p:cNvPr>
          <p:cNvSpPr/>
          <p:nvPr/>
        </p:nvSpPr>
        <p:spPr>
          <a:xfrm rot="16200000">
            <a:off x="2122302" y="3681740"/>
            <a:ext cx="2915870" cy="457081"/>
          </a:xfrm>
          <a:prstGeom prst="rect">
            <a:avLst/>
          </a:prstGeom>
          <a:solidFill>
            <a:srgbClr val="5B8F4D"/>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t" anchorCtr="0" forceAA="0" compatLnSpc="1">
            <a:prstTxWarp prst="textNoShape">
              <a:avLst/>
            </a:prstTxWarp>
            <a:noAutofit/>
          </a:bodyPr>
          <a:lstStyle/>
          <a:p>
            <a:pPr algn="ctr">
              <a:lnSpc>
                <a:spcPct val="110000"/>
              </a:lnSpc>
              <a:spcAft>
                <a:spcPts val="900"/>
              </a:spcAft>
            </a:pPr>
            <a:endParaRPr lang="en-US" sz="1999" b="0" spc="40">
              <a:solidFill>
                <a:srgbClr val="000000"/>
              </a:solidFill>
              <a:latin typeface="Arial" charset="0"/>
            </a:endParaRPr>
          </a:p>
        </p:txBody>
      </p:sp>
      <p:sp>
        <p:nvSpPr>
          <p:cNvPr id="69" name="Title 9">
            <a:extLst>
              <a:ext uri="{FF2B5EF4-FFF2-40B4-BE49-F238E27FC236}">
                <a16:creationId xmlns:a16="http://schemas.microsoft.com/office/drawing/2014/main" id="{247D90FB-1C8E-4145-8093-769536860385}"/>
              </a:ext>
            </a:extLst>
          </p:cNvPr>
          <p:cNvSpPr txBox="1">
            <a:spLocks/>
          </p:cNvSpPr>
          <p:nvPr/>
        </p:nvSpPr>
        <p:spPr bwMode="auto">
          <a:xfrm>
            <a:off x="3354612" y="2484887"/>
            <a:ext cx="457083" cy="291881"/>
          </a:xfrm>
          <a:prstGeom prst="rect">
            <a:avLst/>
          </a:prstGeom>
          <a:noFill/>
          <a:ln w="9525">
            <a:noFill/>
            <a:miter lim="800000"/>
            <a:headEnd/>
            <a:tailEnd/>
          </a:ln>
        </p:spPr>
        <p:txBody>
          <a:bodyPr vert="horz" wrap="square" lIns="0" tIns="0" rIns="0" bIns="0" numCol="1" anchor="ctr" anchorCtr="0" compatLnSpc="1">
            <a:prstTxWarp prst="textNoShape">
              <a:avLst/>
            </a:prstTxWarp>
            <a:noAutofit/>
          </a:bodyPr>
          <a:lstStyle>
            <a:lvl1pPr algn="l" rtl="0" eaLnBrk="1" fontAlgn="base" hangingPunct="1">
              <a:lnSpc>
                <a:spcPts val="26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pPr algn="ctr">
              <a:lnSpc>
                <a:spcPct val="100000"/>
              </a:lnSpc>
              <a:spcBef>
                <a:spcPts val="100"/>
              </a:spcBef>
            </a:pPr>
            <a:r>
              <a:rPr lang="en-US" sz="1200" kern="0">
                <a:solidFill>
                  <a:schemeClr val="bg1"/>
                </a:solidFill>
                <a:latin typeface="Arial" panose="020B0604020202020204" pitchFamily="34" charset="0"/>
                <a:cs typeface="Arial" panose="020B0604020202020204" pitchFamily="34" charset="0"/>
              </a:rPr>
              <a:t>85.6</a:t>
            </a:r>
            <a:endParaRPr lang="en-US" sz="1200" b="0" kern="0">
              <a:solidFill>
                <a:schemeClr val="bg1"/>
              </a:solidFill>
              <a:latin typeface="Arial" panose="020B0604020202020204" pitchFamily="34" charset="0"/>
              <a:cs typeface="Arial" panose="020B0604020202020204" pitchFamily="34" charset="0"/>
            </a:endParaRPr>
          </a:p>
        </p:txBody>
      </p:sp>
      <p:sp>
        <p:nvSpPr>
          <p:cNvPr id="72" name="Content Placeholder 4">
            <a:extLst>
              <a:ext uri="{FF2B5EF4-FFF2-40B4-BE49-F238E27FC236}">
                <a16:creationId xmlns:a16="http://schemas.microsoft.com/office/drawing/2014/main" id="{033E1C4D-FAB7-42AB-819D-9F83D52E09B8}"/>
              </a:ext>
            </a:extLst>
          </p:cNvPr>
          <p:cNvSpPr txBox="1">
            <a:spLocks/>
          </p:cNvSpPr>
          <p:nvPr/>
        </p:nvSpPr>
        <p:spPr bwMode="auto">
          <a:xfrm>
            <a:off x="1938224" y="5470288"/>
            <a:ext cx="971045" cy="325438"/>
          </a:xfrm>
          <a:prstGeom prst="rect">
            <a:avLst/>
          </a:prstGeom>
          <a:noFill/>
          <a:ln w="9525">
            <a:noFill/>
            <a:miter lim="800000"/>
            <a:headEnd/>
            <a:tailEnd/>
          </a:ln>
        </p:spPr>
        <p:txBody>
          <a:bodyPr wrap="square" anchor="t">
            <a:noAutofit/>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pPr algn="ctr">
              <a:lnSpc>
                <a:spcPct val="100000"/>
              </a:lnSpc>
              <a:spcAft>
                <a:spcPts val="0"/>
              </a:spcAft>
            </a:pPr>
            <a:r>
              <a:rPr lang="en-US" sz="1200" kern="0">
                <a:solidFill>
                  <a:schemeClr val="tx1">
                    <a:lumMod val="65000"/>
                    <a:lumOff val="35000"/>
                  </a:schemeClr>
                </a:solidFill>
                <a:latin typeface="Arial"/>
                <a:cs typeface="Arial"/>
              </a:rPr>
              <a:t>Previous</a:t>
            </a:r>
            <a:br>
              <a:rPr lang="en-US" sz="1200" kern="0">
                <a:solidFill>
                  <a:schemeClr val="tx1">
                    <a:lumMod val="65000"/>
                    <a:lumOff val="35000"/>
                  </a:schemeClr>
                </a:solidFill>
                <a:latin typeface="Arial"/>
                <a:cs typeface="Arial"/>
              </a:rPr>
            </a:br>
            <a:r>
              <a:rPr lang="en-US" sz="1200" kern="0" err="1">
                <a:solidFill>
                  <a:schemeClr val="tx1">
                    <a:lumMod val="65000"/>
                    <a:lumOff val="35000"/>
                  </a:schemeClr>
                </a:solidFill>
                <a:latin typeface="Arial"/>
                <a:cs typeface="Arial"/>
              </a:rPr>
              <a:t>ABTools</a:t>
            </a:r>
            <a:endParaRPr lang="en-US" sz="1400" kern="0">
              <a:solidFill>
                <a:schemeClr val="tx1">
                  <a:lumMod val="65000"/>
                  <a:lumOff val="35000"/>
                </a:schemeClr>
              </a:solidFill>
              <a:latin typeface="Arial"/>
              <a:cs typeface="Arial"/>
            </a:endParaRPr>
          </a:p>
        </p:txBody>
      </p:sp>
      <p:sp>
        <p:nvSpPr>
          <p:cNvPr id="73" name="Content Placeholder 4">
            <a:extLst>
              <a:ext uri="{FF2B5EF4-FFF2-40B4-BE49-F238E27FC236}">
                <a16:creationId xmlns:a16="http://schemas.microsoft.com/office/drawing/2014/main" id="{53194495-9776-4333-87BD-07F8892AB045}"/>
              </a:ext>
            </a:extLst>
          </p:cNvPr>
          <p:cNvSpPr txBox="1">
            <a:spLocks/>
          </p:cNvSpPr>
          <p:nvPr/>
        </p:nvSpPr>
        <p:spPr bwMode="auto">
          <a:xfrm>
            <a:off x="3100486" y="5470288"/>
            <a:ext cx="971045" cy="487141"/>
          </a:xfrm>
          <a:prstGeom prst="rect">
            <a:avLst/>
          </a:prstGeom>
          <a:noFill/>
          <a:ln w="9525">
            <a:noFill/>
            <a:miter lim="800000"/>
            <a:headEnd/>
            <a:tailEnd/>
          </a:ln>
        </p:spPr>
        <p:txBody>
          <a:bodyPr wrap="square" anchor="t">
            <a:noAutofit/>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pPr algn="ctr">
              <a:lnSpc>
                <a:spcPct val="100000"/>
              </a:lnSpc>
              <a:spcAft>
                <a:spcPts val="0"/>
              </a:spcAft>
            </a:pPr>
            <a:r>
              <a:rPr lang="en-US" sz="1200" kern="0">
                <a:solidFill>
                  <a:schemeClr val="tx1">
                    <a:lumMod val="65000"/>
                    <a:lumOff val="35000"/>
                  </a:schemeClr>
                </a:solidFill>
                <a:latin typeface="Arial"/>
                <a:cs typeface="Arial"/>
              </a:rPr>
              <a:t>Current</a:t>
            </a:r>
          </a:p>
          <a:p>
            <a:pPr algn="ctr">
              <a:lnSpc>
                <a:spcPct val="100000"/>
              </a:lnSpc>
              <a:spcAft>
                <a:spcPts val="0"/>
              </a:spcAft>
            </a:pPr>
            <a:r>
              <a:rPr lang="en-US" sz="1200" kern="0" err="1">
                <a:solidFill>
                  <a:schemeClr val="tx1">
                    <a:lumMod val="65000"/>
                    <a:lumOff val="35000"/>
                  </a:schemeClr>
                </a:solidFill>
                <a:latin typeface="Arial"/>
                <a:cs typeface="Arial"/>
              </a:rPr>
              <a:t>ABTools</a:t>
            </a:r>
            <a:endParaRPr lang="en-US" sz="1400" kern="0">
              <a:solidFill>
                <a:schemeClr val="tx1">
                  <a:lumMod val="65000"/>
                  <a:lumOff val="35000"/>
                </a:schemeClr>
              </a:solidFill>
              <a:latin typeface="Arial"/>
              <a:cs typeface="Arial"/>
            </a:endParaRPr>
          </a:p>
        </p:txBody>
      </p:sp>
    </p:spTree>
    <p:extLst>
      <p:ext uri="{BB962C8B-B14F-4D97-AF65-F5344CB8AC3E}">
        <p14:creationId xmlns:p14="http://schemas.microsoft.com/office/powerpoint/2010/main" val="7856841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72751F-5973-0A46-BBB4-3E06AB5C9E26}"/>
              </a:ext>
            </a:extLst>
          </p:cNvPr>
          <p:cNvSpPr/>
          <p:nvPr/>
        </p:nvSpPr>
        <p:spPr>
          <a:xfrm>
            <a:off x="1587" y="893"/>
            <a:ext cx="12185651" cy="6856214"/>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t" anchorCtr="0" forceAA="0" compatLnSpc="1">
            <a:prstTxWarp prst="textNoShape">
              <a:avLst/>
            </a:prstTxWarp>
            <a:noAutofit/>
          </a:bodyPr>
          <a:lstStyle/>
          <a:p>
            <a:pPr algn="ctr">
              <a:lnSpc>
                <a:spcPct val="110000"/>
              </a:lnSpc>
              <a:spcAft>
                <a:spcPts val="900"/>
              </a:spcAft>
            </a:pPr>
            <a:endParaRPr lang="en-US" sz="1999" spc="40">
              <a:solidFill>
                <a:srgbClr val="000000"/>
              </a:solidFill>
              <a:latin typeface="Arial" charset="0"/>
            </a:endParaRPr>
          </a:p>
        </p:txBody>
      </p:sp>
      <p:sp>
        <p:nvSpPr>
          <p:cNvPr id="7" name="Rectangle 75">
            <a:extLst>
              <a:ext uri="{FF2B5EF4-FFF2-40B4-BE49-F238E27FC236}">
                <a16:creationId xmlns:a16="http://schemas.microsoft.com/office/drawing/2014/main" id="{925E044C-D174-4E42-94E4-3288FDC52C2E}"/>
              </a:ext>
            </a:extLst>
          </p:cNvPr>
          <p:cNvSpPr/>
          <p:nvPr/>
        </p:nvSpPr>
        <p:spPr>
          <a:xfrm>
            <a:off x="4493373" y="316"/>
            <a:ext cx="3975503" cy="6856792"/>
          </a:xfrm>
          <a:custGeom>
            <a:avLst/>
            <a:gdLst>
              <a:gd name="connsiteX0" fmla="*/ 0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0 w 5006146"/>
              <a:gd name="connsiteY4" fmla="*/ 0 h 6432884"/>
              <a:gd name="connsiteX0" fmla="*/ 1868557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1868557 w 5006146"/>
              <a:gd name="connsiteY4" fmla="*/ 0 h 6432884"/>
              <a:gd name="connsiteX0" fmla="*/ 4823792 w 7961381"/>
              <a:gd name="connsiteY0" fmla="*/ 0 h 6432884"/>
              <a:gd name="connsiteX1" fmla="*/ 7961381 w 7961381"/>
              <a:gd name="connsiteY1" fmla="*/ 0 h 6432884"/>
              <a:gd name="connsiteX2" fmla="*/ 7961381 w 7961381"/>
              <a:gd name="connsiteY2" fmla="*/ 6432884 h 6432884"/>
              <a:gd name="connsiteX3" fmla="*/ 0 w 7961381"/>
              <a:gd name="connsiteY3" fmla="*/ 6353371 h 6432884"/>
              <a:gd name="connsiteX4" fmla="*/ 4823792 w 7961381"/>
              <a:gd name="connsiteY4" fmla="*/ 0 h 6432884"/>
              <a:gd name="connsiteX0" fmla="*/ 5049079 w 8186668"/>
              <a:gd name="connsiteY0" fmla="*/ 0 h 6432884"/>
              <a:gd name="connsiteX1" fmla="*/ 8186668 w 8186668"/>
              <a:gd name="connsiteY1" fmla="*/ 0 h 6432884"/>
              <a:gd name="connsiteX2" fmla="*/ 8186668 w 8186668"/>
              <a:gd name="connsiteY2" fmla="*/ 6432884 h 6432884"/>
              <a:gd name="connsiteX3" fmla="*/ 0 w 8186668"/>
              <a:gd name="connsiteY3" fmla="*/ 6379876 h 6432884"/>
              <a:gd name="connsiteX4" fmla="*/ 5049079 w 8186668"/>
              <a:gd name="connsiteY4" fmla="*/ 0 h 6432884"/>
              <a:gd name="connsiteX0" fmla="*/ 5102088 w 8239677"/>
              <a:gd name="connsiteY0" fmla="*/ 0 h 6432884"/>
              <a:gd name="connsiteX1" fmla="*/ 8239677 w 8239677"/>
              <a:gd name="connsiteY1" fmla="*/ 0 h 6432884"/>
              <a:gd name="connsiteX2" fmla="*/ 8239677 w 8239677"/>
              <a:gd name="connsiteY2" fmla="*/ 6432884 h 6432884"/>
              <a:gd name="connsiteX3" fmla="*/ 0 w 8239677"/>
              <a:gd name="connsiteY3" fmla="*/ 6393128 h 6432884"/>
              <a:gd name="connsiteX4" fmla="*/ 5102088 w 8239677"/>
              <a:gd name="connsiteY4" fmla="*/ 0 h 6432884"/>
              <a:gd name="connsiteX0" fmla="*/ 5093699 w 8231288"/>
              <a:gd name="connsiteY0" fmla="*/ 0 h 6435073"/>
              <a:gd name="connsiteX1" fmla="*/ 8231288 w 8231288"/>
              <a:gd name="connsiteY1" fmla="*/ 0 h 6435073"/>
              <a:gd name="connsiteX2" fmla="*/ 8231288 w 8231288"/>
              <a:gd name="connsiteY2" fmla="*/ 6432884 h 6435073"/>
              <a:gd name="connsiteX3" fmla="*/ 0 w 8231288"/>
              <a:gd name="connsiteY3" fmla="*/ 6435073 h 6435073"/>
              <a:gd name="connsiteX4" fmla="*/ 5093699 w 8231288"/>
              <a:gd name="connsiteY4" fmla="*/ 0 h 6435073"/>
              <a:gd name="connsiteX0" fmla="*/ 5093699 w 8231288"/>
              <a:gd name="connsiteY0" fmla="*/ 0 h 6435073"/>
              <a:gd name="connsiteX1" fmla="*/ 6242067 w 8231288"/>
              <a:gd name="connsiteY1" fmla="*/ 0 h 6435073"/>
              <a:gd name="connsiteX2" fmla="*/ 8231288 w 8231288"/>
              <a:gd name="connsiteY2" fmla="*/ 6432884 h 6435073"/>
              <a:gd name="connsiteX3" fmla="*/ 0 w 8231288"/>
              <a:gd name="connsiteY3" fmla="*/ 6435073 h 6435073"/>
              <a:gd name="connsiteX4" fmla="*/ 5093699 w 8231288"/>
              <a:gd name="connsiteY4" fmla="*/ 0 h 6435073"/>
              <a:gd name="connsiteX0" fmla="*/ 5093699 w 6274151"/>
              <a:gd name="connsiteY0" fmla="*/ 0 h 6435073"/>
              <a:gd name="connsiteX1" fmla="*/ 6242067 w 6274151"/>
              <a:gd name="connsiteY1" fmla="*/ 0 h 6435073"/>
              <a:gd name="connsiteX2" fmla="*/ 6274151 w 6274151"/>
              <a:gd name="connsiteY2" fmla="*/ 6432884 h 6435073"/>
              <a:gd name="connsiteX3" fmla="*/ 0 w 6274151"/>
              <a:gd name="connsiteY3" fmla="*/ 6435073 h 6435073"/>
              <a:gd name="connsiteX4" fmla="*/ 5093699 w 6274151"/>
              <a:gd name="connsiteY4" fmla="*/ 0 h 6435073"/>
              <a:gd name="connsiteX0" fmla="*/ 5093699 w 6274151"/>
              <a:gd name="connsiteY0" fmla="*/ 0 h 6435073"/>
              <a:gd name="connsiteX1" fmla="*/ 6258109 w 6274151"/>
              <a:gd name="connsiteY1" fmla="*/ 16042 h 6435073"/>
              <a:gd name="connsiteX2" fmla="*/ 6274151 w 6274151"/>
              <a:gd name="connsiteY2" fmla="*/ 6432884 h 6435073"/>
              <a:gd name="connsiteX3" fmla="*/ 0 w 6274151"/>
              <a:gd name="connsiteY3" fmla="*/ 6435073 h 6435073"/>
              <a:gd name="connsiteX4" fmla="*/ 5093699 w 6274151"/>
              <a:gd name="connsiteY4" fmla="*/ 0 h 6435073"/>
              <a:gd name="connsiteX0" fmla="*/ 5093699 w 6284424"/>
              <a:gd name="connsiteY0" fmla="*/ 542 h 6435615"/>
              <a:gd name="connsiteX1" fmla="*/ 6283509 w 6284424"/>
              <a:gd name="connsiteY1" fmla="*/ 1688 h 6435615"/>
              <a:gd name="connsiteX2" fmla="*/ 6274151 w 6284424"/>
              <a:gd name="connsiteY2" fmla="*/ 6433426 h 6435615"/>
              <a:gd name="connsiteX3" fmla="*/ 0 w 6284424"/>
              <a:gd name="connsiteY3" fmla="*/ 6435615 h 6435615"/>
              <a:gd name="connsiteX4" fmla="*/ 5093699 w 6284424"/>
              <a:gd name="connsiteY4" fmla="*/ 542 h 6435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84424" h="6435615">
                <a:moveTo>
                  <a:pt x="5093699" y="542"/>
                </a:moveTo>
                <a:cubicBezTo>
                  <a:pt x="5481836" y="5889"/>
                  <a:pt x="5895372" y="-3659"/>
                  <a:pt x="6283509" y="1688"/>
                </a:cubicBezTo>
                <a:cubicBezTo>
                  <a:pt x="6288856" y="2140635"/>
                  <a:pt x="6268804" y="4294479"/>
                  <a:pt x="6274151" y="6433426"/>
                </a:cubicBezTo>
                <a:lnTo>
                  <a:pt x="0" y="6435615"/>
                </a:lnTo>
                <a:lnTo>
                  <a:pt x="5093699" y="542"/>
                </a:lnTo>
                <a:close/>
              </a:path>
            </a:pathLst>
          </a:custGeom>
          <a:solidFill>
            <a:schemeClr val="tx1">
              <a:alpha val="1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ctr" anchorCtr="0" forceAA="0" compatLnSpc="1">
            <a:prstTxWarp prst="textNoShape">
              <a:avLst/>
            </a:prstTxWarp>
            <a:noAutofit/>
          </a:bodyPr>
          <a:lstStyle/>
          <a:p>
            <a:pPr marL="2921711" algn="ctr">
              <a:lnSpc>
                <a:spcPct val="110000"/>
              </a:lnSpc>
              <a:spcAft>
                <a:spcPts val="900"/>
              </a:spcAft>
            </a:pPr>
            <a:endParaRPr lang="en-US" sz="5998" spc="40">
              <a:solidFill>
                <a:schemeClr val="bg1"/>
              </a:solidFill>
              <a:latin typeface="Arial" charset="0"/>
            </a:endParaRPr>
          </a:p>
        </p:txBody>
      </p:sp>
      <p:sp>
        <p:nvSpPr>
          <p:cNvPr id="6" name="Rectangle 75">
            <a:extLst>
              <a:ext uri="{FF2B5EF4-FFF2-40B4-BE49-F238E27FC236}">
                <a16:creationId xmlns:a16="http://schemas.microsoft.com/office/drawing/2014/main" id="{5C85A318-0B68-C14F-A423-D3A70167276C}"/>
              </a:ext>
            </a:extLst>
          </p:cNvPr>
          <p:cNvSpPr/>
          <p:nvPr/>
        </p:nvSpPr>
        <p:spPr>
          <a:xfrm>
            <a:off x="4247821" y="565922"/>
            <a:ext cx="3207625" cy="6291184"/>
          </a:xfrm>
          <a:custGeom>
            <a:avLst/>
            <a:gdLst>
              <a:gd name="connsiteX0" fmla="*/ 0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0 w 5006146"/>
              <a:gd name="connsiteY4" fmla="*/ 0 h 6432884"/>
              <a:gd name="connsiteX0" fmla="*/ 1868557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1868557 w 5006146"/>
              <a:gd name="connsiteY4" fmla="*/ 0 h 6432884"/>
              <a:gd name="connsiteX0" fmla="*/ 4823792 w 7961381"/>
              <a:gd name="connsiteY0" fmla="*/ 0 h 6432884"/>
              <a:gd name="connsiteX1" fmla="*/ 7961381 w 7961381"/>
              <a:gd name="connsiteY1" fmla="*/ 0 h 6432884"/>
              <a:gd name="connsiteX2" fmla="*/ 7961381 w 7961381"/>
              <a:gd name="connsiteY2" fmla="*/ 6432884 h 6432884"/>
              <a:gd name="connsiteX3" fmla="*/ 0 w 7961381"/>
              <a:gd name="connsiteY3" fmla="*/ 6353371 h 6432884"/>
              <a:gd name="connsiteX4" fmla="*/ 4823792 w 7961381"/>
              <a:gd name="connsiteY4" fmla="*/ 0 h 6432884"/>
              <a:gd name="connsiteX0" fmla="*/ 5049079 w 8186668"/>
              <a:gd name="connsiteY0" fmla="*/ 0 h 6432884"/>
              <a:gd name="connsiteX1" fmla="*/ 8186668 w 8186668"/>
              <a:gd name="connsiteY1" fmla="*/ 0 h 6432884"/>
              <a:gd name="connsiteX2" fmla="*/ 8186668 w 8186668"/>
              <a:gd name="connsiteY2" fmla="*/ 6432884 h 6432884"/>
              <a:gd name="connsiteX3" fmla="*/ 0 w 8186668"/>
              <a:gd name="connsiteY3" fmla="*/ 6379876 h 6432884"/>
              <a:gd name="connsiteX4" fmla="*/ 5049079 w 8186668"/>
              <a:gd name="connsiteY4" fmla="*/ 0 h 6432884"/>
              <a:gd name="connsiteX0" fmla="*/ 5102088 w 8239677"/>
              <a:gd name="connsiteY0" fmla="*/ 0 h 6432884"/>
              <a:gd name="connsiteX1" fmla="*/ 8239677 w 8239677"/>
              <a:gd name="connsiteY1" fmla="*/ 0 h 6432884"/>
              <a:gd name="connsiteX2" fmla="*/ 8239677 w 8239677"/>
              <a:gd name="connsiteY2" fmla="*/ 6432884 h 6432884"/>
              <a:gd name="connsiteX3" fmla="*/ 0 w 8239677"/>
              <a:gd name="connsiteY3" fmla="*/ 6393128 h 6432884"/>
              <a:gd name="connsiteX4" fmla="*/ 5102088 w 8239677"/>
              <a:gd name="connsiteY4" fmla="*/ 0 h 6432884"/>
              <a:gd name="connsiteX0" fmla="*/ 5102088 w 8239677"/>
              <a:gd name="connsiteY0" fmla="*/ 0 h 6418433"/>
              <a:gd name="connsiteX1" fmla="*/ 8239677 w 8239677"/>
              <a:gd name="connsiteY1" fmla="*/ 0 h 6418433"/>
              <a:gd name="connsiteX2" fmla="*/ 363933 w 8239677"/>
              <a:gd name="connsiteY2" fmla="*/ 6418433 h 6418433"/>
              <a:gd name="connsiteX3" fmla="*/ 0 w 8239677"/>
              <a:gd name="connsiteY3" fmla="*/ 6393128 h 6418433"/>
              <a:gd name="connsiteX4" fmla="*/ 5102088 w 8239677"/>
              <a:gd name="connsiteY4" fmla="*/ 0 h 6418433"/>
              <a:gd name="connsiteX0" fmla="*/ 5102088 w 5479554"/>
              <a:gd name="connsiteY0" fmla="*/ 0 h 6418433"/>
              <a:gd name="connsiteX1" fmla="*/ 5479554 w 5479554"/>
              <a:gd name="connsiteY1" fmla="*/ 14451 h 6418433"/>
              <a:gd name="connsiteX2" fmla="*/ 363933 w 5479554"/>
              <a:gd name="connsiteY2" fmla="*/ 6418433 h 6418433"/>
              <a:gd name="connsiteX3" fmla="*/ 0 w 5479554"/>
              <a:gd name="connsiteY3" fmla="*/ 6393128 h 6418433"/>
              <a:gd name="connsiteX4" fmla="*/ 5102088 w 5479554"/>
              <a:gd name="connsiteY4" fmla="*/ 0 h 6418433"/>
              <a:gd name="connsiteX0" fmla="*/ 5120384 w 5497850"/>
              <a:gd name="connsiteY0" fmla="*/ 0 h 6448015"/>
              <a:gd name="connsiteX1" fmla="*/ 5497850 w 5497850"/>
              <a:gd name="connsiteY1" fmla="*/ 14451 h 6448015"/>
              <a:gd name="connsiteX2" fmla="*/ 382229 w 5497850"/>
              <a:gd name="connsiteY2" fmla="*/ 6418433 h 6448015"/>
              <a:gd name="connsiteX3" fmla="*/ 0 w 5497850"/>
              <a:gd name="connsiteY3" fmla="*/ 6448015 h 6448015"/>
              <a:gd name="connsiteX4" fmla="*/ 5120384 w 5497850"/>
              <a:gd name="connsiteY4" fmla="*/ 0 h 6448015"/>
              <a:gd name="connsiteX0" fmla="*/ 5120384 w 5497850"/>
              <a:gd name="connsiteY0" fmla="*/ 0 h 6448015"/>
              <a:gd name="connsiteX1" fmla="*/ 5497850 w 5497850"/>
              <a:gd name="connsiteY1" fmla="*/ 14451 h 6448015"/>
              <a:gd name="connsiteX2" fmla="*/ 418820 w 5497850"/>
              <a:gd name="connsiteY2" fmla="*/ 6436729 h 6448015"/>
              <a:gd name="connsiteX3" fmla="*/ 0 w 5497850"/>
              <a:gd name="connsiteY3" fmla="*/ 6448015 h 6448015"/>
              <a:gd name="connsiteX4" fmla="*/ 5120384 w 5497850"/>
              <a:gd name="connsiteY4" fmla="*/ 0 h 6448015"/>
              <a:gd name="connsiteX0" fmla="*/ 5129532 w 5506998"/>
              <a:gd name="connsiteY0" fmla="*/ 0 h 6438867"/>
              <a:gd name="connsiteX1" fmla="*/ 5506998 w 5506998"/>
              <a:gd name="connsiteY1" fmla="*/ 14451 h 6438867"/>
              <a:gd name="connsiteX2" fmla="*/ 427968 w 5506998"/>
              <a:gd name="connsiteY2" fmla="*/ 6436729 h 6438867"/>
              <a:gd name="connsiteX3" fmla="*/ 0 w 5506998"/>
              <a:gd name="connsiteY3" fmla="*/ 6438867 h 6438867"/>
              <a:gd name="connsiteX4" fmla="*/ 5129532 w 5506998"/>
              <a:gd name="connsiteY4" fmla="*/ 0 h 6438867"/>
              <a:gd name="connsiteX0" fmla="*/ 5129532 w 5506998"/>
              <a:gd name="connsiteY0" fmla="*/ 0 h 6438867"/>
              <a:gd name="connsiteX1" fmla="*/ 5506998 w 5506998"/>
              <a:gd name="connsiteY1" fmla="*/ 14451 h 6438867"/>
              <a:gd name="connsiteX2" fmla="*/ 427968 w 5506998"/>
              <a:gd name="connsiteY2" fmla="*/ 6436729 h 6438867"/>
              <a:gd name="connsiteX3" fmla="*/ 0 w 5506998"/>
              <a:gd name="connsiteY3" fmla="*/ 6438867 h 6438867"/>
              <a:gd name="connsiteX4" fmla="*/ 5129532 w 5506998"/>
              <a:gd name="connsiteY4" fmla="*/ 0 h 6438867"/>
              <a:gd name="connsiteX0" fmla="*/ 5129532 w 5517385"/>
              <a:gd name="connsiteY0" fmla="*/ 0 h 6438867"/>
              <a:gd name="connsiteX1" fmla="*/ 5517385 w 5517385"/>
              <a:gd name="connsiteY1" fmla="*/ 4705 h 6438867"/>
              <a:gd name="connsiteX2" fmla="*/ 427968 w 5517385"/>
              <a:gd name="connsiteY2" fmla="*/ 6436729 h 6438867"/>
              <a:gd name="connsiteX3" fmla="*/ 0 w 5517385"/>
              <a:gd name="connsiteY3" fmla="*/ 6438867 h 6438867"/>
              <a:gd name="connsiteX4" fmla="*/ 5129532 w 5517385"/>
              <a:gd name="connsiteY4" fmla="*/ 0 h 643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7385" h="6438867">
                <a:moveTo>
                  <a:pt x="5129532" y="0"/>
                </a:moveTo>
                <a:lnTo>
                  <a:pt x="5517385" y="4705"/>
                </a:lnTo>
                <a:lnTo>
                  <a:pt x="427968" y="6436729"/>
                </a:lnTo>
                <a:lnTo>
                  <a:pt x="0" y="6438867"/>
                </a:lnTo>
                <a:lnTo>
                  <a:pt x="5129532" y="0"/>
                </a:lnTo>
                <a:close/>
              </a:path>
            </a:pathLst>
          </a:custGeom>
          <a:solidFill>
            <a:schemeClr val="tx1">
              <a:alpha val="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ctr" anchorCtr="0" forceAA="0" compatLnSpc="1">
            <a:prstTxWarp prst="textNoShape">
              <a:avLst/>
            </a:prstTxWarp>
            <a:noAutofit/>
          </a:bodyPr>
          <a:lstStyle/>
          <a:p>
            <a:pPr marL="2921711" algn="ctr">
              <a:lnSpc>
                <a:spcPct val="110000"/>
              </a:lnSpc>
              <a:spcAft>
                <a:spcPts val="900"/>
              </a:spcAft>
            </a:pPr>
            <a:endParaRPr lang="en-US" sz="5998" spc="40">
              <a:solidFill>
                <a:schemeClr val="bg1"/>
              </a:solidFill>
              <a:latin typeface="Arial" charset="0"/>
            </a:endParaRPr>
          </a:p>
        </p:txBody>
      </p:sp>
      <p:sp>
        <p:nvSpPr>
          <p:cNvPr id="2" name="TextBox 1">
            <a:extLst>
              <a:ext uri="{FF2B5EF4-FFF2-40B4-BE49-F238E27FC236}">
                <a16:creationId xmlns:a16="http://schemas.microsoft.com/office/drawing/2014/main" id="{EBE3BB49-80BE-8842-B997-6FBC42AC1582}"/>
              </a:ext>
            </a:extLst>
          </p:cNvPr>
          <p:cNvSpPr txBox="1"/>
          <p:nvPr/>
        </p:nvSpPr>
        <p:spPr>
          <a:xfrm>
            <a:off x="-747950" y="3334352"/>
            <a:ext cx="0" cy="0"/>
          </a:xfrm>
          <a:prstGeom prst="rect">
            <a:avLst/>
          </a:prstGeom>
          <a:noFill/>
        </p:spPr>
        <p:txBody>
          <a:bodyPr wrap="none" lIns="0" tIns="0" rIns="0" bIns="0" rtlCol="0">
            <a:noAutofit/>
          </a:bodyPr>
          <a:lstStyle/>
          <a:p>
            <a:pPr>
              <a:lnSpc>
                <a:spcPct val="110000"/>
              </a:lnSpc>
              <a:spcAft>
                <a:spcPts val="900"/>
              </a:spcAft>
            </a:pPr>
            <a:endParaRPr lang="en-US" sz="1999" b="0" spc="40" err="1">
              <a:solidFill>
                <a:srgbClr val="000000"/>
              </a:solidFill>
              <a:latin typeface="Arial" charset="0"/>
            </a:endParaRPr>
          </a:p>
        </p:txBody>
      </p:sp>
      <p:sp>
        <p:nvSpPr>
          <p:cNvPr id="25" name="Rectangle 24">
            <a:extLst>
              <a:ext uri="{FF2B5EF4-FFF2-40B4-BE49-F238E27FC236}">
                <a16:creationId xmlns:a16="http://schemas.microsoft.com/office/drawing/2014/main" id="{B17A60A9-6245-4226-BA6B-78B28828CE49}"/>
              </a:ext>
            </a:extLst>
          </p:cNvPr>
          <p:cNvSpPr/>
          <p:nvPr/>
        </p:nvSpPr>
        <p:spPr>
          <a:xfrm>
            <a:off x="8376744" y="0"/>
            <a:ext cx="3799563" cy="6856214"/>
          </a:xfrm>
          <a:prstGeom prst="rect">
            <a:avLst/>
          </a:prstGeom>
          <a:solidFill>
            <a:srgbClr val="CECECE"/>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t" anchorCtr="0" forceAA="0" compatLnSpc="1">
            <a:prstTxWarp prst="textNoShape">
              <a:avLst/>
            </a:prstTxWarp>
            <a:noAutofit/>
          </a:bodyPr>
          <a:lstStyle/>
          <a:p>
            <a:pPr algn="ctr">
              <a:lnSpc>
                <a:spcPct val="110000"/>
              </a:lnSpc>
              <a:spcAft>
                <a:spcPts val="900"/>
              </a:spcAft>
            </a:pPr>
            <a:endParaRPr lang="en-US" sz="1999" spc="40">
              <a:solidFill>
                <a:srgbClr val="000000"/>
              </a:solidFill>
              <a:latin typeface="Arial" charset="0"/>
            </a:endParaRPr>
          </a:p>
        </p:txBody>
      </p:sp>
      <p:sp>
        <p:nvSpPr>
          <p:cNvPr id="26" name="Title 1">
            <a:extLst>
              <a:ext uri="{FF2B5EF4-FFF2-40B4-BE49-F238E27FC236}">
                <a16:creationId xmlns:a16="http://schemas.microsoft.com/office/drawing/2014/main" id="{E6BEB3AC-7368-4352-8308-A3DF2C8B06FC}"/>
              </a:ext>
            </a:extLst>
          </p:cNvPr>
          <p:cNvSpPr txBox="1">
            <a:spLocks/>
          </p:cNvSpPr>
          <p:nvPr/>
        </p:nvSpPr>
        <p:spPr>
          <a:xfrm>
            <a:off x="736840" y="452673"/>
            <a:ext cx="6861172" cy="498475"/>
          </a:xfrm>
          <a:prstGeom prst="rect">
            <a:avLst/>
          </a:prstGeom>
        </p:spPr>
        <p:txBody>
          <a:bodyPr/>
          <a:lstStyle>
            <a:lvl1pPr algn="l" rtl="0" eaLnBrk="1" fontAlgn="base" hangingPunct="1">
              <a:lnSpc>
                <a:spcPts val="32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r>
              <a:rPr lang="en-US" kern="0"/>
              <a:t>User Satisfaction</a:t>
            </a:r>
          </a:p>
        </p:txBody>
      </p:sp>
      <p:sp>
        <p:nvSpPr>
          <p:cNvPr id="27" name="Title 4">
            <a:extLst>
              <a:ext uri="{FF2B5EF4-FFF2-40B4-BE49-F238E27FC236}">
                <a16:creationId xmlns:a16="http://schemas.microsoft.com/office/drawing/2014/main" id="{FBF1A865-3CB5-4A0A-8353-484B886EAB71}"/>
              </a:ext>
            </a:extLst>
          </p:cNvPr>
          <p:cNvSpPr txBox="1">
            <a:spLocks/>
          </p:cNvSpPr>
          <p:nvPr/>
        </p:nvSpPr>
        <p:spPr bwMode="auto">
          <a:xfrm>
            <a:off x="1795225" y="1418001"/>
            <a:ext cx="1627289" cy="41750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1" fontAlgn="base" hangingPunct="1">
              <a:lnSpc>
                <a:spcPts val="32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pPr defTabSz="914126">
              <a:lnSpc>
                <a:spcPts val="3199"/>
              </a:lnSpc>
              <a:defRPr/>
            </a:pPr>
            <a:r>
              <a:rPr lang="en-US" sz="1999" b="0" kern="0">
                <a:solidFill>
                  <a:schemeClr val="tx1">
                    <a:lumMod val="50000"/>
                    <a:lumOff val="50000"/>
                  </a:schemeClr>
                </a:solidFill>
                <a:latin typeface="Arial Narrow" panose="020B0606020202030204" pitchFamily="34" charset="0"/>
              </a:rPr>
              <a:t>Before</a:t>
            </a:r>
            <a:endParaRPr lang="en-US" sz="2799" b="0" kern="0">
              <a:solidFill>
                <a:schemeClr val="tx1">
                  <a:lumMod val="50000"/>
                  <a:lumOff val="50000"/>
                </a:schemeClr>
              </a:solidFill>
              <a:latin typeface="Arial Narrow" panose="020B0606020202030204" pitchFamily="34" charset="0"/>
            </a:endParaRPr>
          </a:p>
        </p:txBody>
      </p:sp>
      <p:sp>
        <p:nvSpPr>
          <p:cNvPr id="28" name="Title 4">
            <a:extLst>
              <a:ext uri="{FF2B5EF4-FFF2-40B4-BE49-F238E27FC236}">
                <a16:creationId xmlns:a16="http://schemas.microsoft.com/office/drawing/2014/main" id="{46C4E3B3-C0B4-496C-B077-D366F6E32B82}"/>
              </a:ext>
            </a:extLst>
          </p:cNvPr>
          <p:cNvSpPr txBox="1">
            <a:spLocks/>
          </p:cNvSpPr>
          <p:nvPr/>
        </p:nvSpPr>
        <p:spPr bwMode="auto">
          <a:xfrm>
            <a:off x="1779648" y="1604720"/>
            <a:ext cx="3580327" cy="1168879"/>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rtl="0" eaLnBrk="1" fontAlgn="base" hangingPunct="1">
              <a:lnSpc>
                <a:spcPts val="32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pPr lvl="0">
              <a:defRPr/>
            </a:pPr>
            <a:r>
              <a:rPr lang="en-US" sz="7200" kern="0">
                <a:solidFill>
                  <a:schemeClr val="tx1">
                    <a:lumMod val="50000"/>
                    <a:lumOff val="50000"/>
                  </a:schemeClr>
                </a:solidFill>
              </a:rPr>
              <a:t>71.2</a:t>
            </a:r>
            <a:r>
              <a:rPr lang="en-US" sz="5400" b="0" kern="0">
                <a:solidFill>
                  <a:schemeClr val="tx1">
                    <a:lumMod val="50000"/>
                    <a:lumOff val="50000"/>
                  </a:schemeClr>
                </a:solidFill>
              </a:rPr>
              <a:t>%</a:t>
            </a:r>
            <a:endParaRPr lang="en-US" sz="7200" b="0" kern="0">
              <a:solidFill>
                <a:schemeClr val="tx1">
                  <a:lumMod val="50000"/>
                  <a:lumOff val="50000"/>
                </a:schemeClr>
              </a:solidFill>
            </a:endParaRPr>
          </a:p>
        </p:txBody>
      </p:sp>
      <p:sp>
        <p:nvSpPr>
          <p:cNvPr id="29" name="Title 4">
            <a:extLst>
              <a:ext uri="{FF2B5EF4-FFF2-40B4-BE49-F238E27FC236}">
                <a16:creationId xmlns:a16="http://schemas.microsoft.com/office/drawing/2014/main" id="{F366D025-8717-4155-91AC-BFED22CE64DD}"/>
              </a:ext>
            </a:extLst>
          </p:cNvPr>
          <p:cNvSpPr txBox="1">
            <a:spLocks/>
          </p:cNvSpPr>
          <p:nvPr/>
        </p:nvSpPr>
        <p:spPr bwMode="auto">
          <a:xfrm>
            <a:off x="8263186" y="1418001"/>
            <a:ext cx="1627289" cy="41750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1" fontAlgn="base" hangingPunct="1">
              <a:lnSpc>
                <a:spcPts val="32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pPr defTabSz="914126">
              <a:lnSpc>
                <a:spcPts val="3199"/>
              </a:lnSpc>
              <a:defRPr/>
            </a:pPr>
            <a:r>
              <a:rPr lang="en-US" sz="1999" b="0" kern="0">
                <a:solidFill>
                  <a:schemeClr val="tx1">
                    <a:lumMod val="85000"/>
                    <a:lumOff val="15000"/>
                  </a:schemeClr>
                </a:solidFill>
                <a:latin typeface="Arial Narrow" panose="020B0606020202030204" pitchFamily="34" charset="0"/>
              </a:rPr>
              <a:t>After</a:t>
            </a:r>
            <a:endParaRPr lang="en-US" sz="2799" b="0" kern="0">
              <a:solidFill>
                <a:schemeClr val="tx1">
                  <a:lumMod val="85000"/>
                  <a:lumOff val="15000"/>
                </a:schemeClr>
              </a:solidFill>
              <a:latin typeface="Arial Narrow" panose="020B0606020202030204" pitchFamily="34" charset="0"/>
            </a:endParaRPr>
          </a:p>
        </p:txBody>
      </p:sp>
      <p:sp>
        <p:nvSpPr>
          <p:cNvPr id="30" name="Title 4">
            <a:extLst>
              <a:ext uri="{FF2B5EF4-FFF2-40B4-BE49-F238E27FC236}">
                <a16:creationId xmlns:a16="http://schemas.microsoft.com/office/drawing/2014/main" id="{7D069F6E-C1E9-4311-97BF-408A4B20B036}"/>
              </a:ext>
            </a:extLst>
          </p:cNvPr>
          <p:cNvSpPr txBox="1">
            <a:spLocks/>
          </p:cNvSpPr>
          <p:nvPr/>
        </p:nvSpPr>
        <p:spPr bwMode="auto">
          <a:xfrm>
            <a:off x="8247609" y="1604720"/>
            <a:ext cx="3080295" cy="1168879"/>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rtl="0" eaLnBrk="1" fontAlgn="base" hangingPunct="1">
              <a:lnSpc>
                <a:spcPts val="32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pPr lvl="0">
              <a:defRPr/>
            </a:pPr>
            <a:r>
              <a:rPr lang="en-US" sz="7200" kern="0">
                <a:solidFill>
                  <a:schemeClr val="tx1">
                    <a:lumMod val="85000"/>
                    <a:lumOff val="15000"/>
                  </a:schemeClr>
                </a:solidFill>
              </a:rPr>
              <a:t>75.0</a:t>
            </a:r>
            <a:r>
              <a:rPr lang="en-US" sz="5400" b="0" kern="0">
                <a:solidFill>
                  <a:schemeClr val="tx1">
                    <a:lumMod val="85000"/>
                    <a:lumOff val="15000"/>
                  </a:schemeClr>
                </a:solidFill>
              </a:rPr>
              <a:t>%</a:t>
            </a:r>
            <a:endParaRPr lang="en-US" sz="7200" b="0" kern="0">
              <a:solidFill>
                <a:schemeClr val="tx1">
                  <a:lumMod val="85000"/>
                  <a:lumOff val="15000"/>
                </a:schemeClr>
              </a:solidFill>
            </a:endParaRPr>
          </a:p>
        </p:txBody>
      </p:sp>
      <p:sp>
        <p:nvSpPr>
          <p:cNvPr id="31" name="Text Placeholder 3">
            <a:extLst>
              <a:ext uri="{FF2B5EF4-FFF2-40B4-BE49-F238E27FC236}">
                <a16:creationId xmlns:a16="http://schemas.microsoft.com/office/drawing/2014/main" id="{8CFA0DA9-0498-450D-ABB4-8C7F381F6467}"/>
              </a:ext>
            </a:extLst>
          </p:cNvPr>
          <p:cNvSpPr txBox="1">
            <a:spLocks/>
          </p:cNvSpPr>
          <p:nvPr/>
        </p:nvSpPr>
        <p:spPr>
          <a:xfrm>
            <a:off x="718344" y="3332155"/>
            <a:ext cx="4581631" cy="3011738"/>
          </a:xfrm>
          <a:prstGeom prst="rect">
            <a:avLst/>
          </a:prstGeom>
        </p:spPr>
        <p:txBody>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There is a lot of different field you have to click, </a:t>
            </a:r>
            <a:br>
              <a:rPr lang="en-US" sz="1400" kern="0">
                <a:solidFill>
                  <a:schemeClr val="tx1">
                    <a:lumMod val="75000"/>
                    <a:lumOff val="25000"/>
                  </a:schemeClr>
                </a:solidFill>
                <a:latin typeface="Arial Narrow" panose="020B0606020202030204" pitchFamily="34" charset="0"/>
              </a:rPr>
            </a:br>
            <a:r>
              <a:rPr lang="en-US" sz="1400" kern="0">
                <a:solidFill>
                  <a:schemeClr val="tx1">
                    <a:lumMod val="75000"/>
                    <a:lumOff val="25000"/>
                  </a:schemeClr>
                </a:solidFill>
                <a:latin typeface="Arial Narrow" panose="020B0606020202030204" pitchFamily="34" charset="0"/>
              </a:rPr>
              <a:t>you need to jump around</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Exporting issues, I have to workaround</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It is not great, but it is what we have</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It does the job it needs to do but it could be better, </a:t>
            </a:r>
            <a:br>
              <a:rPr lang="en-US" sz="1400" kern="0">
                <a:solidFill>
                  <a:schemeClr val="tx1">
                    <a:lumMod val="75000"/>
                    <a:lumOff val="25000"/>
                  </a:schemeClr>
                </a:solidFill>
                <a:latin typeface="Arial Narrow" panose="020B0606020202030204" pitchFamily="34" charset="0"/>
              </a:rPr>
            </a:br>
            <a:r>
              <a:rPr lang="en-US" sz="1400" kern="0">
                <a:solidFill>
                  <a:schemeClr val="tx1">
                    <a:lumMod val="75000"/>
                    <a:lumOff val="25000"/>
                  </a:schemeClr>
                </a:solidFill>
                <a:latin typeface="Arial Narrow" panose="020B0606020202030204" pitchFamily="34" charset="0"/>
              </a:rPr>
              <a:t>more efficient</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Some parts that irritating, kicking you out, </a:t>
            </a:r>
            <a:br>
              <a:rPr lang="en-US" sz="1400" kern="0">
                <a:solidFill>
                  <a:schemeClr val="tx1">
                    <a:lumMod val="75000"/>
                    <a:lumOff val="25000"/>
                  </a:schemeClr>
                </a:solidFill>
                <a:latin typeface="Arial Narrow" panose="020B0606020202030204" pitchFamily="34" charset="0"/>
              </a:rPr>
            </a:br>
            <a:r>
              <a:rPr lang="en-US" sz="1400" kern="0">
                <a:solidFill>
                  <a:schemeClr val="tx1">
                    <a:lumMod val="75000"/>
                    <a:lumOff val="25000"/>
                  </a:schemeClr>
                </a:solidFill>
                <a:latin typeface="Arial Narrow" panose="020B0606020202030204" pitchFamily="34" charset="0"/>
              </a:rPr>
              <a:t>you have to hit okay billion times</a:t>
            </a:r>
          </a:p>
        </p:txBody>
      </p:sp>
      <p:sp>
        <p:nvSpPr>
          <p:cNvPr id="14" name="Text Placeholder 3">
            <a:extLst>
              <a:ext uri="{FF2B5EF4-FFF2-40B4-BE49-F238E27FC236}">
                <a16:creationId xmlns:a16="http://schemas.microsoft.com/office/drawing/2014/main" id="{C25DAE67-B36A-4AF1-9F03-0080AC32A33B}"/>
              </a:ext>
            </a:extLst>
          </p:cNvPr>
          <p:cNvSpPr txBox="1">
            <a:spLocks/>
          </p:cNvSpPr>
          <p:nvPr/>
        </p:nvSpPr>
        <p:spPr>
          <a:xfrm>
            <a:off x="7020886" y="3332155"/>
            <a:ext cx="4581631" cy="1804920"/>
          </a:xfrm>
          <a:prstGeom prst="rect">
            <a:avLst/>
          </a:prstGeom>
        </p:spPr>
        <p:txBody>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Working fairly efficiently for the work that I am doing</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Mostly like it but there are a few things could be improved</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Still small enhancement pretty sure they are working on, but small stuff could be better user experience</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I don't feel the notes, they are not convenient</a:t>
            </a:r>
          </a:p>
        </p:txBody>
      </p:sp>
    </p:spTree>
    <p:extLst>
      <p:ext uri="{BB962C8B-B14F-4D97-AF65-F5344CB8AC3E}">
        <p14:creationId xmlns:p14="http://schemas.microsoft.com/office/powerpoint/2010/main" val="35285696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72751F-5973-0A46-BBB4-3E06AB5C9E26}"/>
              </a:ext>
            </a:extLst>
          </p:cNvPr>
          <p:cNvSpPr/>
          <p:nvPr/>
        </p:nvSpPr>
        <p:spPr>
          <a:xfrm>
            <a:off x="1587" y="893"/>
            <a:ext cx="12185651" cy="6856214"/>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t" anchorCtr="0" forceAA="0" compatLnSpc="1">
            <a:prstTxWarp prst="textNoShape">
              <a:avLst/>
            </a:prstTxWarp>
            <a:noAutofit/>
          </a:bodyPr>
          <a:lstStyle/>
          <a:p>
            <a:pPr algn="ctr">
              <a:lnSpc>
                <a:spcPct val="110000"/>
              </a:lnSpc>
              <a:spcAft>
                <a:spcPts val="900"/>
              </a:spcAft>
            </a:pPr>
            <a:endParaRPr lang="en-US" sz="1999" spc="40">
              <a:solidFill>
                <a:srgbClr val="000000"/>
              </a:solidFill>
              <a:latin typeface="Arial" charset="0"/>
            </a:endParaRPr>
          </a:p>
        </p:txBody>
      </p:sp>
      <p:sp>
        <p:nvSpPr>
          <p:cNvPr id="7" name="Rectangle 75">
            <a:extLst>
              <a:ext uri="{FF2B5EF4-FFF2-40B4-BE49-F238E27FC236}">
                <a16:creationId xmlns:a16="http://schemas.microsoft.com/office/drawing/2014/main" id="{925E044C-D174-4E42-94E4-3288FDC52C2E}"/>
              </a:ext>
            </a:extLst>
          </p:cNvPr>
          <p:cNvSpPr/>
          <p:nvPr/>
        </p:nvSpPr>
        <p:spPr>
          <a:xfrm>
            <a:off x="4493373" y="316"/>
            <a:ext cx="3975503" cy="6856792"/>
          </a:xfrm>
          <a:custGeom>
            <a:avLst/>
            <a:gdLst>
              <a:gd name="connsiteX0" fmla="*/ 0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0 w 5006146"/>
              <a:gd name="connsiteY4" fmla="*/ 0 h 6432884"/>
              <a:gd name="connsiteX0" fmla="*/ 1868557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1868557 w 5006146"/>
              <a:gd name="connsiteY4" fmla="*/ 0 h 6432884"/>
              <a:gd name="connsiteX0" fmla="*/ 4823792 w 7961381"/>
              <a:gd name="connsiteY0" fmla="*/ 0 h 6432884"/>
              <a:gd name="connsiteX1" fmla="*/ 7961381 w 7961381"/>
              <a:gd name="connsiteY1" fmla="*/ 0 h 6432884"/>
              <a:gd name="connsiteX2" fmla="*/ 7961381 w 7961381"/>
              <a:gd name="connsiteY2" fmla="*/ 6432884 h 6432884"/>
              <a:gd name="connsiteX3" fmla="*/ 0 w 7961381"/>
              <a:gd name="connsiteY3" fmla="*/ 6353371 h 6432884"/>
              <a:gd name="connsiteX4" fmla="*/ 4823792 w 7961381"/>
              <a:gd name="connsiteY4" fmla="*/ 0 h 6432884"/>
              <a:gd name="connsiteX0" fmla="*/ 5049079 w 8186668"/>
              <a:gd name="connsiteY0" fmla="*/ 0 h 6432884"/>
              <a:gd name="connsiteX1" fmla="*/ 8186668 w 8186668"/>
              <a:gd name="connsiteY1" fmla="*/ 0 h 6432884"/>
              <a:gd name="connsiteX2" fmla="*/ 8186668 w 8186668"/>
              <a:gd name="connsiteY2" fmla="*/ 6432884 h 6432884"/>
              <a:gd name="connsiteX3" fmla="*/ 0 w 8186668"/>
              <a:gd name="connsiteY3" fmla="*/ 6379876 h 6432884"/>
              <a:gd name="connsiteX4" fmla="*/ 5049079 w 8186668"/>
              <a:gd name="connsiteY4" fmla="*/ 0 h 6432884"/>
              <a:gd name="connsiteX0" fmla="*/ 5102088 w 8239677"/>
              <a:gd name="connsiteY0" fmla="*/ 0 h 6432884"/>
              <a:gd name="connsiteX1" fmla="*/ 8239677 w 8239677"/>
              <a:gd name="connsiteY1" fmla="*/ 0 h 6432884"/>
              <a:gd name="connsiteX2" fmla="*/ 8239677 w 8239677"/>
              <a:gd name="connsiteY2" fmla="*/ 6432884 h 6432884"/>
              <a:gd name="connsiteX3" fmla="*/ 0 w 8239677"/>
              <a:gd name="connsiteY3" fmla="*/ 6393128 h 6432884"/>
              <a:gd name="connsiteX4" fmla="*/ 5102088 w 8239677"/>
              <a:gd name="connsiteY4" fmla="*/ 0 h 6432884"/>
              <a:gd name="connsiteX0" fmla="*/ 5093699 w 8231288"/>
              <a:gd name="connsiteY0" fmla="*/ 0 h 6435073"/>
              <a:gd name="connsiteX1" fmla="*/ 8231288 w 8231288"/>
              <a:gd name="connsiteY1" fmla="*/ 0 h 6435073"/>
              <a:gd name="connsiteX2" fmla="*/ 8231288 w 8231288"/>
              <a:gd name="connsiteY2" fmla="*/ 6432884 h 6435073"/>
              <a:gd name="connsiteX3" fmla="*/ 0 w 8231288"/>
              <a:gd name="connsiteY3" fmla="*/ 6435073 h 6435073"/>
              <a:gd name="connsiteX4" fmla="*/ 5093699 w 8231288"/>
              <a:gd name="connsiteY4" fmla="*/ 0 h 6435073"/>
              <a:gd name="connsiteX0" fmla="*/ 5093699 w 8231288"/>
              <a:gd name="connsiteY0" fmla="*/ 0 h 6435073"/>
              <a:gd name="connsiteX1" fmla="*/ 6242067 w 8231288"/>
              <a:gd name="connsiteY1" fmla="*/ 0 h 6435073"/>
              <a:gd name="connsiteX2" fmla="*/ 8231288 w 8231288"/>
              <a:gd name="connsiteY2" fmla="*/ 6432884 h 6435073"/>
              <a:gd name="connsiteX3" fmla="*/ 0 w 8231288"/>
              <a:gd name="connsiteY3" fmla="*/ 6435073 h 6435073"/>
              <a:gd name="connsiteX4" fmla="*/ 5093699 w 8231288"/>
              <a:gd name="connsiteY4" fmla="*/ 0 h 6435073"/>
              <a:gd name="connsiteX0" fmla="*/ 5093699 w 6274151"/>
              <a:gd name="connsiteY0" fmla="*/ 0 h 6435073"/>
              <a:gd name="connsiteX1" fmla="*/ 6242067 w 6274151"/>
              <a:gd name="connsiteY1" fmla="*/ 0 h 6435073"/>
              <a:gd name="connsiteX2" fmla="*/ 6274151 w 6274151"/>
              <a:gd name="connsiteY2" fmla="*/ 6432884 h 6435073"/>
              <a:gd name="connsiteX3" fmla="*/ 0 w 6274151"/>
              <a:gd name="connsiteY3" fmla="*/ 6435073 h 6435073"/>
              <a:gd name="connsiteX4" fmla="*/ 5093699 w 6274151"/>
              <a:gd name="connsiteY4" fmla="*/ 0 h 6435073"/>
              <a:gd name="connsiteX0" fmla="*/ 5093699 w 6274151"/>
              <a:gd name="connsiteY0" fmla="*/ 0 h 6435073"/>
              <a:gd name="connsiteX1" fmla="*/ 6258109 w 6274151"/>
              <a:gd name="connsiteY1" fmla="*/ 16042 h 6435073"/>
              <a:gd name="connsiteX2" fmla="*/ 6274151 w 6274151"/>
              <a:gd name="connsiteY2" fmla="*/ 6432884 h 6435073"/>
              <a:gd name="connsiteX3" fmla="*/ 0 w 6274151"/>
              <a:gd name="connsiteY3" fmla="*/ 6435073 h 6435073"/>
              <a:gd name="connsiteX4" fmla="*/ 5093699 w 6274151"/>
              <a:gd name="connsiteY4" fmla="*/ 0 h 6435073"/>
              <a:gd name="connsiteX0" fmla="*/ 5093699 w 6284424"/>
              <a:gd name="connsiteY0" fmla="*/ 542 h 6435615"/>
              <a:gd name="connsiteX1" fmla="*/ 6283509 w 6284424"/>
              <a:gd name="connsiteY1" fmla="*/ 1688 h 6435615"/>
              <a:gd name="connsiteX2" fmla="*/ 6274151 w 6284424"/>
              <a:gd name="connsiteY2" fmla="*/ 6433426 h 6435615"/>
              <a:gd name="connsiteX3" fmla="*/ 0 w 6284424"/>
              <a:gd name="connsiteY3" fmla="*/ 6435615 h 6435615"/>
              <a:gd name="connsiteX4" fmla="*/ 5093699 w 6284424"/>
              <a:gd name="connsiteY4" fmla="*/ 542 h 6435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84424" h="6435615">
                <a:moveTo>
                  <a:pt x="5093699" y="542"/>
                </a:moveTo>
                <a:cubicBezTo>
                  <a:pt x="5481836" y="5889"/>
                  <a:pt x="5895372" y="-3659"/>
                  <a:pt x="6283509" y="1688"/>
                </a:cubicBezTo>
                <a:cubicBezTo>
                  <a:pt x="6288856" y="2140635"/>
                  <a:pt x="6268804" y="4294479"/>
                  <a:pt x="6274151" y="6433426"/>
                </a:cubicBezTo>
                <a:lnTo>
                  <a:pt x="0" y="6435615"/>
                </a:lnTo>
                <a:lnTo>
                  <a:pt x="5093699" y="542"/>
                </a:lnTo>
                <a:close/>
              </a:path>
            </a:pathLst>
          </a:custGeom>
          <a:solidFill>
            <a:schemeClr val="tx1">
              <a:alpha val="1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ctr" anchorCtr="0" forceAA="0" compatLnSpc="1">
            <a:prstTxWarp prst="textNoShape">
              <a:avLst/>
            </a:prstTxWarp>
            <a:noAutofit/>
          </a:bodyPr>
          <a:lstStyle/>
          <a:p>
            <a:pPr marL="2921711" algn="ctr">
              <a:lnSpc>
                <a:spcPct val="110000"/>
              </a:lnSpc>
              <a:spcAft>
                <a:spcPts val="900"/>
              </a:spcAft>
            </a:pPr>
            <a:endParaRPr lang="en-US" sz="5998" spc="40">
              <a:solidFill>
                <a:schemeClr val="bg1"/>
              </a:solidFill>
              <a:latin typeface="Arial" charset="0"/>
            </a:endParaRPr>
          </a:p>
        </p:txBody>
      </p:sp>
      <p:sp>
        <p:nvSpPr>
          <p:cNvPr id="6" name="Rectangle 75">
            <a:extLst>
              <a:ext uri="{FF2B5EF4-FFF2-40B4-BE49-F238E27FC236}">
                <a16:creationId xmlns:a16="http://schemas.microsoft.com/office/drawing/2014/main" id="{5C85A318-0B68-C14F-A423-D3A70167276C}"/>
              </a:ext>
            </a:extLst>
          </p:cNvPr>
          <p:cNvSpPr/>
          <p:nvPr/>
        </p:nvSpPr>
        <p:spPr>
          <a:xfrm>
            <a:off x="4247821" y="565922"/>
            <a:ext cx="3207625" cy="6291184"/>
          </a:xfrm>
          <a:custGeom>
            <a:avLst/>
            <a:gdLst>
              <a:gd name="connsiteX0" fmla="*/ 0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0 w 5006146"/>
              <a:gd name="connsiteY4" fmla="*/ 0 h 6432884"/>
              <a:gd name="connsiteX0" fmla="*/ 1868557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1868557 w 5006146"/>
              <a:gd name="connsiteY4" fmla="*/ 0 h 6432884"/>
              <a:gd name="connsiteX0" fmla="*/ 4823792 w 7961381"/>
              <a:gd name="connsiteY0" fmla="*/ 0 h 6432884"/>
              <a:gd name="connsiteX1" fmla="*/ 7961381 w 7961381"/>
              <a:gd name="connsiteY1" fmla="*/ 0 h 6432884"/>
              <a:gd name="connsiteX2" fmla="*/ 7961381 w 7961381"/>
              <a:gd name="connsiteY2" fmla="*/ 6432884 h 6432884"/>
              <a:gd name="connsiteX3" fmla="*/ 0 w 7961381"/>
              <a:gd name="connsiteY3" fmla="*/ 6353371 h 6432884"/>
              <a:gd name="connsiteX4" fmla="*/ 4823792 w 7961381"/>
              <a:gd name="connsiteY4" fmla="*/ 0 h 6432884"/>
              <a:gd name="connsiteX0" fmla="*/ 5049079 w 8186668"/>
              <a:gd name="connsiteY0" fmla="*/ 0 h 6432884"/>
              <a:gd name="connsiteX1" fmla="*/ 8186668 w 8186668"/>
              <a:gd name="connsiteY1" fmla="*/ 0 h 6432884"/>
              <a:gd name="connsiteX2" fmla="*/ 8186668 w 8186668"/>
              <a:gd name="connsiteY2" fmla="*/ 6432884 h 6432884"/>
              <a:gd name="connsiteX3" fmla="*/ 0 w 8186668"/>
              <a:gd name="connsiteY3" fmla="*/ 6379876 h 6432884"/>
              <a:gd name="connsiteX4" fmla="*/ 5049079 w 8186668"/>
              <a:gd name="connsiteY4" fmla="*/ 0 h 6432884"/>
              <a:gd name="connsiteX0" fmla="*/ 5102088 w 8239677"/>
              <a:gd name="connsiteY0" fmla="*/ 0 h 6432884"/>
              <a:gd name="connsiteX1" fmla="*/ 8239677 w 8239677"/>
              <a:gd name="connsiteY1" fmla="*/ 0 h 6432884"/>
              <a:gd name="connsiteX2" fmla="*/ 8239677 w 8239677"/>
              <a:gd name="connsiteY2" fmla="*/ 6432884 h 6432884"/>
              <a:gd name="connsiteX3" fmla="*/ 0 w 8239677"/>
              <a:gd name="connsiteY3" fmla="*/ 6393128 h 6432884"/>
              <a:gd name="connsiteX4" fmla="*/ 5102088 w 8239677"/>
              <a:gd name="connsiteY4" fmla="*/ 0 h 6432884"/>
              <a:gd name="connsiteX0" fmla="*/ 5102088 w 8239677"/>
              <a:gd name="connsiteY0" fmla="*/ 0 h 6418433"/>
              <a:gd name="connsiteX1" fmla="*/ 8239677 w 8239677"/>
              <a:gd name="connsiteY1" fmla="*/ 0 h 6418433"/>
              <a:gd name="connsiteX2" fmla="*/ 363933 w 8239677"/>
              <a:gd name="connsiteY2" fmla="*/ 6418433 h 6418433"/>
              <a:gd name="connsiteX3" fmla="*/ 0 w 8239677"/>
              <a:gd name="connsiteY3" fmla="*/ 6393128 h 6418433"/>
              <a:gd name="connsiteX4" fmla="*/ 5102088 w 8239677"/>
              <a:gd name="connsiteY4" fmla="*/ 0 h 6418433"/>
              <a:gd name="connsiteX0" fmla="*/ 5102088 w 5479554"/>
              <a:gd name="connsiteY0" fmla="*/ 0 h 6418433"/>
              <a:gd name="connsiteX1" fmla="*/ 5479554 w 5479554"/>
              <a:gd name="connsiteY1" fmla="*/ 14451 h 6418433"/>
              <a:gd name="connsiteX2" fmla="*/ 363933 w 5479554"/>
              <a:gd name="connsiteY2" fmla="*/ 6418433 h 6418433"/>
              <a:gd name="connsiteX3" fmla="*/ 0 w 5479554"/>
              <a:gd name="connsiteY3" fmla="*/ 6393128 h 6418433"/>
              <a:gd name="connsiteX4" fmla="*/ 5102088 w 5479554"/>
              <a:gd name="connsiteY4" fmla="*/ 0 h 6418433"/>
              <a:gd name="connsiteX0" fmla="*/ 5120384 w 5497850"/>
              <a:gd name="connsiteY0" fmla="*/ 0 h 6448015"/>
              <a:gd name="connsiteX1" fmla="*/ 5497850 w 5497850"/>
              <a:gd name="connsiteY1" fmla="*/ 14451 h 6448015"/>
              <a:gd name="connsiteX2" fmla="*/ 382229 w 5497850"/>
              <a:gd name="connsiteY2" fmla="*/ 6418433 h 6448015"/>
              <a:gd name="connsiteX3" fmla="*/ 0 w 5497850"/>
              <a:gd name="connsiteY3" fmla="*/ 6448015 h 6448015"/>
              <a:gd name="connsiteX4" fmla="*/ 5120384 w 5497850"/>
              <a:gd name="connsiteY4" fmla="*/ 0 h 6448015"/>
              <a:gd name="connsiteX0" fmla="*/ 5120384 w 5497850"/>
              <a:gd name="connsiteY0" fmla="*/ 0 h 6448015"/>
              <a:gd name="connsiteX1" fmla="*/ 5497850 w 5497850"/>
              <a:gd name="connsiteY1" fmla="*/ 14451 h 6448015"/>
              <a:gd name="connsiteX2" fmla="*/ 418820 w 5497850"/>
              <a:gd name="connsiteY2" fmla="*/ 6436729 h 6448015"/>
              <a:gd name="connsiteX3" fmla="*/ 0 w 5497850"/>
              <a:gd name="connsiteY3" fmla="*/ 6448015 h 6448015"/>
              <a:gd name="connsiteX4" fmla="*/ 5120384 w 5497850"/>
              <a:gd name="connsiteY4" fmla="*/ 0 h 6448015"/>
              <a:gd name="connsiteX0" fmla="*/ 5129532 w 5506998"/>
              <a:gd name="connsiteY0" fmla="*/ 0 h 6438867"/>
              <a:gd name="connsiteX1" fmla="*/ 5506998 w 5506998"/>
              <a:gd name="connsiteY1" fmla="*/ 14451 h 6438867"/>
              <a:gd name="connsiteX2" fmla="*/ 427968 w 5506998"/>
              <a:gd name="connsiteY2" fmla="*/ 6436729 h 6438867"/>
              <a:gd name="connsiteX3" fmla="*/ 0 w 5506998"/>
              <a:gd name="connsiteY3" fmla="*/ 6438867 h 6438867"/>
              <a:gd name="connsiteX4" fmla="*/ 5129532 w 5506998"/>
              <a:gd name="connsiteY4" fmla="*/ 0 h 6438867"/>
              <a:gd name="connsiteX0" fmla="*/ 5129532 w 5506998"/>
              <a:gd name="connsiteY0" fmla="*/ 0 h 6438867"/>
              <a:gd name="connsiteX1" fmla="*/ 5506998 w 5506998"/>
              <a:gd name="connsiteY1" fmla="*/ 14451 h 6438867"/>
              <a:gd name="connsiteX2" fmla="*/ 427968 w 5506998"/>
              <a:gd name="connsiteY2" fmla="*/ 6436729 h 6438867"/>
              <a:gd name="connsiteX3" fmla="*/ 0 w 5506998"/>
              <a:gd name="connsiteY3" fmla="*/ 6438867 h 6438867"/>
              <a:gd name="connsiteX4" fmla="*/ 5129532 w 5506998"/>
              <a:gd name="connsiteY4" fmla="*/ 0 h 6438867"/>
              <a:gd name="connsiteX0" fmla="*/ 5129532 w 5517385"/>
              <a:gd name="connsiteY0" fmla="*/ 0 h 6438867"/>
              <a:gd name="connsiteX1" fmla="*/ 5517385 w 5517385"/>
              <a:gd name="connsiteY1" fmla="*/ 4705 h 6438867"/>
              <a:gd name="connsiteX2" fmla="*/ 427968 w 5517385"/>
              <a:gd name="connsiteY2" fmla="*/ 6436729 h 6438867"/>
              <a:gd name="connsiteX3" fmla="*/ 0 w 5517385"/>
              <a:gd name="connsiteY3" fmla="*/ 6438867 h 6438867"/>
              <a:gd name="connsiteX4" fmla="*/ 5129532 w 5517385"/>
              <a:gd name="connsiteY4" fmla="*/ 0 h 643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7385" h="6438867">
                <a:moveTo>
                  <a:pt x="5129532" y="0"/>
                </a:moveTo>
                <a:lnTo>
                  <a:pt x="5517385" y="4705"/>
                </a:lnTo>
                <a:lnTo>
                  <a:pt x="427968" y="6436729"/>
                </a:lnTo>
                <a:lnTo>
                  <a:pt x="0" y="6438867"/>
                </a:lnTo>
                <a:lnTo>
                  <a:pt x="5129532" y="0"/>
                </a:lnTo>
                <a:close/>
              </a:path>
            </a:pathLst>
          </a:custGeom>
          <a:solidFill>
            <a:schemeClr val="tx1">
              <a:alpha val="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ctr" anchorCtr="0" forceAA="0" compatLnSpc="1">
            <a:prstTxWarp prst="textNoShape">
              <a:avLst/>
            </a:prstTxWarp>
            <a:noAutofit/>
          </a:bodyPr>
          <a:lstStyle/>
          <a:p>
            <a:pPr marL="2921711" algn="ctr">
              <a:lnSpc>
                <a:spcPct val="110000"/>
              </a:lnSpc>
              <a:spcAft>
                <a:spcPts val="900"/>
              </a:spcAft>
            </a:pPr>
            <a:endParaRPr lang="en-US" sz="5998" spc="40">
              <a:solidFill>
                <a:schemeClr val="bg1"/>
              </a:solidFill>
              <a:latin typeface="Arial" charset="0"/>
            </a:endParaRPr>
          </a:p>
        </p:txBody>
      </p:sp>
      <p:sp>
        <p:nvSpPr>
          <p:cNvPr id="2" name="TextBox 1">
            <a:extLst>
              <a:ext uri="{FF2B5EF4-FFF2-40B4-BE49-F238E27FC236}">
                <a16:creationId xmlns:a16="http://schemas.microsoft.com/office/drawing/2014/main" id="{EBE3BB49-80BE-8842-B997-6FBC42AC1582}"/>
              </a:ext>
            </a:extLst>
          </p:cNvPr>
          <p:cNvSpPr txBox="1"/>
          <p:nvPr/>
        </p:nvSpPr>
        <p:spPr>
          <a:xfrm>
            <a:off x="-747950" y="3334352"/>
            <a:ext cx="0" cy="0"/>
          </a:xfrm>
          <a:prstGeom prst="rect">
            <a:avLst/>
          </a:prstGeom>
          <a:noFill/>
        </p:spPr>
        <p:txBody>
          <a:bodyPr wrap="none" lIns="0" tIns="0" rIns="0" bIns="0" rtlCol="0">
            <a:noAutofit/>
          </a:bodyPr>
          <a:lstStyle/>
          <a:p>
            <a:pPr>
              <a:lnSpc>
                <a:spcPct val="110000"/>
              </a:lnSpc>
              <a:spcAft>
                <a:spcPts val="900"/>
              </a:spcAft>
            </a:pPr>
            <a:endParaRPr lang="en-US" sz="1999" b="0" spc="40" err="1">
              <a:solidFill>
                <a:srgbClr val="000000"/>
              </a:solidFill>
              <a:latin typeface="Arial" charset="0"/>
            </a:endParaRPr>
          </a:p>
        </p:txBody>
      </p:sp>
      <p:sp>
        <p:nvSpPr>
          <p:cNvPr id="25" name="Rectangle 24">
            <a:extLst>
              <a:ext uri="{FF2B5EF4-FFF2-40B4-BE49-F238E27FC236}">
                <a16:creationId xmlns:a16="http://schemas.microsoft.com/office/drawing/2014/main" id="{B17A60A9-6245-4226-BA6B-78B28828CE49}"/>
              </a:ext>
            </a:extLst>
          </p:cNvPr>
          <p:cNvSpPr/>
          <p:nvPr/>
        </p:nvSpPr>
        <p:spPr>
          <a:xfrm>
            <a:off x="8367454" y="0"/>
            <a:ext cx="3808853" cy="6856214"/>
          </a:xfrm>
          <a:prstGeom prst="rect">
            <a:avLst/>
          </a:prstGeom>
          <a:solidFill>
            <a:srgbClr val="CECECE"/>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t" anchorCtr="0" forceAA="0" compatLnSpc="1">
            <a:prstTxWarp prst="textNoShape">
              <a:avLst/>
            </a:prstTxWarp>
            <a:noAutofit/>
          </a:bodyPr>
          <a:lstStyle/>
          <a:p>
            <a:pPr algn="ctr">
              <a:lnSpc>
                <a:spcPct val="110000"/>
              </a:lnSpc>
              <a:spcAft>
                <a:spcPts val="900"/>
              </a:spcAft>
            </a:pPr>
            <a:endParaRPr lang="en-US" sz="1999" spc="40">
              <a:solidFill>
                <a:srgbClr val="000000"/>
              </a:solidFill>
              <a:latin typeface="Arial" charset="0"/>
            </a:endParaRPr>
          </a:p>
        </p:txBody>
      </p:sp>
      <p:sp>
        <p:nvSpPr>
          <p:cNvPr id="26" name="Title 1">
            <a:extLst>
              <a:ext uri="{FF2B5EF4-FFF2-40B4-BE49-F238E27FC236}">
                <a16:creationId xmlns:a16="http://schemas.microsoft.com/office/drawing/2014/main" id="{E6BEB3AC-7368-4352-8308-A3DF2C8B06FC}"/>
              </a:ext>
            </a:extLst>
          </p:cNvPr>
          <p:cNvSpPr txBox="1">
            <a:spLocks/>
          </p:cNvSpPr>
          <p:nvPr/>
        </p:nvSpPr>
        <p:spPr>
          <a:xfrm>
            <a:off x="736840" y="452673"/>
            <a:ext cx="6861172" cy="498475"/>
          </a:xfrm>
          <a:prstGeom prst="rect">
            <a:avLst/>
          </a:prstGeom>
        </p:spPr>
        <p:txBody>
          <a:bodyPr/>
          <a:lstStyle>
            <a:lvl1pPr algn="l" rtl="0" eaLnBrk="1" fontAlgn="base" hangingPunct="1">
              <a:lnSpc>
                <a:spcPts val="32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r>
              <a:rPr lang="en-US" kern="0"/>
              <a:t>Ease of Use</a:t>
            </a:r>
          </a:p>
        </p:txBody>
      </p:sp>
      <p:sp>
        <p:nvSpPr>
          <p:cNvPr id="27" name="Title 4">
            <a:extLst>
              <a:ext uri="{FF2B5EF4-FFF2-40B4-BE49-F238E27FC236}">
                <a16:creationId xmlns:a16="http://schemas.microsoft.com/office/drawing/2014/main" id="{FBF1A865-3CB5-4A0A-8353-484B886EAB71}"/>
              </a:ext>
            </a:extLst>
          </p:cNvPr>
          <p:cNvSpPr txBox="1">
            <a:spLocks/>
          </p:cNvSpPr>
          <p:nvPr/>
        </p:nvSpPr>
        <p:spPr bwMode="auto">
          <a:xfrm>
            <a:off x="1795225" y="1418001"/>
            <a:ext cx="1627289" cy="41750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1" fontAlgn="base" hangingPunct="1">
              <a:lnSpc>
                <a:spcPts val="32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pPr defTabSz="914126">
              <a:lnSpc>
                <a:spcPts val="3199"/>
              </a:lnSpc>
              <a:defRPr/>
            </a:pPr>
            <a:r>
              <a:rPr lang="en-US" sz="1999" b="0" kern="0">
                <a:solidFill>
                  <a:schemeClr val="tx1">
                    <a:lumMod val="50000"/>
                    <a:lumOff val="50000"/>
                  </a:schemeClr>
                </a:solidFill>
                <a:latin typeface="Arial Narrow" panose="020B0606020202030204" pitchFamily="34" charset="0"/>
              </a:rPr>
              <a:t>Before</a:t>
            </a:r>
            <a:endParaRPr lang="en-US" sz="2799" b="0" kern="0">
              <a:solidFill>
                <a:schemeClr val="tx1">
                  <a:lumMod val="50000"/>
                  <a:lumOff val="50000"/>
                </a:schemeClr>
              </a:solidFill>
              <a:latin typeface="Arial Narrow" panose="020B0606020202030204" pitchFamily="34" charset="0"/>
            </a:endParaRPr>
          </a:p>
        </p:txBody>
      </p:sp>
      <p:sp>
        <p:nvSpPr>
          <p:cNvPr id="28" name="Title 4">
            <a:extLst>
              <a:ext uri="{FF2B5EF4-FFF2-40B4-BE49-F238E27FC236}">
                <a16:creationId xmlns:a16="http://schemas.microsoft.com/office/drawing/2014/main" id="{46C4E3B3-C0B4-496C-B077-D366F6E32B82}"/>
              </a:ext>
            </a:extLst>
          </p:cNvPr>
          <p:cNvSpPr txBox="1">
            <a:spLocks/>
          </p:cNvSpPr>
          <p:nvPr/>
        </p:nvSpPr>
        <p:spPr bwMode="auto">
          <a:xfrm>
            <a:off x="1779648" y="1604720"/>
            <a:ext cx="3580327" cy="1168879"/>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rtl="0" eaLnBrk="1" fontAlgn="base" hangingPunct="1">
              <a:lnSpc>
                <a:spcPts val="32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pPr lvl="0">
              <a:defRPr/>
            </a:pPr>
            <a:r>
              <a:rPr lang="en-US" sz="7200" kern="0">
                <a:solidFill>
                  <a:schemeClr val="tx1">
                    <a:lumMod val="50000"/>
                    <a:lumOff val="50000"/>
                  </a:schemeClr>
                </a:solidFill>
              </a:rPr>
              <a:t>75.0</a:t>
            </a:r>
            <a:r>
              <a:rPr lang="en-US" sz="5400" b="0" kern="0">
                <a:solidFill>
                  <a:schemeClr val="tx1">
                    <a:lumMod val="50000"/>
                    <a:lumOff val="50000"/>
                  </a:schemeClr>
                </a:solidFill>
              </a:rPr>
              <a:t>%</a:t>
            </a:r>
            <a:endParaRPr lang="en-US" sz="7200" b="0" kern="0">
              <a:solidFill>
                <a:schemeClr val="tx1">
                  <a:lumMod val="50000"/>
                  <a:lumOff val="50000"/>
                </a:schemeClr>
              </a:solidFill>
            </a:endParaRPr>
          </a:p>
        </p:txBody>
      </p:sp>
      <p:sp>
        <p:nvSpPr>
          <p:cNvPr id="29" name="Title 4">
            <a:extLst>
              <a:ext uri="{FF2B5EF4-FFF2-40B4-BE49-F238E27FC236}">
                <a16:creationId xmlns:a16="http://schemas.microsoft.com/office/drawing/2014/main" id="{F366D025-8717-4155-91AC-BFED22CE64DD}"/>
              </a:ext>
            </a:extLst>
          </p:cNvPr>
          <p:cNvSpPr txBox="1">
            <a:spLocks/>
          </p:cNvSpPr>
          <p:nvPr/>
        </p:nvSpPr>
        <p:spPr bwMode="auto">
          <a:xfrm>
            <a:off x="8263186" y="1418001"/>
            <a:ext cx="1627289" cy="41750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1" fontAlgn="base" hangingPunct="1">
              <a:lnSpc>
                <a:spcPts val="32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pPr defTabSz="914126">
              <a:lnSpc>
                <a:spcPts val="3199"/>
              </a:lnSpc>
              <a:defRPr/>
            </a:pPr>
            <a:r>
              <a:rPr lang="en-US" sz="1999" b="0" kern="0">
                <a:solidFill>
                  <a:schemeClr val="tx1">
                    <a:lumMod val="85000"/>
                    <a:lumOff val="15000"/>
                  </a:schemeClr>
                </a:solidFill>
                <a:latin typeface="Arial Narrow" panose="020B0606020202030204" pitchFamily="34" charset="0"/>
              </a:rPr>
              <a:t>After</a:t>
            </a:r>
            <a:endParaRPr lang="en-US" sz="2799" b="0" kern="0">
              <a:solidFill>
                <a:schemeClr val="tx1">
                  <a:lumMod val="85000"/>
                  <a:lumOff val="15000"/>
                </a:schemeClr>
              </a:solidFill>
              <a:latin typeface="Arial Narrow" panose="020B0606020202030204" pitchFamily="34" charset="0"/>
            </a:endParaRPr>
          </a:p>
        </p:txBody>
      </p:sp>
      <p:sp>
        <p:nvSpPr>
          <p:cNvPr id="30" name="Title 4">
            <a:extLst>
              <a:ext uri="{FF2B5EF4-FFF2-40B4-BE49-F238E27FC236}">
                <a16:creationId xmlns:a16="http://schemas.microsoft.com/office/drawing/2014/main" id="{7D069F6E-C1E9-4311-97BF-408A4B20B036}"/>
              </a:ext>
            </a:extLst>
          </p:cNvPr>
          <p:cNvSpPr txBox="1">
            <a:spLocks/>
          </p:cNvSpPr>
          <p:nvPr/>
        </p:nvSpPr>
        <p:spPr bwMode="auto">
          <a:xfrm>
            <a:off x="8247609" y="1604720"/>
            <a:ext cx="3080295" cy="1168879"/>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rtl="0" eaLnBrk="1" fontAlgn="base" hangingPunct="1">
              <a:lnSpc>
                <a:spcPts val="32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pPr lvl="0">
              <a:defRPr/>
            </a:pPr>
            <a:r>
              <a:rPr lang="en-US" sz="7200" kern="0">
                <a:solidFill>
                  <a:schemeClr val="tx1">
                    <a:lumMod val="85000"/>
                    <a:lumOff val="15000"/>
                  </a:schemeClr>
                </a:solidFill>
              </a:rPr>
              <a:t>88.7</a:t>
            </a:r>
            <a:r>
              <a:rPr lang="en-US" sz="5400" b="0" kern="0">
                <a:solidFill>
                  <a:schemeClr val="tx1">
                    <a:lumMod val="85000"/>
                    <a:lumOff val="15000"/>
                  </a:schemeClr>
                </a:solidFill>
              </a:rPr>
              <a:t>%</a:t>
            </a:r>
            <a:endParaRPr lang="en-US" sz="7200" b="0" kern="0">
              <a:solidFill>
                <a:schemeClr val="tx1">
                  <a:lumMod val="85000"/>
                  <a:lumOff val="15000"/>
                </a:schemeClr>
              </a:solidFill>
            </a:endParaRPr>
          </a:p>
        </p:txBody>
      </p:sp>
      <p:sp>
        <p:nvSpPr>
          <p:cNvPr id="31" name="Text Placeholder 3">
            <a:extLst>
              <a:ext uri="{FF2B5EF4-FFF2-40B4-BE49-F238E27FC236}">
                <a16:creationId xmlns:a16="http://schemas.microsoft.com/office/drawing/2014/main" id="{8CFA0DA9-0498-450D-ABB4-8C7F381F6467}"/>
              </a:ext>
            </a:extLst>
          </p:cNvPr>
          <p:cNvSpPr txBox="1">
            <a:spLocks/>
          </p:cNvSpPr>
          <p:nvPr/>
        </p:nvSpPr>
        <p:spPr>
          <a:xfrm>
            <a:off x="718344" y="3332155"/>
            <a:ext cx="4377439" cy="3011738"/>
          </a:xfrm>
          <a:prstGeom prst="rect">
            <a:avLst/>
          </a:prstGeom>
        </p:spPr>
        <p:txBody>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Not intuitive, what tabs always to click on to find information</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There are lots of information that you don't ever use</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Intimidating and overwhelming</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It would be  a lot more difficult when you start to use it</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Learning by doing</a:t>
            </a:r>
          </a:p>
        </p:txBody>
      </p:sp>
      <p:sp>
        <p:nvSpPr>
          <p:cNvPr id="14" name="Text Placeholder 3">
            <a:extLst>
              <a:ext uri="{FF2B5EF4-FFF2-40B4-BE49-F238E27FC236}">
                <a16:creationId xmlns:a16="http://schemas.microsoft.com/office/drawing/2014/main" id="{C25DAE67-B36A-4AF1-9F03-0080AC32A33B}"/>
              </a:ext>
            </a:extLst>
          </p:cNvPr>
          <p:cNvSpPr txBox="1">
            <a:spLocks/>
          </p:cNvSpPr>
          <p:nvPr/>
        </p:nvSpPr>
        <p:spPr>
          <a:xfrm>
            <a:off x="6880194" y="3332155"/>
            <a:ext cx="4722323" cy="1804920"/>
          </a:xfrm>
          <a:prstGeom prst="rect">
            <a:avLst/>
          </a:prstGeom>
        </p:spPr>
        <p:txBody>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More intuitive. It is web based, fewer fields overall and fields actually pertain for underwriting, more useful fields</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They got away from a lot of information we never looked at, it is cleaned up, it is easier to find quickly the information that you look for</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Once you know where things are it is fairly easy</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Training - as long as people know the previous </a:t>
            </a:r>
            <a:r>
              <a:rPr lang="en-US" sz="1400" kern="0" err="1">
                <a:solidFill>
                  <a:schemeClr val="tx1">
                    <a:lumMod val="75000"/>
                    <a:lumOff val="25000"/>
                  </a:schemeClr>
                </a:solidFill>
                <a:latin typeface="Arial Narrow" panose="020B0606020202030204" pitchFamily="34" charset="0"/>
              </a:rPr>
              <a:t>ABTools</a:t>
            </a:r>
            <a:r>
              <a:rPr lang="en-US" sz="1400" kern="0">
                <a:solidFill>
                  <a:schemeClr val="tx1">
                    <a:lumMod val="75000"/>
                    <a:lumOff val="25000"/>
                  </a:schemeClr>
                </a:solidFill>
                <a:latin typeface="Arial Narrow" panose="020B0606020202030204" pitchFamily="34" charset="0"/>
              </a:rPr>
              <a:t> it is very intuitive, and you know how to click &amp; where to click</a:t>
            </a:r>
          </a:p>
        </p:txBody>
      </p:sp>
    </p:spTree>
    <p:extLst>
      <p:ext uri="{BB962C8B-B14F-4D97-AF65-F5344CB8AC3E}">
        <p14:creationId xmlns:p14="http://schemas.microsoft.com/office/powerpoint/2010/main" val="40437982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72751F-5973-0A46-BBB4-3E06AB5C9E26}"/>
              </a:ext>
            </a:extLst>
          </p:cNvPr>
          <p:cNvSpPr/>
          <p:nvPr/>
        </p:nvSpPr>
        <p:spPr>
          <a:xfrm>
            <a:off x="1587" y="893"/>
            <a:ext cx="12185651" cy="6856214"/>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t" anchorCtr="0" forceAA="0" compatLnSpc="1">
            <a:prstTxWarp prst="textNoShape">
              <a:avLst/>
            </a:prstTxWarp>
            <a:noAutofit/>
          </a:bodyPr>
          <a:lstStyle/>
          <a:p>
            <a:pPr algn="ctr">
              <a:lnSpc>
                <a:spcPct val="110000"/>
              </a:lnSpc>
              <a:spcAft>
                <a:spcPts val="900"/>
              </a:spcAft>
            </a:pPr>
            <a:endParaRPr lang="en-US" sz="1999" spc="40">
              <a:solidFill>
                <a:srgbClr val="000000"/>
              </a:solidFill>
              <a:latin typeface="Arial" charset="0"/>
            </a:endParaRPr>
          </a:p>
        </p:txBody>
      </p:sp>
      <p:sp>
        <p:nvSpPr>
          <p:cNvPr id="7" name="Rectangle 75">
            <a:extLst>
              <a:ext uri="{FF2B5EF4-FFF2-40B4-BE49-F238E27FC236}">
                <a16:creationId xmlns:a16="http://schemas.microsoft.com/office/drawing/2014/main" id="{925E044C-D174-4E42-94E4-3288FDC52C2E}"/>
              </a:ext>
            </a:extLst>
          </p:cNvPr>
          <p:cNvSpPr/>
          <p:nvPr/>
        </p:nvSpPr>
        <p:spPr>
          <a:xfrm>
            <a:off x="4493373" y="316"/>
            <a:ext cx="3975503" cy="6856792"/>
          </a:xfrm>
          <a:custGeom>
            <a:avLst/>
            <a:gdLst>
              <a:gd name="connsiteX0" fmla="*/ 0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0 w 5006146"/>
              <a:gd name="connsiteY4" fmla="*/ 0 h 6432884"/>
              <a:gd name="connsiteX0" fmla="*/ 1868557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1868557 w 5006146"/>
              <a:gd name="connsiteY4" fmla="*/ 0 h 6432884"/>
              <a:gd name="connsiteX0" fmla="*/ 4823792 w 7961381"/>
              <a:gd name="connsiteY0" fmla="*/ 0 h 6432884"/>
              <a:gd name="connsiteX1" fmla="*/ 7961381 w 7961381"/>
              <a:gd name="connsiteY1" fmla="*/ 0 h 6432884"/>
              <a:gd name="connsiteX2" fmla="*/ 7961381 w 7961381"/>
              <a:gd name="connsiteY2" fmla="*/ 6432884 h 6432884"/>
              <a:gd name="connsiteX3" fmla="*/ 0 w 7961381"/>
              <a:gd name="connsiteY3" fmla="*/ 6353371 h 6432884"/>
              <a:gd name="connsiteX4" fmla="*/ 4823792 w 7961381"/>
              <a:gd name="connsiteY4" fmla="*/ 0 h 6432884"/>
              <a:gd name="connsiteX0" fmla="*/ 5049079 w 8186668"/>
              <a:gd name="connsiteY0" fmla="*/ 0 h 6432884"/>
              <a:gd name="connsiteX1" fmla="*/ 8186668 w 8186668"/>
              <a:gd name="connsiteY1" fmla="*/ 0 h 6432884"/>
              <a:gd name="connsiteX2" fmla="*/ 8186668 w 8186668"/>
              <a:gd name="connsiteY2" fmla="*/ 6432884 h 6432884"/>
              <a:gd name="connsiteX3" fmla="*/ 0 w 8186668"/>
              <a:gd name="connsiteY3" fmla="*/ 6379876 h 6432884"/>
              <a:gd name="connsiteX4" fmla="*/ 5049079 w 8186668"/>
              <a:gd name="connsiteY4" fmla="*/ 0 h 6432884"/>
              <a:gd name="connsiteX0" fmla="*/ 5102088 w 8239677"/>
              <a:gd name="connsiteY0" fmla="*/ 0 h 6432884"/>
              <a:gd name="connsiteX1" fmla="*/ 8239677 w 8239677"/>
              <a:gd name="connsiteY1" fmla="*/ 0 h 6432884"/>
              <a:gd name="connsiteX2" fmla="*/ 8239677 w 8239677"/>
              <a:gd name="connsiteY2" fmla="*/ 6432884 h 6432884"/>
              <a:gd name="connsiteX3" fmla="*/ 0 w 8239677"/>
              <a:gd name="connsiteY3" fmla="*/ 6393128 h 6432884"/>
              <a:gd name="connsiteX4" fmla="*/ 5102088 w 8239677"/>
              <a:gd name="connsiteY4" fmla="*/ 0 h 6432884"/>
              <a:gd name="connsiteX0" fmla="*/ 5093699 w 8231288"/>
              <a:gd name="connsiteY0" fmla="*/ 0 h 6435073"/>
              <a:gd name="connsiteX1" fmla="*/ 8231288 w 8231288"/>
              <a:gd name="connsiteY1" fmla="*/ 0 h 6435073"/>
              <a:gd name="connsiteX2" fmla="*/ 8231288 w 8231288"/>
              <a:gd name="connsiteY2" fmla="*/ 6432884 h 6435073"/>
              <a:gd name="connsiteX3" fmla="*/ 0 w 8231288"/>
              <a:gd name="connsiteY3" fmla="*/ 6435073 h 6435073"/>
              <a:gd name="connsiteX4" fmla="*/ 5093699 w 8231288"/>
              <a:gd name="connsiteY4" fmla="*/ 0 h 6435073"/>
              <a:gd name="connsiteX0" fmla="*/ 5093699 w 8231288"/>
              <a:gd name="connsiteY0" fmla="*/ 0 h 6435073"/>
              <a:gd name="connsiteX1" fmla="*/ 6242067 w 8231288"/>
              <a:gd name="connsiteY1" fmla="*/ 0 h 6435073"/>
              <a:gd name="connsiteX2" fmla="*/ 8231288 w 8231288"/>
              <a:gd name="connsiteY2" fmla="*/ 6432884 h 6435073"/>
              <a:gd name="connsiteX3" fmla="*/ 0 w 8231288"/>
              <a:gd name="connsiteY3" fmla="*/ 6435073 h 6435073"/>
              <a:gd name="connsiteX4" fmla="*/ 5093699 w 8231288"/>
              <a:gd name="connsiteY4" fmla="*/ 0 h 6435073"/>
              <a:gd name="connsiteX0" fmla="*/ 5093699 w 6274151"/>
              <a:gd name="connsiteY0" fmla="*/ 0 h 6435073"/>
              <a:gd name="connsiteX1" fmla="*/ 6242067 w 6274151"/>
              <a:gd name="connsiteY1" fmla="*/ 0 h 6435073"/>
              <a:gd name="connsiteX2" fmla="*/ 6274151 w 6274151"/>
              <a:gd name="connsiteY2" fmla="*/ 6432884 h 6435073"/>
              <a:gd name="connsiteX3" fmla="*/ 0 w 6274151"/>
              <a:gd name="connsiteY3" fmla="*/ 6435073 h 6435073"/>
              <a:gd name="connsiteX4" fmla="*/ 5093699 w 6274151"/>
              <a:gd name="connsiteY4" fmla="*/ 0 h 6435073"/>
              <a:gd name="connsiteX0" fmla="*/ 5093699 w 6274151"/>
              <a:gd name="connsiteY0" fmla="*/ 0 h 6435073"/>
              <a:gd name="connsiteX1" fmla="*/ 6258109 w 6274151"/>
              <a:gd name="connsiteY1" fmla="*/ 16042 h 6435073"/>
              <a:gd name="connsiteX2" fmla="*/ 6274151 w 6274151"/>
              <a:gd name="connsiteY2" fmla="*/ 6432884 h 6435073"/>
              <a:gd name="connsiteX3" fmla="*/ 0 w 6274151"/>
              <a:gd name="connsiteY3" fmla="*/ 6435073 h 6435073"/>
              <a:gd name="connsiteX4" fmla="*/ 5093699 w 6274151"/>
              <a:gd name="connsiteY4" fmla="*/ 0 h 6435073"/>
              <a:gd name="connsiteX0" fmla="*/ 5093699 w 6284424"/>
              <a:gd name="connsiteY0" fmla="*/ 542 h 6435615"/>
              <a:gd name="connsiteX1" fmla="*/ 6283509 w 6284424"/>
              <a:gd name="connsiteY1" fmla="*/ 1688 h 6435615"/>
              <a:gd name="connsiteX2" fmla="*/ 6274151 w 6284424"/>
              <a:gd name="connsiteY2" fmla="*/ 6433426 h 6435615"/>
              <a:gd name="connsiteX3" fmla="*/ 0 w 6284424"/>
              <a:gd name="connsiteY3" fmla="*/ 6435615 h 6435615"/>
              <a:gd name="connsiteX4" fmla="*/ 5093699 w 6284424"/>
              <a:gd name="connsiteY4" fmla="*/ 542 h 6435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84424" h="6435615">
                <a:moveTo>
                  <a:pt x="5093699" y="542"/>
                </a:moveTo>
                <a:cubicBezTo>
                  <a:pt x="5481836" y="5889"/>
                  <a:pt x="5895372" y="-3659"/>
                  <a:pt x="6283509" y="1688"/>
                </a:cubicBezTo>
                <a:cubicBezTo>
                  <a:pt x="6288856" y="2140635"/>
                  <a:pt x="6268804" y="4294479"/>
                  <a:pt x="6274151" y="6433426"/>
                </a:cubicBezTo>
                <a:lnTo>
                  <a:pt x="0" y="6435615"/>
                </a:lnTo>
                <a:lnTo>
                  <a:pt x="5093699" y="542"/>
                </a:lnTo>
                <a:close/>
              </a:path>
            </a:pathLst>
          </a:custGeom>
          <a:solidFill>
            <a:schemeClr val="tx1">
              <a:alpha val="1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ctr" anchorCtr="0" forceAA="0" compatLnSpc="1">
            <a:prstTxWarp prst="textNoShape">
              <a:avLst/>
            </a:prstTxWarp>
            <a:noAutofit/>
          </a:bodyPr>
          <a:lstStyle/>
          <a:p>
            <a:pPr marL="2921711" algn="ctr">
              <a:lnSpc>
                <a:spcPct val="110000"/>
              </a:lnSpc>
              <a:spcAft>
                <a:spcPts val="900"/>
              </a:spcAft>
            </a:pPr>
            <a:endParaRPr lang="en-US" sz="5998" spc="40">
              <a:solidFill>
                <a:schemeClr val="bg1"/>
              </a:solidFill>
              <a:latin typeface="Arial" charset="0"/>
            </a:endParaRPr>
          </a:p>
        </p:txBody>
      </p:sp>
      <p:sp>
        <p:nvSpPr>
          <p:cNvPr id="6" name="Rectangle 75">
            <a:extLst>
              <a:ext uri="{FF2B5EF4-FFF2-40B4-BE49-F238E27FC236}">
                <a16:creationId xmlns:a16="http://schemas.microsoft.com/office/drawing/2014/main" id="{5C85A318-0B68-C14F-A423-D3A70167276C}"/>
              </a:ext>
            </a:extLst>
          </p:cNvPr>
          <p:cNvSpPr/>
          <p:nvPr/>
        </p:nvSpPr>
        <p:spPr>
          <a:xfrm>
            <a:off x="4247821" y="565922"/>
            <a:ext cx="3207625" cy="6291184"/>
          </a:xfrm>
          <a:custGeom>
            <a:avLst/>
            <a:gdLst>
              <a:gd name="connsiteX0" fmla="*/ 0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0 w 5006146"/>
              <a:gd name="connsiteY4" fmla="*/ 0 h 6432884"/>
              <a:gd name="connsiteX0" fmla="*/ 1868557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1868557 w 5006146"/>
              <a:gd name="connsiteY4" fmla="*/ 0 h 6432884"/>
              <a:gd name="connsiteX0" fmla="*/ 4823792 w 7961381"/>
              <a:gd name="connsiteY0" fmla="*/ 0 h 6432884"/>
              <a:gd name="connsiteX1" fmla="*/ 7961381 w 7961381"/>
              <a:gd name="connsiteY1" fmla="*/ 0 h 6432884"/>
              <a:gd name="connsiteX2" fmla="*/ 7961381 w 7961381"/>
              <a:gd name="connsiteY2" fmla="*/ 6432884 h 6432884"/>
              <a:gd name="connsiteX3" fmla="*/ 0 w 7961381"/>
              <a:gd name="connsiteY3" fmla="*/ 6353371 h 6432884"/>
              <a:gd name="connsiteX4" fmla="*/ 4823792 w 7961381"/>
              <a:gd name="connsiteY4" fmla="*/ 0 h 6432884"/>
              <a:gd name="connsiteX0" fmla="*/ 5049079 w 8186668"/>
              <a:gd name="connsiteY0" fmla="*/ 0 h 6432884"/>
              <a:gd name="connsiteX1" fmla="*/ 8186668 w 8186668"/>
              <a:gd name="connsiteY1" fmla="*/ 0 h 6432884"/>
              <a:gd name="connsiteX2" fmla="*/ 8186668 w 8186668"/>
              <a:gd name="connsiteY2" fmla="*/ 6432884 h 6432884"/>
              <a:gd name="connsiteX3" fmla="*/ 0 w 8186668"/>
              <a:gd name="connsiteY3" fmla="*/ 6379876 h 6432884"/>
              <a:gd name="connsiteX4" fmla="*/ 5049079 w 8186668"/>
              <a:gd name="connsiteY4" fmla="*/ 0 h 6432884"/>
              <a:gd name="connsiteX0" fmla="*/ 5102088 w 8239677"/>
              <a:gd name="connsiteY0" fmla="*/ 0 h 6432884"/>
              <a:gd name="connsiteX1" fmla="*/ 8239677 w 8239677"/>
              <a:gd name="connsiteY1" fmla="*/ 0 h 6432884"/>
              <a:gd name="connsiteX2" fmla="*/ 8239677 w 8239677"/>
              <a:gd name="connsiteY2" fmla="*/ 6432884 h 6432884"/>
              <a:gd name="connsiteX3" fmla="*/ 0 w 8239677"/>
              <a:gd name="connsiteY3" fmla="*/ 6393128 h 6432884"/>
              <a:gd name="connsiteX4" fmla="*/ 5102088 w 8239677"/>
              <a:gd name="connsiteY4" fmla="*/ 0 h 6432884"/>
              <a:gd name="connsiteX0" fmla="*/ 5102088 w 8239677"/>
              <a:gd name="connsiteY0" fmla="*/ 0 h 6418433"/>
              <a:gd name="connsiteX1" fmla="*/ 8239677 w 8239677"/>
              <a:gd name="connsiteY1" fmla="*/ 0 h 6418433"/>
              <a:gd name="connsiteX2" fmla="*/ 363933 w 8239677"/>
              <a:gd name="connsiteY2" fmla="*/ 6418433 h 6418433"/>
              <a:gd name="connsiteX3" fmla="*/ 0 w 8239677"/>
              <a:gd name="connsiteY3" fmla="*/ 6393128 h 6418433"/>
              <a:gd name="connsiteX4" fmla="*/ 5102088 w 8239677"/>
              <a:gd name="connsiteY4" fmla="*/ 0 h 6418433"/>
              <a:gd name="connsiteX0" fmla="*/ 5102088 w 5479554"/>
              <a:gd name="connsiteY0" fmla="*/ 0 h 6418433"/>
              <a:gd name="connsiteX1" fmla="*/ 5479554 w 5479554"/>
              <a:gd name="connsiteY1" fmla="*/ 14451 h 6418433"/>
              <a:gd name="connsiteX2" fmla="*/ 363933 w 5479554"/>
              <a:gd name="connsiteY2" fmla="*/ 6418433 h 6418433"/>
              <a:gd name="connsiteX3" fmla="*/ 0 w 5479554"/>
              <a:gd name="connsiteY3" fmla="*/ 6393128 h 6418433"/>
              <a:gd name="connsiteX4" fmla="*/ 5102088 w 5479554"/>
              <a:gd name="connsiteY4" fmla="*/ 0 h 6418433"/>
              <a:gd name="connsiteX0" fmla="*/ 5120384 w 5497850"/>
              <a:gd name="connsiteY0" fmla="*/ 0 h 6448015"/>
              <a:gd name="connsiteX1" fmla="*/ 5497850 w 5497850"/>
              <a:gd name="connsiteY1" fmla="*/ 14451 h 6448015"/>
              <a:gd name="connsiteX2" fmla="*/ 382229 w 5497850"/>
              <a:gd name="connsiteY2" fmla="*/ 6418433 h 6448015"/>
              <a:gd name="connsiteX3" fmla="*/ 0 w 5497850"/>
              <a:gd name="connsiteY3" fmla="*/ 6448015 h 6448015"/>
              <a:gd name="connsiteX4" fmla="*/ 5120384 w 5497850"/>
              <a:gd name="connsiteY4" fmla="*/ 0 h 6448015"/>
              <a:gd name="connsiteX0" fmla="*/ 5120384 w 5497850"/>
              <a:gd name="connsiteY0" fmla="*/ 0 h 6448015"/>
              <a:gd name="connsiteX1" fmla="*/ 5497850 w 5497850"/>
              <a:gd name="connsiteY1" fmla="*/ 14451 h 6448015"/>
              <a:gd name="connsiteX2" fmla="*/ 418820 w 5497850"/>
              <a:gd name="connsiteY2" fmla="*/ 6436729 h 6448015"/>
              <a:gd name="connsiteX3" fmla="*/ 0 w 5497850"/>
              <a:gd name="connsiteY3" fmla="*/ 6448015 h 6448015"/>
              <a:gd name="connsiteX4" fmla="*/ 5120384 w 5497850"/>
              <a:gd name="connsiteY4" fmla="*/ 0 h 6448015"/>
              <a:gd name="connsiteX0" fmla="*/ 5129532 w 5506998"/>
              <a:gd name="connsiteY0" fmla="*/ 0 h 6438867"/>
              <a:gd name="connsiteX1" fmla="*/ 5506998 w 5506998"/>
              <a:gd name="connsiteY1" fmla="*/ 14451 h 6438867"/>
              <a:gd name="connsiteX2" fmla="*/ 427968 w 5506998"/>
              <a:gd name="connsiteY2" fmla="*/ 6436729 h 6438867"/>
              <a:gd name="connsiteX3" fmla="*/ 0 w 5506998"/>
              <a:gd name="connsiteY3" fmla="*/ 6438867 h 6438867"/>
              <a:gd name="connsiteX4" fmla="*/ 5129532 w 5506998"/>
              <a:gd name="connsiteY4" fmla="*/ 0 h 6438867"/>
              <a:gd name="connsiteX0" fmla="*/ 5129532 w 5506998"/>
              <a:gd name="connsiteY0" fmla="*/ 0 h 6438867"/>
              <a:gd name="connsiteX1" fmla="*/ 5506998 w 5506998"/>
              <a:gd name="connsiteY1" fmla="*/ 14451 h 6438867"/>
              <a:gd name="connsiteX2" fmla="*/ 427968 w 5506998"/>
              <a:gd name="connsiteY2" fmla="*/ 6436729 h 6438867"/>
              <a:gd name="connsiteX3" fmla="*/ 0 w 5506998"/>
              <a:gd name="connsiteY3" fmla="*/ 6438867 h 6438867"/>
              <a:gd name="connsiteX4" fmla="*/ 5129532 w 5506998"/>
              <a:gd name="connsiteY4" fmla="*/ 0 h 6438867"/>
              <a:gd name="connsiteX0" fmla="*/ 5129532 w 5517385"/>
              <a:gd name="connsiteY0" fmla="*/ 0 h 6438867"/>
              <a:gd name="connsiteX1" fmla="*/ 5517385 w 5517385"/>
              <a:gd name="connsiteY1" fmla="*/ 4705 h 6438867"/>
              <a:gd name="connsiteX2" fmla="*/ 427968 w 5517385"/>
              <a:gd name="connsiteY2" fmla="*/ 6436729 h 6438867"/>
              <a:gd name="connsiteX3" fmla="*/ 0 w 5517385"/>
              <a:gd name="connsiteY3" fmla="*/ 6438867 h 6438867"/>
              <a:gd name="connsiteX4" fmla="*/ 5129532 w 5517385"/>
              <a:gd name="connsiteY4" fmla="*/ 0 h 643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7385" h="6438867">
                <a:moveTo>
                  <a:pt x="5129532" y="0"/>
                </a:moveTo>
                <a:lnTo>
                  <a:pt x="5517385" y="4705"/>
                </a:lnTo>
                <a:lnTo>
                  <a:pt x="427968" y="6436729"/>
                </a:lnTo>
                <a:lnTo>
                  <a:pt x="0" y="6438867"/>
                </a:lnTo>
                <a:lnTo>
                  <a:pt x="5129532" y="0"/>
                </a:lnTo>
                <a:close/>
              </a:path>
            </a:pathLst>
          </a:custGeom>
          <a:solidFill>
            <a:schemeClr val="tx1">
              <a:alpha val="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ctr" anchorCtr="0" forceAA="0" compatLnSpc="1">
            <a:prstTxWarp prst="textNoShape">
              <a:avLst/>
            </a:prstTxWarp>
            <a:noAutofit/>
          </a:bodyPr>
          <a:lstStyle/>
          <a:p>
            <a:pPr marL="2921711" algn="ctr">
              <a:lnSpc>
                <a:spcPct val="110000"/>
              </a:lnSpc>
              <a:spcAft>
                <a:spcPts val="900"/>
              </a:spcAft>
            </a:pPr>
            <a:endParaRPr lang="en-US" sz="5998" spc="40">
              <a:solidFill>
                <a:schemeClr val="bg1"/>
              </a:solidFill>
              <a:latin typeface="Arial" charset="0"/>
            </a:endParaRPr>
          </a:p>
        </p:txBody>
      </p:sp>
      <p:sp>
        <p:nvSpPr>
          <p:cNvPr id="2" name="TextBox 1">
            <a:extLst>
              <a:ext uri="{FF2B5EF4-FFF2-40B4-BE49-F238E27FC236}">
                <a16:creationId xmlns:a16="http://schemas.microsoft.com/office/drawing/2014/main" id="{EBE3BB49-80BE-8842-B997-6FBC42AC1582}"/>
              </a:ext>
            </a:extLst>
          </p:cNvPr>
          <p:cNvSpPr txBox="1"/>
          <p:nvPr/>
        </p:nvSpPr>
        <p:spPr>
          <a:xfrm>
            <a:off x="-747950" y="3334352"/>
            <a:ext cx="0" cy="0"/>
          </a:xfrm>
          <a:prstGeom prst="rect">
            <a:avLst/>
          </a:prstGeom>
          <a:noFill/>
        </p:spPr>
        <p:txBody>
          <a:bodyPr wrap="none" lIns="0" tIns="0" rIns="0" bIns="0" rtlCol="0">
            <a:noAutofit/>
          </a:bodyPr>
          <a:lstStyle/>
          <a:p>
            <a:pPr>
              <a:lnSpc>
                <a:spcPct val="110000"/>
              </a:lnSpc>
              <a:spcAft>
                <a:spcPts val="900"/>
              </a:spcAft>
            </a:pPr>
            <a:endParaRPr lang="en-US" sz="1999" b="0" spc="40" err="1">
              <a:solidFill>
                <a:srgbClr val="000000"/>
              </a:solidFill>
              <a:latin typeface="Arial" charset="0"/>
            </a:endParaRPr>
          </a:p>
        </p:txBody>
      </p:sp>
      <p:sp>
        <p:nvSpPr>
          <p:cNvPr id="25" name="Rectangle 24">
            <a:extLst>
              <a:ext uri="{FF2B5EF4-FFF2-40B4-BE49-F238E27FC236}">
                <a16:creationId xmlns:a16="http://schemas.microsoft.com/office/drawing/2014/main" id="{B17A60A9-6245-4226-BA6B-78B28828CE49}"/>
              </a:ext>
            </a:extLst>
          </p:cNvPr>
          <p:cNvSpPr/>
          <p:nvPr/>
        </p:nvSpPr>
        <p:spPr>
          <a:xfrm>
            <a:off x="8376744" y="0"/>
            <a:ext cx="3799563" cy="6856214"/>
          </a:xfrm>
          <a:prstGeom prst="rect">
            <a:avLst/>
          </a:prstGeom>
          <a:solidFill>
            <a:srgbClr val="CECECE"/>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t" anchorCtr="0" forceAA="0" compatLnSpc="1">
            <a:prstTxWarp prst="textNoShape">
              <a:avLst/>
            </a:prstTxWarp>
            <a:noAutofit/>
          </a:bodyPr>
          <a:lstStyle/>
          <a:p>
            <a:pPr algn="ctr">
              <a:lnSpc>
                <a:spcPct val="110000"/>
              </a:lnSpc>
              <a:spcAft>
                <a:spcPts val="900"/>
              </a:spcAft>
            </a:pPr>
            <a:endParaRPr lang="en-US" sz="1999" spc="40">
              <a:solidFill>
                <a:srgbClr val="000000"/>
              </a:solidFill>
              <a:latin typeface="Arial" charset="0"/>
            </a:endParaRPr>
          </a:p>
        </p:txBody>
      </p:sp>
      <p:sp>
        <p:nvSpPr>
          <p:cNvPr id="26" name="Title 1">
            <a:extLst>
              <a:ext uri="{FF2B5EF4-FFF2-40B4-BE49-F238E27FC236}">
                <a16:creationId xmlns:a16="http://schemas.microsoft.com/office/drawing/2014/main" id="{E6BEB3AC-7368-4352-8308-A3DF2C8B06FC}"/>
              </a:ext>
            </a:extLst>
          </p:cNvPr>
          <p:cNvSpPr txBox="1">
            <a:spLocks/>
          </p:cNvSpPr>
          <p:nvPr/>
        </p:nvSpPr>
        <p:spPr>
          <a:xfrm>
            <a:off x="736840" y="452673"/>
            <a:ext cx="6861172" cy="498475"/>
          </a:xfrm>
          <a:prstGeom prst="rect">
            <a:avLst/>
          </a:prstGeom>
        </p:spPr>
        <p:txBody>
          <a:bodyPr/>
          <a:lstStyle>
            <a:lvl1pPr algn="l" rtl="0" eaLnBrk="1" fontAlgn="base" hangingPunct="1">
              <a:lnSpc>
                <a:spcPts val="32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r>
              <a:rPr lang="en-US" kern="0"/>
              <a:t>Learnability</a:t>
            </a:r>
          </a:p>
        </p:txBody>
      </p:sp>
      <p:sp>
        <p:nvSpPr>
          <p:cNvPr id="27" name="Title 4">
            <a:extLst>
              <a:ext uri="{FF2B5EF4-FFF2-40B4-BE49-F238E27FC236}">
                <a16:creationId xmlns:a16="http://schemas.microsoft.com/office/drawing/2014/main" id="{FBF1A865-3CB5-4A0A-8353-484B886EAB71}"/>
              </a:ext>
            </a:extLst>
          </p:cNvPr>
          <p:cNvSpPr txBox="1">
            <a:spLocks/>
          </p:cNvSpPr>
          <p:nvPr/>
        </p:nvSpPr>
        <p:spPr bwMode="auto">
          <a:xfrm>
            <a:off x="1795225" y="1418001"/>
            <a:ext cx="1627289" cy="41750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1" fontAlgn="base" hangingPunct="1">
              <a:lnSpc>
                <a:spcPts val="32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pPr defTabSz="914126">
              <a:lnSpc>
                <a:spcPts val="3199"/>
              </a:lnSpc>
              <a:defRPr/>
            </a:pPr>
            <a:r>
              <a:rPr lang="en-US" sz="1999" b="0" kern="0">
                <a:solidFill>
                  <a:schemeClr val="tx1">
                    <a:lumMod val="50000"/>
                    <a:lumOff val="50000"/>
                  </a:schemeClr>
                </a:solidFill>
                <a:latin typeface="Arial Narrow" panose="020B0606020202030204" pitchFamily="34" charset="0"/>
              </a:rPr>
              <a:t>Before</a:t>
            </a:r>
            <a:endParaRPr lang="en-US" sz="2799" b="0" kern="0">
              <a:solidFill>
                <a:schemeClr val="tx1">
                  <a:lumMod val="50000"/>
                  <a:lumOff val="50000"/>
                </a:schemeClr>
              </a:solidFill>
              <a:latin typeface="Arial Narrow" panose="020B0606020202030204" pitchFamily="34" charset="0"/>
            </a:endParaRPr>
          </a:p>
        </p:txBody>
      </p:sp>
      <p:sp>
        <p:nvSpPr>
          <p:cNvPr id="28" name="Title 4">
            <a:extLst>
              <a:ext uri="{FF2B5EF4-FFF2-40B4-BE49-F238E27FC236}">
                <a16:creationId xmlns:a16="http://schemas.microsoft.com/office/drawing/2014/main" id="{46C4E3B3-C0B4-496C-B077-D366F6E32B82}"/>
              </a:ext>
            </a:extLst>
          </p:cNvPr>
          <p:cNvSpPr txBox="1">
            <a:spLocks/>
          </p:cNvSpPr>
          <p:nvPr/>
        </p:nvSpPr>
        <p:spPr bwMode="auto">
          <a:xfrm>
            <a:off x="1779648" y="1604720"/>
            <a:ext cx="3580327" cy="1168879"/>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rtl="0" eaLnBrk="1" fontAlgn="base" hangingPunct="1">
              <a:lnSpc>
                <a:spcPts val="32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pPr lvl="0">
              <a:defRPr/>
            </a:pPr>
            <a:r>
              <a:rPr lang="en-US" sz="7200" kern="0">
                <a:solidFill>
                  <a:schemeClr val="tx1">
                    <a:lumMod val="50000"/>
                    <a:lumOff val="50000"/>
                  </a:schemeClr>
                </a:solidFill>
              </a:rPr>
              <a:t>80.0</a:t>
            </a:r>
            <a:r>
              <a:rPr lang="en-US" sz="5400" b="0" kern="0">
                <a:solidFill>
                  <a:schemeClr val="tx1">
                    <a:lumMod val="50000"/>
                    <a:lumOff val="50000"/>
                  </a:schemeClr>
                </a:solidFill>
              </a:rPr>
              <a:t>%</a:t>
            </a:r>
            <a:endParaRPr lang="en-US" sz="7200" b="0" kern="0">
              <a:solidFill>
                <a:schemeClr val="tx1">
                  <a:lumMod val="50000"/>
                  <a:lumOff val="50000"/>
                </a:schemeClr>
              </a:solidFill>
            </a:endParaRPr>
          </a:p>
        </p:txBody>
      </p:sp>
      <p:sp>
        <p:nvSpPr>
          <p:cNvPr id="29" name="Title 4">
            <a:extLst>
              <a:ext uri="{FF2B5EF4-FFF2-40B4-BE49-F238E27FC236}">
                <a16:creationId xmlns:a16="http://schemas.microsoft.com/office/drawing/2014/main" id="{F366D025-8717-4155-91AC-BFED22CE64DD}"/>
              </a:ext>
            </a:extLst>
          </p:cNvPr>
          <p:cNvSpPr txBox="1">
            <a:spLocks/>
          </p:cNvSpPr>
          <p:nvPr/>
        </p:nvSpPr>
        <p:spPr bwMode="auto">
          <a:xfrm>
            <a:off x="8263186" y="1418001"/>
            <a:ext cx="1627289" cy="41750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1" fontAlgn="base" hangingPunct="1">
              <a:lnSpc>
                <a:spcPts val="32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pPr defTabSz="914126">
              <a:lnSpc>
                <a:spcPts val="3199"/>
              </a:lnSpc>
              <a:defRPr/>
            </a:pPr>
            <a:r>
              <a:rPr lang="en-US" sz="1999" b="0" kern="0">
                <a:solidFill>
                  <a:schemeClr val="tx1">
                    <a:lumMod val="85000"/>
                    <a:lumOff val="15000"/>
                  </a:schemeClr>
                </a:solidFill>
                <a:latin typeface="Arial Narrow" panose="020B0606020202030204" pitchFamily="34" charset="0"/>
              </a:rPr>
              <a:t>After</a:t>
            </a:r>
            <a:endParaRPr lang="en-US" sz="2799" b="0" kern="0">
              <a:solidFill>
                <a:schemeClr val="tx1">
                  <a:lumMod val="85000"/>
                  <a:lumOff val="15000"/>
                </a:schemeClr>
              </a:solidFill>
              <a:latin typeface="Arial Narrow" panose="020B0606020202030204" pitchFamily="34" charset="0"/>
            </a:endParaRPr>
          </a:p>
        </p:txBody>
      </p:sp>
      <p:sp>
        <p:nvSpPr>
          <p:cNvPr id="30" name="Title 4">
            <a:extLst>
              <a:ext uri="{FF2B5EF4-FFF2-40B4-BE49-F238E27FC236}">
                <a16:creationId xmlns:a16="http://schemas.microsoft.com/office/drawing/2014/main" id="{7D069F6E-C1E9-4311-97BF-408A4B20B036}"/>
              </a:ext>
            </a:extLst>
          </p:cNvPr>
          <p:cNvSpPr txBox="1">
            <a:spLocks/>
          </p:cNvSpPr>
          <p:nvPr/>
        </p:nvSpPr>
        <p:spPr bwMode="auto">
          <a:xfrm>
            <a:off x="8247609" y="1604720"/>
            <a:ext cx="3080295" cy="1168879"/>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rtl="0" eaLnBrk="1" fontAlgn="base" hangingPunct="1">
              <a:lnSpc>
                <a:spcPts val="32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pPr lvl="0">
              <a:defRPr/>
            </a:pPr>
            <a:r>
              <a:rPr lang="en-US" sz="7200" kern="0">
                <a:solidFill>
                  <a:schemeClr val="tx1">
                    <a:lumMod val="85000"/>
                    <a:lumOff val="15000"/>
                  </a:schemeClr>
                </a:solidFill>
              </a:rPr>
              <a:t>92.5</a:t>
            </a:r>
            <a:r>
              <a:rPr lang="en-US" sz="5400" b="0" kern="0">
                <a:solidFill>
                  <a:schemeClr val="tx1">
                    <a:lumMod val="85000"/>
                    <a:lumOff val="15000"/>
                  </a:schemeClr>
                </a:solidFill>
              </a:rPr>
              <a:t>%</a:t>
            </a:r>
            <a:endParaRPr lang="en-US" sz="7200" b="0" kern="0">
              <a:solidFill>
                <a:schemeClr val="tx1">
                  <a:lumMod val="85000"/>
                  <a:lumOff val="15000"/>
                </a:schemeClr>
              </a:solidFill>
            </a:endParaRPr>
          </a:p>
        </p:txBody>
      </p:sp>
      <p:sp>
        <p:nvSpPr>
          <p:cNvPr id="31" name="Text Placeholder 3">
            <a:extLst>
              <a:ext uri="{FF2B5EF4-FFF2-40B4-BE49-F238E27FC236}">
                <a16:creationId xmlns:a16="http://schemas.microsoft.com/office/drawing/2014/main" id="{8CFA0DA9-0498-450D-ABB4-8C7F381F6467}"/>
              </a:ext>
            </a:extLst>
          </p:cNvPr>
          <p:cNvSpPr txBox="1">
            <a:spLocks/>
          </p:cNvSpPr>
          <p:nvPr/>
        </p:nvSpPr>
        <p:spPr>
          <a:xfrm>
            <a:off x="718344" y="3332155"/>
            <a:ext cx="4581631" cy="3011738"/>
          </a:xfrm>
          <a:prstGeom prst="rect">
            <a:avLst/>
          </a:prstGeom>
        </p:spPr>
        <p:txBody>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Job shadowing way – side chair, somebody observing, having a trainer observing and offering help as needed</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Started out just using certain tabs only, </a:t>
            </a:r>
            <a:br>
              <a:rPr lang="en-US" sz="1400" kern="0">
                <a:solidFill>
                  <a:schemeClr val="tx1">
                    <a:lumMod val="75000"/>
                    <a:lumOff val="25000"/>
                  </a:schemeClr>
                </a:solidFill>
                <a:latin typeface="Arial Narrow" panose="020B0606020202030204" pitchFamily="34" charset="0"/>
              </a:rPr>
            </a:br>
            <a:r>
              <a:rPr lang="en-US" sz="1400" kern="0">
                <a:solidFill>
                  <a:schemeClr val="tx1">
                    <a:lumMod val="75000"/>
                    <a:lumOff val="25000"/>
                  </a:schemeClr>
                </a:solidFill>
                <a:latin typeface="Arial Narrow" panose="020B0606020202030204" pitchFamily="34" charset="0"/>
              </a:rPr>
              <a:t>next position, I learned couple other tabs</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There are 10 tabs in front of me, </a:t>
            </a:r>
            <a:br>
              <a:rPr lang="en-US" sz="1400" kern="0">
                <a:solidFill>
                  <a:schemeClr val="tx1">
                    <a:lumMod val="75000"/>
                    <a:lumOff val="25000"/>
                  </a:schemeClr>
                </a:solidFill>
                <a:latin typeface="Arial Narrow" panose="020B0606020202030204" pitchFamily="34" charset="0"/>
              </a:rPr>
            </a:br>
            <a:r>
              <a:rPr lang="en-US" sz="1400" kern="0">
                <a:solidFill>
                  <a:schemeClr val="tx1">
                    <a:lumMod val="75000"/>
                    <a:lumOff val="25000"/>
                  </a:schemeClr>
                </a:solidFill>
                <a:latin typeface="Arial Narrow" panose="020B0606020202030204" pitchFamily="34" charset="0"/>
              </a:rPr>
              <a:t>which one I need to look at?</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Take some time to learn at the beginning</a:t>
            </a:r>
          </a:p>
        </p:txBody>
      </p:sp>
      <p:sp>
        <p:nvSpPr>
          <p:cNvPr id="14" name="Text Placeholder 3">
            <a:extLst>
              <a:ext uri="{FF2B5EF4-FFF2-40B4-BE49-F238E27FC236}">
                <a16:creationId xmlns:a16="http://schemas.microsoft.com/office/drawing/2014/main" id="{C25DAE67-B36A-4AF1-9F03-0080AC32A33B}"/>
              </a:ext>
            </a:extLst>
          </p:cNvPr>
          <p:cNvSpPr txBox="1">
            <a:spLocks/>
          </p:cNvSpPr>
          <p:nvPr/>
        </p:nvSpPr>
        <p:spPr>
          <a:xfrm>
            <a:off x="6647378" y="3332155"/>
            <a:ext cx="5213189" cy="1804920"/>
          </a:xfrm>
          <a:prstGeom prst="rect">
            <a:avLst/>
          </a:prstGeom>
        </p:spPr>
        <p:txBody>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It mirrors a lot the old system as far as the layout of different tabs, how information is layout, this helps speed up learning and </a:t>
            </a:r>
            <a:br>
              <a:rPr lang="en-US" sz="1400" kern="0">
                <a:solidFill>
                  <a:schemeClr val="tx1">
                    <a:lumMod val="75000"/>
                    <a:lumOff val="25000"/>
                  </a:schemeClr>
                </a:solidFill>
                <a:latin typeface="Arial Narrow" panose="020B0606020202030204" pitchFamily="34" charset="0"/>
              </a:rPr>
            </a:br>
            <a:r>
              <a:rPr lang="en-US" sz="1400" kern="0">
                <a:solidFill>
                  <a:schemeClr val="tx1">
                    <a:lumMod val="75000"/>
                    <a:lumOff val="25000"/>
                  </a:schemeClr>
                </a:solidFill>
                <a:latin typeface="Arial Narrow" panose="020B0606020202030204" pitchFamily="34" charset="0"/>
              </a:rPr>
              <a:t>less training needed</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same labels and layouts, clicking around when you need </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For someone who are from previous </a:t>
            </a:r>
            <a:r>
              <a:rPr lang="en-US" sz="1400" kern="0" err="1">
                <a:solidFill>
                  <a:schemeClr val="tx1">
                    <a:lumMod val="75000"/>
                    <a:lumOff val="25000"/>
                  </a:schemeClr>
                </a:solidFill>
                <a:latin typeface="Arial Narrow" panose="020B0606020202030204" pitchFamily="34" charset="0"/>
              </a:rPr>
              <a:t>ABTools</a:t>
            </a:r>
            <a:r>
              <a:rPr lang="en-US" sz="1400" kern="0">
                <a:solidFill>
                  <a:schemeClr val="tx1">
                    <a:lumMod val="75000"/>
                    <a:lumOff val="25000"/>
                  </a:schemeClr>
                </a:solidFill>
                <a:latin typeface="Arial Narrow" panose="020B0606020202030204" pitchFamily="34" charset="0"/>
              </a:rPr>
              <a:t> to current </a:t>
            </a:r>
            <a:r>
              <a:rPr lang="en-US" sz="1400" kern="0" err="1">
                <a:solidFill>
                  <a:schemeClr val="tx1">
                    <a:lumMod val="75000"/>
                    <a:lumOff val="25000"/>
                  </a:schemeClr>
                </a:solidFill>
                <a:latin typeface="Arial Narrow" panose="020B0606020202030204" pitchFamily="34" charset="0"/>
              </a:rPr>
              <a:t>ABTools</a:t>
            </a:r>
            <a:r>
              <a:rPr lang="en-US" sz="1400" kern="0">
                <a:solidFill>
                  <a:schemeClr val="tx1">
                    <a:lumMod val="75000"/>
                    <a:lumOff val="25000"/>
                  </a:schemeClr>
                </a:solidFill>
                <a:latin typeface="Arial Narrow" panose="020B0606020202030204" pitchFamily="34" charset="0"/>
              </a:rPr>
              <a:t> no training needed</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Major difference where to find the employee work queue vs. an application work queue, and searching for pending due, </a:t>
            </a:r>
            <a:br>
              <a:rPr lang="en-US" sz="1400" kern="0">
                <a:solidFill>
                  <a:schemeClr val="tx1">
                    <a:lumMod val="75000"/>
                    <a:lumOff val="25000"/>
                  </a:schemeClr>
                </a:solidFill>
                <a:latin typeface="Arial Narrow" panose="020B0606020202030204" pitchFamily="34" charset="0"/>
              </a:rPr>
            </a:br>
            <a:r>
              <a:rPr lang="en-US" sz="1400" kern="0">
                <a:solidFill>
                  <a:schemeClr val="tx1">
                    <a:lumMod val="75000"/>
                    <a:lumOff val="25000"/>
                  </a:schemeClr>
                </a:solidFill>
                <a:latin typeface="Arial Narrow" panose="020B0606020202030204" pitchFamily="34" charset="0"/>
              </a:rPr>
              <a:t>an active deal</a:t>
            </a:r>
          </a:p>
        </p:txBody>
      </p:sp>
    </p:spTree>
    <p:extLst>
      <p:ext uri="{BB962C8B-B14F-4D97-AF65-F5344CB8AC3E}">
        <p14:creationId xmlns:p14="http://schemas.microsoft.com/office/powerpoint/2010/main" val="4290179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72751F-5973-0A46-BBB4-3E06AB5C9E26}"/>
              </a:ext>
            </a:extLst>
          </p:cNvPr>
          <p:cNvSpPr/>
          <p:nvPr/>
        </p:nvSpPr>
        <p:spPr>
          <a:xfrm>
            <a:off x="1587" y="893"/>
            <a:ext cx="12185651" cy="6856214"/>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t" anchorCtr="0" forceAA="0" compatLnSpc="1">
            <a:prstTxWarp prst="textNoShape">
              <a:avLst/>
            </a:prstTxWarp>
            <a:noAutofit/>
          </a:bodyPr>
          <a:lstStyle/>
          <a:p>
            <a:pPr algn="ctr">
              <a:lnSpc>
                <a:spcPct val="110000"/>
              </a:lnSpc>
              <a:spcAft>
                <a:spcPts val="900"/>
              </a:spcAft>
            </a:pPr>
            <a:endParaRPr lang="en-US" sz="1999" spc="40">
              <a:solidFill>
                <a:srgbClr val="000000"/>
              </a:solidFill>
              <a:latin typeface="Arial" charset="0"/>
            </a:endParaRPr>
          </a:p>
        </p:txBody>
      </p:sp>
      <p:sp>
        <p:nvSpPr>
          <p:cNvPr id="7" name="Rectangle 75">
            <a:extLst>
              <a:ext uri="{FF2B5EF4-FFF2-40B4-BE49-F238E27FC236}">
                <a16:creationId xmlns:a16="http://schemas.microsoft.com/office/drawing/2014/main" id="{925E044C-D174-4E42-94E4-3288FDC52C2E}"/>
              </a:ext>
            </a:extLst>
          </p:cNvPr>
          <p:cNvSpPr/>
          <p:nvPr/>
        </p:nvSpPr>
        <p:spPr>
          <a:xfrm>
            <a:off x="4493373" y="316"/>
            <a:ext cx="3975503" cy="6856792"/>
          </a:xfrm>
          <a:custGeom>
            <a:avLst/>
            <a:gdLst>
              <a:gd name="connsiteX0" fmla="*/ 0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0 w 5006146"/>
              <a:gd name="connsiteY4" fmla="*/ 0 h 6432884"/>
              <a:gd name="connsiteX0" fmla="*/ 1868557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1868557 w 5006146"/>
              <a:gd name="connsiteY4" fmla="*/ 0 h 6432884"/>
              <a:gd name="connsiteX0" fmla="*/ 4823792 w 7961381"/>
              <a:gd name="connsiteY0" fmla="*/ 0 h 6432884"/>
              <a:gd name="connsiteX1" fmla="*/ 7961381 w 7961381"/>
              <a:gd name="connsiteY1" fmla="*/ 0 h 6432884"/>
              <a:gd name="connsiteX2" fmla="*/ 7961381 w 7961381"/>
              <a:gd name="connsiteY2" fmla="*/ 6432884 h 6432884"/>
              <a:gd name="connsiteX3" fmla="*/ 0 w 7961381"/>
              <a:gd name="connsiteY3" fmla="*/ 6353371 h 6432884"/>
              <a:gd name="connsiteX4" fmla="*/ 4823792 w 7961381"/>
              <a:gd name="connsiteY4" fmla="*/ 0 h 6432884"/>
              <a:gd name="connsiteX0" fmla="*/ 5049079 w 8186668"/>
              <a:gd name="connsiteY0" fmla="*/ 0 h 6432884"/>
              <a:gd name="connsiteX1" fmla="*/ 8186668 w 8186668"/>
              <a:gd name="connsiteY1" fmla="*/ 0 h 6432884"/>
              <a:gd name="connsiteX2" fmla="*/ 8186668 w 8186668"/>
              <a:gd name="connsiteY2" fmla="*/ 6432884 h 6432884"/>
              <a:gd name="connsiteX3" fmla="*/ 0 w 8186668"/>
              <a:gd name="connsiteY3" fmla="*/ 6379876 h 6432884"/>
              <a:gd name="connsiteX4" fmla="*/ 5049079 w 8186668"/>
              <a:gd name="connsiteY4" fmla="*/ 0 h 6432884"/>
              <a:gd name="connsiteX0" fmla="*/ 5102088 w 8239677"/>
              <a:gd name="connsiteY0" fmla="*/ 0 h 6432884"/>
              <a:gd name="connsiteX1" fmla="*/ 8239677 w 8239677"/>
              <a:gd name="connsiteY1" fmla="*/ 0 h 6432884"/>
              <a:gd name="connsiteX2" fmla="*/ 8239677 w 8239677"/>
              <a:gd name="connsiteY2" fmla="*/ 6432884 h 6432884"/>
              <a:gd name="connsiteX3" fmla="*/ 0 w 8239677"/>
              <a:gd name="connsiteY3" fmla="*/ 6393128 h 6432884"/>
              <a:gd name="connsiteX4" fmla="*/ 5102088 w 8239677"/>
              <a:gd name="connsiteY4" fmla="*/ 0 h 6432884"/>
              <a:gd name="connsiteX0" fmla="*/ 5093699 w 8231288"/>
              <a:gd name="connsiteY0" fmla="*/ 0 h 6435073"/>
              <a:gd name="connsiteX1" fmla="*/ 8231288 w 8231288"/>
              <a:gd name="connsiteY1" fmla="*/ 0 h 6435073"/>
              <a:gd name="connsiteX2" fmla="*/ 8231288 w 8231288"/>
              <a:gd name="connsiteY2" fmla="*/ 6432884 h 6435073"/>
              <a:gd name="connsiteX3" fmla="*/ 0 w 8231288"/>
              <a:gd name="connsiteY3" fmla="*/ 6435073 h 6435073"/>
              <a:gd name="connsiteX4" fmla="*/ 5093699 w 8231288"/>
              <a:gd name="connsiteY4" fmla="*/ 0 h 6435073"/>
              <a:gd name="connsiteX0" fmla="*/ 5093699 w 8231288"/>
              <a:gd name="connsiteY0" fmla="*/ 0 h 6435073"/>
              <a:gd name="connsiteX1" fmla="*/ 6242067 w 8231288"/>
              <a:gd name="connsiteY1" fmla="*/ 0 h 6435073"/>
              <a:gd name="connsiteX2" fmla="*/ 8231288 w 8231288"/>
              <a:gd name="connsiteY2" fmla="*/ 6432884 h 6435073"/>
              <a:gd name="connsiteX3" fmla="*/ 0 w 8231288"/>
              <a:gd name="connsiteY3" fmla="*/ 6435073 h 6435073"/>
              <a:gd name="connsiteX4" fmla="*/ 5093699 w 8231288"/>
              <a:gd name="connsiteY4" fmla="*/ 0 h 6435073"/>
              <a:gd name="connsiteX0" fmla="*/ 5093699 w 6274151"/>
              <a:gd name="connsiteY0" fmla="*/ 0 h 6435073"/>
              <a:gd name="connsiteX1" fmla="*/ 6242067 w 6274151"/>
              <a:gd name="connsiteY1" fmla="*/ 0 h 6435073"/>
              <a:gd name="connsiteX2" fmla="*/ 6274151 w 6274151"/>
              <a:gd name="connsiteY2" fmla="*/ 6432884 h 6435073"/>
              <a:gd name="connsiteX3" fmla="*/ 0 w 6274151"/>
              <a:gd name="connsiteY3" fmla="*/ 6435073 h 6435073"/>
              <a:gd name="connsiteX4" fmla="*/ 5093699 w 6274151"/>
              <a:gd name="connsiteY4" fmla="*/ 0 h 6435073"/>
              <a:gd name="connsiteX0" fmla="*/ 5093699 w 6274151"/>
              <a:gd name="connsiteY0" fmla="*/ 0 h 6435073"/>
              <a:gd name="connsiteX1" fmla="*/ 6258109 w 6274151"/>
              <a:gd name="connsiteY1" fmla="*/ 16042 h 6435073"/>
              <a:gd name="connsiteX2" fmla="*/ 6274151 w 6274151"/>
              <a:gd name="connsiteY2" fmla="*/ 6432884 h 6435073"/>
              <a:gd name="connsiteX3" fmla="*/ 0 w 6274151"/>
              <a:gd name="connsiteY3" fmla="*/ 6435073 h 6435073"/>
              <a:gd name="connsiteX4" fmla="*/ 5093699 w 6274151"/>
              <a:gd name="connsiteY4" fmla="*/ 0 h 6435073"/>
              <a:gd name="connsiteX0" fmla="*/ 5093699 w 6284424"/>
              <a:gd name="connsiteY0" fmla="*/ 542 h 6435615"/>
              <a:gd name="connsiteX1" fmla="*/ 6283509 w 6284424"/>
              <a:gd name="connsiteY1" fmla="*/ 1688 h 6435615"/>
              <a:gd name="connsiteX2" fmla="*/ 6274151 w 6284424"/>
              <a:gd name="connsiteY2" fmla="*/ 6433426 h 6435615"/>
              <a:gd name="connsiteX3" fmla="*/ 0 w 6284424"/>
              <a:gd name="connsiteY3" fmla="*/ 6435615 h 6435615"/>
              <a:gd name="connsiteX4" fmla="*/ 5093699 w 6284424"/>
              <a:gd name="connsiteY4" fmla="*/ 542 h 6435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84424" h="6435615">
                <a:moveTo>
                  <a:pt x="5093699" y="542"/>
                </a:moveTo>
                <a:cubicBezTo>
                  <a:pt x="5481836" y="5889"/>
                  <a:pt x="5895372" y="-3659"/>
                  <a:pt x="6283509" y="1688"/>
                </a:cubicBezTo>
                <a:cubicBezTo>
                  <a:pt x="6288856" y="2140635"/>
                  <a:pt x="6268804" y="4294479"/>
                  <a:pt x="6274151" y="6433426"/>
                </a:cubicBezTo>
                <a:lnTo>
                  <a:pt x="0" y="6435615"/>
                </a:lnTo>
                <a:lnTo>
                  <a:pt x="5093699" y="542"/>
                </a:lnTo>
                <a:close/>
              </a:path>
            </a:pathLst>
          </a:custGeom>
          <a:solidFill>
            <a:schemeClr val="tx1">
              <a:alpha val="1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ctr" anchorCtr="0" forceAA="0" compatLnSpc="1">
            <a:prstTxWarp prst="textNoShape">
              <a:avLst/>
            </a:prstTxWarp>
            <a:noAutofit/>
          </a:bodyPr>
          <a:lstStyle/>
          <a:p>
            <a:pPr marL="2921711" algn="ctr">
              <a:lnSpc>
                <a:spcPct val="110000"/>
              </a:lnSpc>
              <a:spcAft>
                <a:spcPts val="900"/>
              </a:spcAft>
            </a:pPr>
            <a:endParaRPr lang="en-US" sz="5998" spc="40">
              <a:solidFill>
                <a:schemeClr val="bg1"/>
              </a:solidFill>
              <a:latin typeface="Arial" charset="0"/>
            </a:endParaRPr>
          </a:p>
        </p:txBody>
      </p:sp>
      <p:sp>
        <p:nvSpPr>
          <p:cNvPr id="6" name="Rectangle 75">
            <a:extLst>
              <a:ext uri="{FF2B5EF4-FFF2-40B4-BE49-F238E27FC236}">
                <a16:creationId xmlns:a16="http://schemas.microsoft.com/office/drawing/2014/main" id="{5C85A318-0B68-C14F-A423-D3A70167276C}"/>
              </a:ext>
            </a:extLst>
          </p:cNvPr>
          <p:cNvSpPr/>
          <p:nvPr/>
        </p:nvSpPr>
        <p:spPr>
          <a:xfrm>
            <a:off x="4247821" y="565922"/>
            <a:ext cx="3207625" cy="6291184"/>
          </a:xfrm>
          <a:custGeom>
            <a:avLst/>
            <a:gdLst>
              <a:gd name="connsiteX0" fmla="*/ 0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0 w 5006146"/>
              <a:gd name="connsiteY4" fmla="*/ 0 h 6432884"/>
              <a:gd name="connsiteX0" fmla="*/ 1868557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1868557 w 5006146"/>
              <a:gd name="connsiteY4" fmla="*/ 0 h 6432884"/>
              <a:gd name="connsiteX0" fmla="*/ 4823792 w 7961381"/>
              <a:gd name="connsiteY0" fmla="*/ 0 h 6432884"/>
              <a:gd name="connsiteX1" fmla="*/ 7961381 w 7961381"/>
              <a:gd name="connsiteY1" fmla="*/ 0 h 6432884"/>
              <a:gd name="connsiteX2" fmla="*/ 7961381 w 7961381"/>
              <a:gd name="connsiteY2" fmla="*/ 6432884 h 6432884"/>
              <a:gd name="connsiteX3" fmla="*/ 0 w 7961381"/>
              <a:gd name="connsiteY3" fmla="*/ 6353371 h 6432884"/>
              <a:gd name="connsiteX4" fmla="*/ 4823792 w 7961381"/>
              <a:gd name="connsiteY4" fmla="*/ 0 h 6432884"/>
              <a:gd name="connsiteX0" fmla="*/ 5049079 w 8186668"/>
              <a:gd name="connsiteY0" fmla="*/ 0 h 6432884"/>
              <a:gd name="connsiteX1" fmla="*/ 8186668 w 8186668"/>
              <a:gd name="connsiteY1" fmla="*/ 0 h 6432884"/>
              <a:gd name="connsiteX2" fmla="*/ 8186668 w 8186668"/>
              <a:gd name="connsiteY2" fmla="*/ 6432884 h 6432884"/>
              <a:gd name="connsiteX3" fmla="*/ 0 w 8186668"/>
              <a:gd name="connsiteY3" fmla="*/ 6379876 h 6432884"/>
              <a:gd name="connsiteX4" fmla="*/ 5049079 w 8186668"/>
              <a:gd name="connsiteY4" fmla="*/ 0 h 6432884"/>
              <a:gd name="connsiteX0" fmla="*/ 5102088 w 8239677"/>
              <a:gd name="connsiteY0" fmla="*/ 0 h 6432884"/>
              <a:gd name="connsiteX1" fmla="*/ 8239677 w 8239677"/>
              <a:gd name="connsiteY1" fmla="*/ 0 h 6432884"/>
              <a:gd name="connsiteX2" fmla="*/ 8239677 w 8239677"/>
              <a:gd name="connsiteY2" fmla="*/ 6432884 h 6432884"/>
              <a:gd name="connsiteX3" fmla="*/ 0 w 8239677"/>
              <a:gd name="connsiteY3" fmla="*/ 6393128 h 6432884"/>
              <a:gd name="connsiteX4" fmla="*/ 5102088 w 8239677"/>
              <a:gd name="connsiteY4" fmla="*/ 0 h 6432884"/>
              <a:gd name="connsiteX0" fmla="*/ 5102088 w 8239677"/>
              <a:gd name="connsiteY0" fmla="*/ 0 h 6418433"/>
              <a:gd name="connsiteX1" fmla="*/ 8239677 w 8239677"/>
              <a:gd name="connsiteY1" fmla="*/ 0 h 6418433"/>
              <a:gd name="connsiteX2" fmla="*/ 363933 w 8239677"/>
              <a:gd name="connsiteY2" fmla="*/ 6418433 h 6418433"/>
              <a:gd name="connsiteX3" fmla="*/ 0 w 8239677"/>
              <a:gd name="connsiteY3" fmla="*/ 6393128 h 6418433"/>
              <a:gd name="connsiteX4" fmla="*/ 5102088 w 8239677"/>
              <a:gd name="connsiteY4" fmla="*/ 0 h 6418433"/>
              <a:gd name="connsiteX0" fmla="*/ 5102088 w 5479554"/>
              <a:gd name="connsiteY0" fmla="*/ 0 h 6418433"/>
              <a:gd name="connsiteX1" fmla="*/ 5479554 w 5479554"/>
              <a:gd name="connsiteY1" fmla="*/ 14451 h 6418433"/>
              <a:gd name="connsiteX2" fmla="*/ 363933 w 5479554"/>
              <a:gd name="connsiteY2" fmla="*/ 6418433 h 6418433"/>
              <a:gd name="connsiteX3" fmla="*/ 0 w 5479554"/>
              <a:gd name="connsiteY3" fmla="*/ 6393128 h 6418433"/>
              <a:gd name="connsiteX4" fmla="*/ 5102088 w 5479554"/>
              <a:gd name="connsiteY4" fmla="*/ 0 h 6418433"/>
              <a:gd name="connsiteX0" fmla="*/ 5120384 w 5497850"/>
              <a:gd name="connsiteY0" fmla="*/ 0 h 6448015"/>
              <a:gd name="connsiteX1" fmla="*/ 5497850 w 5497850"/>
              <a:gd name="connsiteY1" fmla="*/ 14451 h 6448015"/>
              <a:gd name="connsiteX2" fmla="*/ 382229 w 5497850"/>
              <a:gd name="connsiteY2" fmla="*/ 6418433 h 6448015"/>
              <a:gd name="connsiteX3" fmla="*/ 0 w 5497850"/>
              <a:gd name="connsiteY3" fmla="*/ 6448015 h 6448015"/>
              <a:gd name="connsiteX4" fmla="*/ 5120384 w 5497850"/>
              <a:gd name="connsiteY4" fmla="*/ 0 h 6448015"/>
              <a:gd name="connsiteX0" fmla="*/ 5120384 w 5497850"/>
              <a:gd name="connsiteY0" fmla="*/ 0 h 6448015"/>
              <a:gd name="connsiteX1" fmla="*/ 5497850 w 5497850"/>
              <a:gd name="connsiteY1" fmla="*/ 14451 h 6448015"/>
              <a:gd name="connsiteX2" fmla="*/ 418820 w 5497850"/>
              <a:gd name="connsiteY2" fmla="*/ 6436729 h 6448015"/>
              <a:gd name="connsiteX3" fmla="*/ 0 w 5497850"/>
              <a:gd name="connsiteY3" fmla="*/ 6448015 h 6448015"/>
              <a:gd name="connsiteX4" fmla="*/ 5120384 w 5497850"/>
              <a:gd name="connsiteY4" fmla="*/ 0 h 6448015"/>
              <a:gd name="connsiteX0" fmla="*/ 5129532 w 5506998"/>
              <a:gd name="connsiteY0" fmla="*/ 0 h 6438867"/>
              <a:gd name="connsiteX1" fmla="*/ 5506998 w 5506998"/>
              <a:gd name="connsiteY1" fmla="*/ 14451 h 6438867"/>
              <a:gd name="connsiteX2" fmla="*/ 427968 w 5506998"/>
              <a:gd name="connsiteY2" fmla="*/ 6436729 h 6438867"/>
              <a:gd name="connsiteX3" fmla="*/ 0 w 5506998"/>
              <a:gd name="connsiteY3" fmla="*/ 6438867 h 6438867"/>
              <a:gd name="connsiteX4" fmla="*/ 5129532 w 5506998"/>
              <a:gd name="connsiteY4" fmla="*/ 0 h 6438867"/>
              <a:gd name="connsiteX0" fmla="*/ 5129532 w 5506998"/>
              <a:gd name="connsiteY0" fmla="*/ 0 h 6438867"/>
              <a:gd name="connsiteX1" fmla="*/ 5506998 w 5506998"/>
              <a:gd name="connsiteY1" fmla="*/ 14451 h 6438867"/>
              <a:gd name="connsiteX2" fmla="*/ 427968 w 5506998"/>
              <a:gd name="connsiteY2" fmla="*/ 6436729 h 6438867"/>
              <a:gd name="connsiteX3" fmla="*/ 0 w 5506998"/>
              <a:gd name="connsiteY3" fmla="*/ 6438867 h 6438867"/>
              <a:gd name="connsiteX4" fmla="*/ 5129532 w 5506998"/>
              <a:gd name="connsiteY4" fmla="*/ 0 h 6438867"/>
              <a:gd name="connsiteX0" fmla="*/ 5129532 w 5517385"/>
              <a:gd name="connsiteY0" fmla="*/ 0 h 6438867"/>
              <a:gd name="connsiteX1" fmla="*/ 5517385 w 5517385"/>
              <a:gd name="connsiteY1" fmla="*/ 4705 h 6438867"/>
              <a:gd name="connsiteX2" fmla="*/ 427968 w 5517385"/>
              <a:gd name="connsiteY2" fmla="*/ 6436729 h 6438867"/>
              <a:gd name="connsiteX3" fmla="*/ 0 w 5517385"/>
              <a:gd name="connsiteY3" fmla="*/ 6438867 h 6438867"/>
              <a:gd name="connsiteX4" fmla="*/ 5129532 w 5517385"/>
              <a:gd name="connsiteY4" fmla="*/ 0 h 643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7385" h="6438867">
                <a:moveTo>
                  <a:pt x="5129532" y="0"/>
                </a:moveTo>
                <a:lnTo>
                  <a:pt x="5517385" y="4705"/>
                </a:lnTo>
                <a:lnTo>
                  <a:pt x="427968" y="6436729"/>
                </a:lnTo>
                <a:lnTo>
                  <a:pt x="0" y="6438867"/>
                </a:lnTo>
                <a:lnTo>
                  <a:pt x="5129532" y="0"/>
                </a:lnTo>
                <a:close/>
              </a:path>
            </a:pathLst>
          </a:custGeom>
          <a:solidFill>
            <a:schemeClr val="tx1">
              <a:alpha val="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ctr" anchorCtr="0" forceAA="0" compatLnSpc="1">
            <a:prstTxWarp prst="textNoShape">
              <a:avLst/>
            </a:prstTxWarp>
            <a:noAutofit/>
          </a:bodyPr>
          <a:lstStyle/>
          <a:p>
            <a:pPr marL="2921711" algn="ctr">
              <a:lnSpc>
                <a:spcPct val="110000"/>
              </a:lnSpc>
              <a:spcAft>
                <a:spcPts val="900"/>
              </a:spcAft>
            </a:pPr>
            <a:endParaRPr lang="en-US" sz="5998" spc="40">
              <a:solidFill>
                <a:schemeClr val="bg1"/>
              </a:solidFill>
              <a:latin typeface="Arial" charset="0"/>
            </a:endParaRPr>
          </a:p>
        </p:txBody>
      </p:sp>
      <p:sp>
        <p:nvSpPr>
          <p:cNvPr id="2" name="TextBox 1">
            <a:extLst>
              <a:ext uri="{FF2B5EF4-FFF2-40B4-BE49-F238E27FC236}">
                <a16:creationId xmlns:a16="http://schemas.microsoft.com/office/drawing/2014/main" id="{EBE3BB49-80BE-8842-B997-6FBC42AC1582}"/>
              </a:ext>
            </a:extLst>
          </p:cNvPr>
          <p:cNvSpPr txBox="1"/>
          <p:nvPr/>
        </p:nvSpPr>
        <p:spPr>
          <a:xfrm>
            <a:off x="-747950" y="3334352"/>
            <a:ext cx="0" cy="0"/>
          </a:xfrm>
          <a:prstGeom prst="rect">
            <a:avLst/>
          </a:prstGeom>
          <a:noFill/>
        </p:spPr>
        <p:txBody>
          <a:bodyPr wrap="none" lIns="0" tIns="0" rIns="0" bIns="0" rtlCol="0">
            <a:noAutofit/>
          </a:bodyPr>
          <a:lstStyle/>
          <a:p>
            <a:pPr>
              <a:lnSpc>
                <a:spcPct val="110000"/>
              </a:lnSpc>
              <a:spcAft>
                <a:spcPts val="900"/>
              </a:spcAft>
            </a:pPr>
            <a:endParaRPr lang="en-US" sz="1999" b="0" spc="40" err="1">
              <a:solidFill>
                <a:srgbClr val="000000"/>
              </a:solidFill>
              <a:latin typeface="Arial" charset="0"/>
            </a:endParaRPr>
          </a:p>
        </p:txBody>
      </p:sp>
      <p:sp>
        <p:nvSpPr>
          <p:cNvPr id="25" name="Rectangle 24">
            <a:extLst>
              <a:ext uri="{FF2B5EF4-FFF2-40B4-BE49-F238E27FC236}">
                <a16:creationId xmlns:a16="http://schemas.microsoft.com/office/drawing/2014/main" id="{B17A60A9-6245-4226-BA6B-78B28828CE49}"/>
              </a:ext>
            </a:extLst>
          </p:cNvPr>
          <p:cNvSpPr/>
          <p:nvPr/>
        </p:nvSpPr>
        <p:spPr>
          <a:xfrm>
            <a:off x="8367454" y="0"/>
            <a:ext cx="3808853" cy="6856214"/>
          </a:xfrm>
          <a:prstGeom prst="rect">
            <a:avLst/>
          </a:prstGeom>
          <a:solidFill>
            <a:srgbClr val="CECECE"/>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t" anchorCtr="0" forceAA="0" compatLnSpc="1">
            <a:prstTxWarp prst="textNoShape">
              <a:avLst/>
            </a:prstTxWarp>
            <a:noAutofit/>
          </a:bodyPr>
          <a:lstStyle/>
          <a:p>
            <a:pPr algn="ctr">
              <a:lnSpc>
                <a:spcPct val="110000"/>
              </a:lnSpc>
              <a:spcAft>
                <a:spcPts val="900"/>
              </a:spcAft>
            </a:pPr>
            <a:endParaRPr lang="en-US" sz="1999" spc="40">
              <a:solidFill>
                <a:srgbClr val="000000"/>
              </a:solidFill>
              <a:latin typeface="Arial" charset="0"/>
            </a:endParaRPr>
          </a:p>
        </p:txBody>
      </p:sp>
      <p:sp>
        <p:nvSpPr>
          <p:cNvPr id="26" name="Title 1">
            <a:extLst>
              <a:ext uri="{FF2B5EF4-FFF2-40B4-BE49-F238E27FC236}">
                <a16:creationId xmlns:a16="http://schemas.microsoft.com/office/drawing/2014/main" id="{E6BEB3AC-7368-4352-8308-A3DF2C8B06FC}"/>
              </a:ext>
            </a:extLst>
          </p:cNvPr>
          <p:cNvSpPr txBox="1">
            <a:spLocks/>
          </p:cNvSpPr>
          <p:nvPr/>
        </p:nvSpPr>
        <p:spPr>
          <a:xfrm>
            <a:off x="736840" y="452673"/>
            <a:ext cx="6861172" cy="498475"/>
          </a:xfrm>
          <a:prstGeom prst="rect">
            <a:avLst/>
          </a:prstGeom>
        </p:spPr>
        <p:txBody>
          <a:bodyPr/>
          <a:lstStyle>
            <a:lvl1pPr algn="l" rtl="0" eaLnBrk="1" fontAlgn="base" hangingPunct="1">
              <a:lnSpc>
                <a:spcPts val="32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r>
              <a:rPr lang="en-US" kern="0"/>
              <a:t>System Performance</a:t>
            </a:r>
          </a:p>
        </p:txBody>
      </p:sp>
      <p:sp>
        <p:nvSpPr>
          <p:cNvPr id="27" name="Title 4">
            <a:extLst>
              <a:ext uri="{FF2B5EF4-FFF2-40B4-BE49-F238E27FC236}">
                <a16:creationId xmlns:a16="http://schemas.microsoft.com/office/drawing/2014/main" id="{FBF1A865-3CB5-4A0A-8353-484B886EAB71}"/>
              </a:ext>
            </a:extLst>
          </p:cNvPr>
          <p:cNvSpPr txBox="1">
            <a:spLocks/>
          </p:cNvSpPr>
          <p:nvPr/>
        </p:nvSpPr>
        <p:spPr bwMode="auto">
          <a:xfrm>
            <a:off x="1795225" y="1418001"/>
            <a:ext cx="1627289" cy="41750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1" fontAlgn="base" hangingPunct="1">
              <a:lnSpc>
                <a:spcPts val="32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pPr defTabSz="914126">
              <a:lnSpc>
                <a:spcPts val="3199"/>
              </a:lnSpc>
              <a:defRPr/>
            </a:pPr>
            <a:r>
              <a:rPr lang="en-US" sz="1999" b="0" kern="0">
                <a:solidFill>
                  <a:schemeClr val="tx1">
                    <a:lumMod val="50000"/>
                    <a:lumOff val="50000"/>
                  </a:schemeClr>
                </a:solidFill>
                <a:latin typeface="Arial Narrow" panose="020B0606020202030204" pitchFamily="34" charset="0"/>
              </a:rPr>
              <a:t>Before</a:t>
            </a:r>
            <a:endParaRPr lang="en-US" sz="2799" b="0" kern="0">
              <a:solidFill>
                <a:schemeClr val="tx1">
                  <a:lumMod val="50000"/>
                  <a:lumOff val="50000"/>
                </a:schemeClr>
              </a:solidFill>
              <a:latin typeface="Arial Narrow" panose="020B0606020202030204" pitchFamily="34" charset="0"/>
            </a:endParaRPr>
          </a:p>
        </p:txBody>
      </p:sp>
      <p:sp>
        <p:nvSpPr>
          <p:cNvPr id="28" name="Title 4">
            <a:extLst>
              <a:ext uri="{FF2B5EF4-FFF2-40B4-BE49-F238E27FC236}">
                <a16:creationId xmlns:a16="http://schemas.microsoft.com/office/drawing/2014/main" id="{46C4E3B3-C0B4-496C-B077-D366F6E32B82}"/>
              </a:ext>
            </a:extLst>
          </p:cNvPr>
          <p:cNvSpPr txBox="1">
            <a:spLocks/>
          </p:cNvSpPr>
          <p:nvPr/>
        </p:nvSpPr>
        <p:spPr bwMode="auto">
          <a:xfrm>
            <a:off x="1779648" y="1604720"/>
            <a:ext cx="3580327" cy="1168879"/>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rtl="0" eaLnBrk="1" fontAlgn="base" hangingPunct="1">
              <a:lnSpc>
                <a:spcPts val="32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pPr lvl="0">
              <a:defRPr/>
            </a:pPr>
            <a:r>
              <a:rPr lang="en-US" sz="7200" kern="0">
                <a:solidFill>
                  <a:schemeClr val="tx1">
                    <a:lumMod val="50000"/>
                    <a:lumOff val="50000"/>
                  </a:schemeClr>
                </a:solidFill>
              </a:rPr>
              <a:t>62.5</a:t>
            </a:r>
            <a:r>
              <a:rPr lang="en-US" sz="5400" b="0" kern="0">
                <a:solidFill>
                  <a:schemeClr val="tx1">
                    <a:lumMod val="50000"/>
                    <a:lumOff val="50000"/>
                  </a:schemeClr>
                </a:solidFill>
              </a:rPr>
              <a:t>%</a:t>
            </a:r>
            <a:endParaRPr lang="en-US" sz="7200" b="0" kern="0">
              <a:solidFill>
                <a:schemeClr val="tx1">
                  <a:lumMod val="50000"/>
                  <a:lumOff val="50000"/>
                </a:schemeClr>
              </a:solidFill>
            </a:endParaRPr>
          </a:p>
        </p:txBody>
      </p:sp>
      <p:sp>
        <p:nvSpPr>
          <p:cNvPr id="29" name="Title 4">
            <a:extLst>
              <a:ext uri="{FF2B5EF4-FFF2-40B4-BE49-F238E27FC236}">
                <a16:creationId xmlns:a16="http://schemas.microsoft.com/office/drawing/2014/main" id="{F366D025-8717-4155-91AC-BFED22CE64DD}"/>
              </a:ext>
            </a:extLst>
          </p:cNvPr>
          <p:cNvSpPr txBox="1">
            <a:spLocks/>
          </p:cNvSpPr>
          <p:nvPr/>
        </p:nvSpPr>
        <p:spPr bwMode="auto">
          <a:xfrm>
            <a:off x="8263186" y="1418001"/>
            <a:ext cx="1627289" cy="41750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1" fontAlgn="base" hangingPunct="1">
              <a:lnSpc>
                <a:spcPts val="32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pPr defTabSz="914126">
              <a:lnSpc>
                <a:spcPts val="3199"/>
              </a:lnSpc>
              <a:defRPr/>
            </a:pPr>
            <a:r>
              <a:rPr lang="en-US" sz="1999" b="0" kern="0">
                <a:solidFill>
                  <a:schemeClr val="tx1">
                    <a:lumMod val="85000"/>
                    <a:lumOff val="15000"/>
                  </a:schemeClr>
                </a:solidFill>
                <a:latin typeface="Arial Narrow" panose="020B0606020202030204" pitchFamily="34" charset="0"/>
              </a:rPr>
              <a:t>After</a:t>
            </a:r>
            <a:endParaRPr lang="en-US" sz="2799" b="0" kern="0">
              <a:solidFill>
                <a:schemeClr val="tx1">
                  <a:lumMod val="85000"/>
                  <a:lumOff val="15000"/>
                </a:schemeClr>
              </a:solidFill>
              <a:latin typeface="Arial Narrow" panose="020B0606020202030204" pitchFamily="34" charset="0"/>
            </a:endParaRPr>
          </a:p>
        </p:txBody>
      </p:sp>
      <p:sp>
        <p:nvSpPr>
          <p:cNvPr id="30" name="Title 4">
            <a:extLst>
              <a:ext uri="{FF2B5EF4-FFF2-40B4-BE49-F238E27FC236}">
                <a16:creationId xmlns:a16="http://schemas.microsoft.com/office/drawing/2014/main" id="{7D069F6E-C1E9-4311-97BF-408A4B20B036}"/>
              </a:ext>
            </a:extLst>
          </p:cNvPr>
          <p:cNvSpPr txBox="1">
            <a:spLocks/>
          </p:cNvSpPr>
          <p:nvPr/>
        </p:nvSpPr>
        <p:spPr bwMode="auto">
          <a:xfrm>
            <a:off x="8247609" y="1604720"/>
            <a:ext cx="3080295" cy="1168879"/>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rtl="0" eaLnBrk="1" fontAlgn="base" hangingPunct="1">
              <a:lnSpc>
                <a:spcPts val="32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pPr lvl="0">
              <a:defRPr/>
            </a:pPr>
            <a:r>
              <a:rPr lang="en-US" sz="7200" kern="0">
                <a:solidFill>
                  <a:schemeClr val="tx1">
                    <a:lumMod val="85000"/>
                    <a:lumOff val="15000"/>
                  </a:schemeClr>
                </a:solidFill>
              </a:rPr>
              <a:t>97.5</a:t>
            </a:r>
            <a:r>
              <a:rPr lang="en-US" sz="5400" b="0" kern="0">
                <a:solidFill>
                  <a:schemeClr val="tx1">
                    <a:lumMod val="85000"/>
                    <a:lumOff val="15000"/>
                  </a:schemeClr>
                </a:solidFill>
              </a:rPr>
              <a:t>%</a:t>
            </a:r>
            <a:endParaRPr lang="en-US" sz="7200" b="0" kern="0">
              <a:solidFill>
                <a:schemeClr val="tx1">
                  <a:lumMod val="85000"/>
                  <a:lumOff val="15000"/>
                </a:schemeClr>
              </a:solidFill>
            </a:endParaRPr>
          </a:p>
        </p:txBody>
      </p:sp>
      <p:sp>
        <p:nvSpPr>
          <p:cNvPr id="31" name="Text Placeholder 3">
            <a:extLst>
              <a:ext uri="{FF2B5EF4-FFF2-40B4-BE49-F238E27FC236}">
                <a16:creationId xmlns:a16="http://schemas.microsoft.com/office/drawing/2014/main" id="{8CFA0DA9-0498-450D-ABB4-8C7F381F6467}"/>
              </a:ext>
            </a:extLst>
          </p:cNvPr>
          <p:cNvSpPr txBox="1">
            <a:spLocks/>
          </p:cNvSpPr>
          <p:nvPr/>
        </p:nvSpPr>
        <p:spPr>
          <a:xfrm>
            <a:off x="417250" y="3107184"/>
            <a:ext cx="5130452" cy="3236709"/>
          </a:xfrm>
          <a:prstGeom prst="rect">
            <a:avLst/>
          </a:prstGeom>
        </p:spPr>
        <p:txBody>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It times out it is like after an hour if you are not doing any activity</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There are pop ups (2-3) lengthy - I don't know what they say - basically some sort of error messages cryptic, system just self close - and need to re-log in</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Z scaler - </a:t>
            </a:r>
            <a:r>
              <a:rPr lang="en-US" sz="1400" kern="0" err="1">
                <a:solidFill>
                  <a:schemeClr val="tx1">
                    <a:lumMod val="75000"/>
                    <a:lumOff val="25000"/>
                  </a:schemeClr>
                </a:solidFill>
                <a:latin typeface="Arial Narrow" panose="020B0606020202030204" pitchFamily="34" charset="0"/>
              </a:rPr>
              <a:t>ABtools</a:t>
            </a:r>
            <a:r>
              <a:rPr lang="en-US" sz="1400" kern="0">
                <a:solidFill>
                  <a:schemeClr val="tx1">
                    <a:lumMod val="75000"/>
                    <a:lumOff val="25000"/>
                  </a:schemeClr>
                </a:solidFill>
                <a:latin typeface="Arial Narrow" panose="020B0606020202030204" pitchFamily="34" charset="0"/>
              </a:rPr>
              <a:t> does not work with Z scaler, </a:t>
            </a:r>
            <a:br>
              <a:rPr lang="en-US" sz="1400" kern="0">
                <a:solidFill>
                  <a:schemeClr val="tx1">
                    <a:lumMod val="75000"/>
                    <a:lumOff val="25000"/>
                  </a:schemeClr>
                </a:solidFill>
                <a:latin typeface="Arial Narrow" panose="020B0606020202030204" pitchFamily="34" charset="0"/>
              </a:rPr>
            </a:br>
            <a:r>
              <a:rPr lang="en-US" sz="1400" kern="0">
                <a:solidFill>
                  <a:schemeClr val="tx1">
                    <a:lumMod val="75000"/>
                    <a:lumOff val="25000"/>
                  </a:schemeClr>
                </a:solidFill>
                <a:latin typeface="Arial Narrow" panose="020B0606020202030204" pitchFamily="34" charset="0"/>
              </a:rPr>
              <a:t>still working with VPN</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Sometimes it has issues to give someone access to </a:t>
            </a:r>
            <a:r>
              <a:rPr lang="en-US" sz="1400" kern="0" err="1">
                <a:solidFill>
                  <a:schemeClr val="tx1">
                    <a:lumMod val="75000"/>
                    <a:lumOff val="25000"/>
                  </a:schemeClr>
                </a:solidFill>
                <a:latin typeface="Arial Narrow" panose="020B0606020202030204" pitchFamily="34" charset="0"/>
              </a:rPr>
              <a:t>ABtools</a:t>
            </a:r>
            <a:endParaRPr lang="en-US" sz="1400" kern="0">
              <a:solidFill>
                <a:schemeClr val="tx1">
                  <a:lumMod val="75000"/>
                  <a:lumOff val="25000"/>
                </a:schemeClr>
              </a:solidFill>
              <a:latin typeface="Arial Narrow" panose="020B0606020202030204" pitchFamily="34" charset="0"/>
            </a:endParaRP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They can't access the system when we submit to system </a:t>
            </a:r>
            <a:br>
              <a:rPr lang="en-US" sz="1400" kern="0">
                <a:solidFill>
                  <a:schemeClr val="tx1">
                    <a:lumMod val="75000"/>
                    <a:lumOff val="25000"/>
                  </a:schemeClr>
                </a:solidFill>
                <a:latin typeface="Arial Narrow" panose="020B0606020202030204" pitchFamily="34" charset="0"/>
              </a:rPr>
            </a:br>
            <a:r>
              <a:rPr lang="en-US" sz="1400" kern="0">
                <a:solidFill>
                  <a:schemeClr val="tx1">
                    <a:lumMod val="75000"/>
                    <a:lumOff val="25000"/>
                  </a:schemeClr>
                </a:solidFill>
                <a:latin typeface="Arial Narrow" panose="020B0606020202030204" pitchFamily="34" charset="0"/>
              </a:rPr>
              <a:t>because it has multiple layers to provide access</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You don't understand why it does that way</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It will spin and it will close out</a:t>
            </a:r>
          </a:p>
          <a:p>
            <a:pPr marL="342900" indent="-342900">
              <a:lnSpc>
                <a:spcPct val="100000"/>
              </a:lnSpc>
              <a:buFont typeface="Arial" panose="020B0604020202020204" pitchFamily="34" charset="0"/>
              <a:buChar char="•"/>
            </a:pPr>
            <a:endParaRPr lang="en-US" sz="1400" kern="0">
              <a:solidFill>
                <a:schemeClr val="tx1">
                  <a:lumMod val="75000"/>
                  <a:lumOff val="25000"/>
                </a:schemeClr>
              </a:solidFill>
              <a:latin typeface="Arial Narrow" panose="020B0606020202030204" pitchFamily="34" charset="0"/>
            </a:endParaRPr>
          </a:p>
          <a:p>
            <a:pPr marL="342900" indent="-342900">
              <a:lnSpc>
                <a:spcPct val="100000"/>
              </a:lnSpc>
              <a:buFont typeface="Arial" panose="020B0604020202020204" pitchFamily="34" charset="0"/>
              <a:buChar char="•"/>
            </a:pPr>
            <a:endParaRPr lang="en-US" sz="1400" kern="0">
              <a:solidFill>
                <a:schemeClr val="tx1">
                  <a:lumMod val="75000"/>
                  <a:lumOff val="25000"/>
                </a:schemeClr>
              </a:solidFill>
              <a:latin typeface="Arial Narrow" panose="020B0606020202030204" pitchFamily="34" charset="0"/>
            </a:endParaRPr>
          </a:p>
        </p:txBody>
      </p:sp>
      <p:sp>
        <p:nvSpPr>
          <p:cNvPr id="14" name="Text Placeholder 3">
            <a:extLst>
              <a:ext uri="{FF2B5EF4-FFF2-40B4-BE49-F238E27FC236}">
                <a16:creationId xmlns:a16="http://schemas.microsoft.com/office/drawing/2014/main" id="{C25DAE67-B36A-4AF1-9F03-0080AC32A33B}"/>
              </a:ext>
            </a:extLst>
          </p:cNvPr>
          <p:cNvSpPr txBox="1">
            <a:spLocks/>
          </p:cNvSpPr>
          <p:nvPr/>
        </p:nvSpPr>
        <p:spPr>
          <a:xfrm>
            <a:off x="6716503" y="3252618"/>
            <a:ext cx="4926346" cy="1804920"/>
          </a:xfrm>
          <a:prstGeom prst="rect">
            <a:avLst/>
          </a:prstGeom>
        </p:spPr>
        <p:txBody>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I haven't had any issues with latency or any performance issue</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Consistent speed</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Always been available when I need it</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There are a few buttons that don't work yet, and they didn't indicate it wasn't working, if it works that could be 100</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You don't get kicked out of it, </a:t>
            </a:r>
            <a:br>
              <a:rPr lang="en-US" sz="1400" kern="0">
                <a:solidFill>
                  <a:schemeClr val="tx1">
                    <a:lumMod val="75000"/>
                    <a:lumOff val="25000"/>
                  </a:schemeClr>
                </a:solidFill>
                <a:latin typeface="Arial Narrow" panose="020B0606020202030204" pitchFamily="34" charset="0"/>
              </a:rPr>
            </a:br>
            <a:r>
              <a:rPr lang="en-US" sz="1400" kern="0">
                <a:solidFill>
                  <a:schemeClr val="tx1">
                    <a:lumMod val="75000"/>
                    <a:lumOff val="25000"/>
                  </a:schemeClr>
                </a:solidFill>
                <a:latin typeface="Arial Narrow" panose="020B0606020202030204" pitchFamily="34" charset="0"/>
              </a:rPr>
              <a:t>you don't have to change password</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It hasn't been down, and it is quicker than old </a:t>
            </a:r>
            <a:r>
              <a:rPr lang="en-US" sz="1400" kern="0" err="1">
                <a:solidFill>
                  <a:schemeClr val="tx1">
                    <a:lumMod val="75000"/>
                    <a:lumOff val="25000"/>
                  </a:schemeClr>
                </a:solidFill>
                <a:latin typeface="Arial Narrow" panose="020B0606020202030204" pitchFamily="34" charset="0"/>
              </a:rPr>
              <a:t>ABTools</a:t>
            </a:r>
            <a:endParaRPr lang="en-US" sz="1400" kern="0">
              <a:solidFill>
                <a:schemeClr val="tx1">
                  <a:lumMod val="75000"/>
                  <a:lumOff val="25000"/>
                </a:schemeClr>
              </a:solidFill>
              <a:latin typeface="Arial Narrow" panose="020B0606020202030204" pitchFamily="34" charset="0"/>
            </a:endParaRPr>
          </a:p>
        </p:txBody>
      </p:sp>
    </p:spTree>
    <p:extLst>
      <p:ext uri="{BB962C8B-B14F-4D97-AF65-F5344CB8AC3E}">
        <p14:creationId xmlns:p14="http://schemas.microsoft.com/office/powerpoint/2010/main" val="20272276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72751F-5973-0A46-BBB4-3E06AB5C9E26}"/>
              </a:ext>
            </a:extLst>
          </p:cNvPr>
          <p:cNvSpPr/>
          <p:nvPr/>
        </p:nvSpPr>
        <p:spPr>
          <a:xfrm>
            <a:off x="1587" y="893"/>
            <a:ext cx="12185651" cy="6856214"/>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t" anchorCtr="0" forceAA="0" compatLnSpc="1">
            <a:prstTxWarp prst="textNoShape">
              <a:avLst/>
            </a:prstTxWarp>
            <a:noAutofit/>
          </a:bodyPr>
          <a:lstStyle/>
          <a:p>
            <a:pPr algn="ctr">
              <a:lnSpc>
                <a:spcPct val="110000"/>
              </a:lnSpc>
              <a:spcAft>
                <a:spcPts val="900"/>
              </a:spcAft>
            </a:pPr>
            <a:endParaRPr lang="en-US" sz="1999" spc="40">
              <a:solidFill>
                <a:srgbClr val="000000"/>
              </a:solidFill>
              <a:latin typeface="Arial" charset="0"/>
            </a:endParaRPr>
          </a:p>
        </p:txBody>
      </p:sp>
      <p:sp>
        <p:nvSpPr>
          <p:cNvPr id="7" name="Rectangle 75">
            <a:extLst>
              <a:ext uri="{FF2B5EF4-FFF2-40B4-BE49-F238E27FC236}">
                <a16:creationId xmlns:a16="http://schemas.microsoft.com/office/drawing/2014/main" id="{925E044C-D174-4E42-94E4-3288FDC52C2E}"/>
              </a:ext>
            </a:extLst>
          </p:cNvPr>
          <p:cNvSpPr/>
          <p:nvPr/>
        </p:nvSpPr>
        <p:spPr>
          <a:xfrm>
            <a:off x="4493373" y="316"/>
            <a:ext cx="3975503" cy="6856792"/>
          </a:xfrm>
          <a:custGeom>
            <a:avLst/>
            <a:gdLst>
              <a:gd name="connsiteX0" fmla="*/ 0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0 w 5006146"/>
              <a:gd name="connsiteY4" fmla="*/ 0 h 6432884"/>
              <a:gd name="connsiteX0" fmla="*/ 1868557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1868557 w 5006146"/>
              <a:gd name="connsiteY4" fmla="*/ 0 h 6432884"/>
              <a:gd name="connsiteX0" fmla="*/ 4823792 w 7961381"/>
              <a:gd name="connsiteY0" fmla="*/ 0 h 6432884"/>
              <a:gd name="connsiteX1" fmla="*/ 7961381 w 7961381"/>
              <a:gd name="connsiteY1" fmla="*/ 0 h 6432884"/>
              <a:gd name="connsiteX2" fmla="*/ 7961381 w 7961381"/>
              <a:gd name="connsiteY2" fmla="*/ 6432884 h 6432884"/>
              <a:gd name="connsiteX3" fmla="*/ 0 w 7961381"/>
              <a:gd name="connsiteY3" fmla="*/ 6353371 h 6432884"/>
              <a:gd name="connsiteX4" fmla="*/ 4823792 w 7961381"/>
              <a:gd name="connsiteY4" fmla="*/ 0 h 6432884"/>
              <a:gd name="connsiteX0" fmla="*/ 5049079 w 8186668"/>
              <a:gd name="connsiteY0" fmla="*/ 0 h 6432884"/>
              <a:gd name="connsiteX1" fmla="*/ 8186668 w 8186668"/>
              <a:gd name="connsiteY1" fmla="*/ 0 h 6432884"/>
              <a:gd name="connsiteX2" fmla="*/ 8186668 w 8186668"/>
              <a:gd name="connsiteY2" fmla="*/ 6432884 h 6432884"/>
              <a:gd name="connsiteX3" fmla="*/ 0 w 8186668"/>
              <a:gd name="connsiteY3" fmla="*/ 6379876 h 6432884"/>
              <a:gd name="connsiteX4" fmla="*/ 5049079 w 8186668"/>
              <a:gd name="connsiteY4" fmla="*/ 0 h 6432884"/>
              <a:gd name="connsiteX0" fmla="*/ 5102088 w 8239677"/>
              <a:gd name="connsiteY0" fmla="*/ 0 h 6432884"/>
              <a:gd name="connsiteX1" fmla="*/ 8239677 w 8239677"/>
              <a:gd name="connsiteY1" fmla="*/ 0 h 6432884"/>
              <a:gd name="connsiteX2" fmla="*/ 8239677 w 8239677"/>
              <a:gd name="connsiteY2" fmla="*/ 6432884 h 6432884"/>
              <a:gd name="connsiteX3" fmla="*/ 0 w 8239677"/>
              <a:gd name="connsiteY3" fmla="*/ 6393128 h 6432884"/>
              <a:gd name="connsiteX4" fmla="*/ 5102088 w 8239677"/>
              <a:gd name="connsiteY4" fmla="*/ 0 h 6432884"/>
              <a:gd name="connsiteX0" fmla="*/ 5093699 w 8231288"/>
              <a:gd name="connsiteY0" fmla="*/ 0 h 6435073"/>
              <a:gd name="connsiteX1" fmla="*/ 8231288 w 8231288"/>
              <a:gd name="connsiteY1" fmla="*/ 0 h 6435073"/>
              <a:gd name="connsiteX2" fmla="*/ 8231288 w 8231288"/>
              <a:gd name="connsiteY2" fmla="*/ 6432884 h 6435073"/>
              <a:gd name="connsiteX3" fmla="*/ 0 w 8231288"/>
              <a:gd name="connsiteY3" fmla="*/ 6435073 h 6435073"/>
              <a:gd name="connsiteX4" fmla="*/ 5093699 w 8231288"/>
              <a:gd name="connsiteY4" fmla="*/ 0 h 6435073"/>
              <a:gd name="connsiteX0" fmla="*/ 5093699 w 8231288"/>
              <a:gd name="connsiteY0" fmla="*/ 0 h 6435073"/>
              <a:gd name="connsiteX1" fmla="*/ 6242067 w 8231288"/>
              <a:gd name="connsiteY1" fmla="*/ 0 h 6435073"/>
              <a:gd name="connsiteX2" fmla="*/ 8231288 w 8231288"/>
              <a:gd name="connsiteY2" fmla="*/ 6432884 h 6435073"/>
              <a:gd name="connsiteX3" fmla="*/ 0 w 8231288"/>
              <a:gd name="connsiteY3" fmla="*/ 6435073 h 6435073"/>
              <a:gd name="connsiteX4" fmla="*/ 5093699 w 8231288"/>
              <a:gd name="connsiteY4" fmla="*/ 0 h 6435073"/>
              <a:gd name="connsiteX0" fmla="*/ 5093699 w 6274151"/>
              <a:gd name="connsiteY0" fmla="*/ 0 h 6435073"/>
              <a:gd name="connsiteX1" fmla="*/ 6242067 w 6274151"/>
              <a:gd name="connsiteY1" fmla="*/ 0 h 6435073"/>
              <a:gd name="connsiteX2" fmla="*/ 6274151 w 6274151"/>
              <a:gd name="connsiteY2" fmla="*/ 6432884 h 6435073"/>
              <a:gd name="connsiteX3" fmla="*/ 0 w 6274151"/>
              <a:gd name="connsiteY3" fmla="*/ 6435073 h 6435073"/>
              <a:gd name="connsiteX4" fmla="*/ 5093699 w 6274151"/>
              <a:gd name="connsiteY4" fmla="*/ 0 h 6435073"/>
              <a:gd name="connsiteX0" fmla="*/ 5093699 w 6274151"/>
              <a:gd name="connsiteY0" fmla="*/ 0 h 6435073"/>
              <a:gd name="connsiteX1" fmla="*/ 6258109 w 6274151"/>
              <a:gd name="connsiteY1" fmla="*/ 16042 h 6435073"/>
              <a:gd name="connsiteX2" fmla="*/ 6274151 w 6274151"/>
              <a:gd name="connsiteY2" fmla="*/ 6432884 h 6435073"/>
              <a:gd name="connsiteX3" fmla="*/ 0 w 6274151"/>
              <a:gd name="connsiteY3" fmla="*/ 6435073 h 6435073"/>
              <a:gd name="connsiteX4" fmla="*/ 5093699 w 6274151"/>
              <a:gd name="connsiteY4" fmla="*/ 0 h 6435073"/>
              <a:gd name="connsiteX0" fmla="*/ 5093699 w 6284424"/>
              <a:gd name="connsiteY0" fmla="*/ 542 h 6435615"/>
              <a:gd name="connsiteX1" fmla="*/ 6283509 w 6284424"/>
              <a:gd name="connsiteY1" fmla="*/ 1688 h 6435615"/>
              <a:gd name="connsiteX2" fmla="*/ 6274151 w 6284424"/>
              <a:gd name="connsiteY2" fmla="*/ 6433426 h 6435615"/>
              <a:gd name="connsiteX3" fmla="*/ 0 w 6284424"/>
              <a:gd name="connsiteY3" fmla="*/ 6435615 h 6435615"/>
              <a:gd name="connsiteX4" fmla="*/ 5093699 w 6284424"/>
              <a:gd name="connsiteY4" fmla="*/ 542 h 6435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84424" h="6435615">
                <a:moveTo>
                  <a:pt x="5093699" y="542"/>
                </a:moveTo>
                <a:cubicBezTo>
                  <a:pt x="5481836" y="5889"/>
                  <a:pt x="5895372" y="-3659"/>
                  <a:pt x="6283509" y="1688"/>
                </a:cubicBezTo>
                <a:cubicBezTo>
                  <a:pt x="6288856" y="2140635"/>
                  <a:pt x="6268804" y="4294479"/>
                  <a:pt x="6274151" y="6433426"/>
                </a:cubicBezTo>
                <a:lnTo>
                  <a:pt x="0" y="6435615"/>
                </a:lnTo>
                <a:lnTo>
                  <a:pt x="5093699" y="542"/>
                </a:lnTo>
                <a:close/>
              </a:path>
            </a:pathLst>
          </a:custGeom>
          <a:solidFill>
            <a:schemeClr val="tx1">
              <a:alpha val="1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ctr" anchorCtr="0" forceAA="0" compatLnSpc="1">
            <a:prstTxWarp prst="textNoShape">
              <a:avLst/>
            </a:prstTxWarp>
            <a:noAutofit/>
          </a:bodyPr>
          <a:lstStyle/>
          <a:p>
            <a:pPr marL="2921711" algn="ctr">
              <a:lnSpc>
                <a:spcPct val="110000"/>
              </a:lnSpc>
              <a:spcAft>
                <a:spcPts val="900"/>
              </a:spcAft>
            </a:pPr>
            <a:endParaRPr lang="en-US" sz="5998" spc="40">
              <a:solidFill>
                <a:schemeClr val="bg1"/>
              </a:solidFill>
              <a:latin typeface="Arial" charset="0"/>
            </a:endParaRPr>
          </a:p>
        </p:txBody>
      </p:sp>
      <p:sp>
        <p:nvSpPr>
          <p:cNvPr id="6" name="Rectangle 75">
            <a:extLst>
              <a:ext uri="{FF2B5EF4-FFF2-40B4-BE49-F238E27FC236}">
                <a16:creationId xmlns:a16="http://schemas.microsoft.com/office/drawing/2014/main" id="{5C85A318-0B68-C14F-A423-D3A70167276C}"/>
              </a:ext>
            </a:extLst>
          </p:cNvPr>
          <p:cNvSpPr/>
          <p:nvPr/>
        </p:nvSpPr>
        <p:spPr>
          <a:xfrm>
            <a:off x="4247821" y="565922"/>
            <a:ext cx="3207625" cy="6291184"/>
          </a:xfrm>
          <a:custGeom>
            <a:avLst/>
            <a:gdLst>
              <a:gd name="connsiteX0" fmla="*/ 0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0 w 5006146"/>
              <a:gd name="connsiteY4" fmla="*/ 0 h 6432884"/>
              <a:gd name="connsiteX0" fmla="*/ 1868557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1868557 w 5006146"/>
              <a:gd name="connsiteY4" fmla="*/ 0 h 6432884"/>
              <a:gd name="connsiteX0" fmla="*/ 4823792 w 7961381"/>
              <a:gd name="connsiteY0" fmla="*/ 0 h 6432884"/>
              <a:gd name="connsiteX1" fmla="*/ 7961381 w 7961381"/>
              <a:gd name="connsiteY1" fmla="*/ 0 h 6432884"/>
              <a:gd name="connsiteX2" fmla="*/ 7961381 w 7961381"/>
              <a:gd name="connsiteY2" fmla="*/ 6432884 h 6432884"/>
              <a:gd name="connsiteX3" fmla="*/ 0 w 7961381"/>
              <a:gd name="connsiteY3" fmla="*/ 6353371 h 6432884"/>
              <a:gd name="connsiteX4" fmla="*/ 4823792 w 7961381"/>
              <a:gd name="connsiteY4" fmla="*/ 0 h 6432884"/>
              <a:gd name="connsiteX0" fmla="*/ 5049079 w 8186668"/>
              <a:gd name="connsiteY0" fmla="*/ 0 h 6432884"/>
              <a:gd name="connsiteX1" fmla="*/ 8186668 w 8186668"/>
              <a:gd name="connsiteY1" fmla="*/ 0 h 6432884"/>
              <a:gd name="connsiteX2" fmla="*/ 8186668 w 8186668"/>
              <a:gd name="connsiteY2" fmla="*/ 6432884 h 6432884"/>
              <a:gd name="connsiteX3" fmla="*/ 0 w 8186668"/>
              <a:gd name="connsiteY3" fmla="*/ 6379876 h 6432884"/>
              <a:gd name="connsiteX4" fmla="*/ 5049079 w 8186668"/>
              <a:gd name="connsiteY4" fmla="*/ 0 h 6432884"/>
              <a:gd name="connsiteX0" fmla="*/ 5102088 w 8239677"/>
              <a:gd name="connsiteY0" fmla="*/ 0 h 6432884"/>
              <a:gd name="connsiteX1" fmla="*/ 8239677 w 8239677"/>
              <a:gd name="connsiteY1" fmla="*/ 0 h 6432884"/>
              <a:gd name="connsiteX2" fmla="*/ 8239677 w 8239677"/>
              <a:gd name="connsiteY2" fmla="*/ 6432884 h 6432884"/>
              <a:gd name="connsiteX3" fmla="*/ 0 w 8239677"/>
              <a:gd name="connsiteY3" fmla="*/ 6393128 h 6432884"/>
              <a:gd name="connsiteX4" fmla="*/ 5102088 w 8239677"/>
              <a:gd name="connsiteY4" fmla="*/ 0 h 6432884"/>
              <a:gd name="connsiteX0" fmla="*/ 5102088 w 8239677"/>
              <a:gd name="connsiteY0" fmla="*/ 0 h 6418433"/>
              <a:gd name="connsiteX1" fmla="*/ 8239677 w 8239677"/>
              <a:gd name="connsiteY1" fmla="*/ 0 h 6418433"/>
              <a:gd name="connsiteX2" fmla="*/ 363933 w 8239677"/>
              <a:gd name="connsiteY2" fmla="*/ 6418433 h 6418433"/>
              <a:gd name="connsiteX3" fmla="*/ 0 w 8239677"/>
              <a:gd name="connsiteY3" fmla="*/ 6393128 h 6418433"/>
              <a:gd name="connsiteX4" fmla="*/ 5102088 w 8239677"/>
              <a:gd name="connsiteY4" fmla="*/ 0 h 6418433"/>
              <a:gd name="connsiteX0" fmla="*/ 5102088 w 5479554"/>
              <a:gd name="connsiteY0" fmla="*/ 0 h 6418433"/>
              <a:gd name="connsiteX1" fmla="*/ 5479554 w 5479554"/>
              <a:gd name="connsiteY1" fmla="*/ 14451 h 6418433"/>
              <a:gd name="connsiteX2" fmla="*/ 363933 w 5479554"/>
              <a:gd name="connsiteY2" fmla="*/ 6418433 h 6418433"/>
              <a:gd name="connsiteX3" fmla="*/ 0 w 5479554"/>
              <a:gd name="connsiteY3" fmla="*/ 6393128 h 6418433"/>
              <a:gd name="connsiteX4" fmla="*/ 5102088 w 5479554"/>
              <a:gd name="connsiteY4" fmla="*/ 0 h 6418433"/>
              <a:gd name="connsiteX0" fmla="*/ 5120384 w 5497850"/>
              <a:gd name="connsiteY0" fmla="*/ 0 h 6448015"/>
              <a:gd name="connsiteX1" fmla="*/ 5497850 w 5497850"/>
              <a:gd name="connsiteY1" fmla="*/ 14451 h 6448015"/>
              <a:gd name="connsiteX2" fmla="*/ 382229 w 5497850"/>
              <a:gd name="connsiteY2" fmla="*/ 6418433 h 6448015"/>
              <a:gd name="connsiteX3" fmla="*/ 0 w 5497850"/>
              <a:gd name="connsiteY3" fmla="*/ 6448015 h 6448015"/>
              <a:gd name="connsiteX4" fmla="*/ 5120384 w 5497850"/>
              <a:gd name="connsiteY4" fmla="*/ 0 h 6448015"/>
              <a:gd name="connsiteX0" fmla="*/ 5120384 w 5497850"/>
              <a:gd name="connsiteY0" fmla="*/ 0 h 6448015"/>
              <a:gd name="connsiteX1" fmla="*/ 5497850 w 5497850"/>
              <a:gd name="connsiteY1" fmla="*/ 14451 h 6448015"/>
              <a:gd name="connsiteX2" fmla="*/ 418820 w 5497850"/>
              <a:gd name="connsiteY2" fmla="*/ 6436729 h 6448015"/>
              <a:gd name="connsiteX3" fmla="*/ 0 w 5497850"/>
              <a:gd name="connsiteY3" fmla="*/ 6448015 h 6448015"/>
              <a:gd name="connsiteX4" fmla="*/ 5120384 w 5497850"/>
              <a:gd name="connsiteY4" fmla="*/ 0 h 6448015"/>
              <a:gd name="connsiteX0" fmla="*/ 5129532 w 5506998"/>
              <a:gd name="connsiteY0" fmla="*/ 0 h 6438867"/>
              <a:gd name="connsiteX1" fmla="*/ 5506998 w 5506998"/>
              <a:gd name="connsiteY1" fmla="*/ 14451 h 6438867"/>
              <a:gd name="connsiteX2" fmla="*/ 427968 w 5506998"/>
              <a:gd name="connsiteY2" fmla="*/ 6436729 h 6438867"/>
              <a:gd name="connsiteX3" fmla="*/ 0 w 5506998"/>
              <a:gd name="connsiteY3" fmla="*/ 6438867 h 6438867"/>
              <a:gd name="connsiteX4" fmla="*/ 5129532 w 5506998"/>
              <a:gd name="connsiteY4" fmla="*/ 0 h 6438867"/>
              <a:gd name="connsiteX0" fmla="*/ 5129532 w 5506998"/>
              <a:gd name="connsiteY0" fmla="*/ 0 h 6438867"/>
              <a:gd name="connsiteX1" fmla="*/ 5506998 w 5506998"/>
              <a:gd name="connsiteY1" fmla="*/ 14451 h 6438867"/>
              <a:gd name="connsiteX2" fmla="*/ 427968 w 5506998"/>
              <a:gd name="connsiteY2" fmla="*/ 6436729 h 6438867"/>
              <a:gd name="connsiteX3" fmla="*/ 0 w 5506998"/>
              <a:gd name="connsiteY3" fmla="*/ 6438867 h 6438867"/>
              <a:gd name="connsiteX4" fmla="*/ 5129532 w 5506998"/>
              <a:gd name="connsiteY4" fmla="*/ 0 h 6438867"/>
              <a:gd name="connsiteX0" fmla="*/ 5129532 w 5517385"/>
              <a:gd name="connsiteY0" fmla="*/ 0 h 6438867"/>
              <a:gd name="connsiteX1" fmla="*/ 5517385 w 5517385"/>
              <a:gd name="connsiteY1" fmla="*/ 4705 h 6438867"/>
              <a:gd name="connsiteX2" fmla="*/ 427968 w 5517385"/>
              <a:gd name="connsiteY2" fmla="*/ 6436729 h 6438867"/>
              <a:gd name="connsiteX3" fmla="*/ 0 w 5517385"/>
              <a:gd name="connsiteY3" fmla="*/ 6438867 h 6438867"/>
              <a:gd name="connsiteX4" fmla="*/ 5129532 w 5517385"/>
              <a:gd name="connsiteY4" fmla="*/ 0 h 643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7385" h="6438867">
                <a:moveTo>
                  <a:pt x="5129532" y="0"/>
                </a:moveTo>
                <a:lnTo>
                  <a:pt x="5517385" y="4705"/>
                </a:lnTo>
                <a:lnTo>
                  <a:pt x="427968" y="6436729"/>
                </a:lnTo>
                <a:lnTo>
                  <a:pt x="0" y="6438867"/>
                </a:lnTo>
                <a:lnTo>
                  <a:pt x="5129532" y="0"/>
                </a:lnTo>
                <a:close/>
              </a:path>
            </a:pathLst>
          </a:custGeom>
          <a:solidFill>
            <a:schemeClr val="tx1">
              <a:alpha val="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ctr" anchorCtr="0" forceAA="0" compatLnSpc="1">
            <a:prstTxWarp prst="textNoShape">
              <a:avLst/>
            </a:prstTxWarp>
            <a:noAutofit/>
          </a:bodyPr>
          <a:lstStyle/>
          <a:p>
            <a:pPr marL="2921711" algn="ctr">
              <a:lnSpc>
                <a:spcPct val="110000"/>
              </a:lnSpc>
              <a:spcAft>
                <a:spcPts val="900"/>
              </a:spcAft>
            </a:pPr>
            <a:endParaRPr lang="en-US" sz="5998" spc="40">
              <a:solidFill>
                <a:schemeClr val="bg1"/>
              </a:solidFill>
              <a:latin typeface="Arial" charset="0"/>
            </a:endParaRPr>
          </a:p>
        </p:txBody>
      </p:sp>
      <p:sp>
        <p:nvSpPr>
          <p:cNvPr id="2" name="TextBox 1">
            <a:extLst>
              <a:ext uri="{FF2B5EF4-FFF2-40B4-BE49-F238E27FC236}">
                <a16:creationId xmlns:a16="http://schemas.microsoft.com/office/drawing/2014/main" id="{EBE3BB49-80BE-8842-B997-6FBC42AC1582}"/>
              </a:ext>
            </a:extLst>
          </p:cNvPr>
          <p:cNvSpPr txBox="1"/>
          <p:nvPr/>
        </p:nvSpPr>
        <p:spPr>
          <a:xfrm>
            <a:off x="-747950" y="3334352"/>
            <a:ext cx="0" cy="0"/>
          </a:xfrm>
          <a:prstGeom prst="rect">
            <a:avLst/>
          </a:prstGeom>
          <a:noFill/>
        </p:spPr>
        <p:txBody>
          <a:bodyPr wrap="none" lIns="0" tIns="0" rIns="0" bIns="0" rtlCol="0">
            <a:noAutofit/>
          </a:bodyPr>
          <a:lstStyle/>
          <a:p>
            <a:pPr>
              <a:lnSpc>
                <a:spcPct val="110000"/>
              </a:lnSpc>
              <a:spcAft>
                <a:spcPts val="900"/>
              </a:spcAft>
            </a:pPr>
            <a:endParaRPr lang="en-US" sz="1999" b="0" spc="40" err="1">
              <a:solidFill>
                <a:srgbClr val="000000"/>
              </a:solidFill>
              <a:latin typeface="Arial" charset="0"/>
            </a:endParaRPr>
          </a:p>
        </p:txBody>
      </p:sp>
      <p:sp>
        <p:nvSpPr>
          <p:cNvPr id="25" name="Rectangle 24">
            <a:extLst>
              <a:ext uri="{FF2B5EF4-FFF2-40B4-BE49-F238E27FC236}">
                <a16:creationId xmlns:a16="http://schemas.microsoft.com/office/drawing/2014/main" id="{B17A60A9-6245-4226-BA6B-78B28828CE49}"/>
              </a:ext>
            </a:extLst>
          </p:cNvPr>
          <p:cNvSpPr/>
          <p:nvPr/>
        </p:nvSpPr>
        <p:spPr>
          <a:xfrm>
            <a:off x="8348873" y="0"/>
            <a:ext cx="3827434" cy="6856214"/>
          </a:xfrm>
          <a:prstGeom prst="rect">
            <a:avLst/>
          </a:prstGeom>
          <a:solidFill>
            <a:srgbClr val="CECECE"/>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t" anchorCtr="0" forceAA="0" compatLnSpc="1">
            <a:prstTxWarp prst="textNoShape">
              <a:avLst/>
            </a:prstTxWarp>
            <a:noAutofit/>
          </a:bodyPr>
          <a:lstStyle/>
          <a:p>
            <a:pPr algn="ctr">
              <a:lnSpc>
                <a:spcPct val="110000"/>
              </a:lnSpc>
              <a:spcAft>
                <a:spcPts val="900"/>
              </a:spcAft>
            </a:pPr>
            <a:endParaRPr lang="en-US" sz="1999" spc="40">
              <a:solidFill>
                <a:srgbClr val="000000"/>
              </a:solidFill>
              <a:latin typeface="Arial" charset="0"/>
            </a:endParaRPr>
          </a:p>
        </p:txBody>
      </p:sp>
      <p:sp>
        <p:nvSpPr>
          <p:cNvPr id="26" name="Title 1">
            <a:extLst>
              <a:ext uri="{FF2B5EF4-FFF2-40B4-BE49-F238E27FC236}">
                <a16:creationId xmlns:a16="http://schemas.microsoft.com/office/drawing/2014/main" id="{E6BEB3AC-7368-4352-8308-A3DF2C8B06FC}"/>
              </a:ext>
            </a:extLst>
          </p:cNvPr>
          <p:cNvSpPr txBox="1">
            <a:spLocks/>
          </p:cNvSpPr>
          <p:nvPr/>
        </p:nvSpPr>
        <p:spPr>
          <a:xfrm>
            <a:off x="736840" y="452673"/>
            <a:ext cx="6861172" cy="498475"/>
          </a:xfrm>
          <a:prstGeom prst="rect">
            <a:avLst/>
          </a:prstGeom>
        </p:spPr>
        <p:txBody>
          <a:bodyPr/>
          <a:lstStyle>
            <a:lvl1pPr algn="l" rtl="0" eaLnBrk="1" fontAlgn="base" hangingPunct="1">
              <a:lnSpc>
                <a:spcPts val="32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r>
              <a:rPr lang="en-US" kern="0"/>
              <a:t>Human Error Support</a:t>
            </a:r>
          </a:p>
        </p:txBody>
      </p:sp>
      <p:sp>
        <p:nvSpPr>
          <p:cNvPr id="27" name="Title 4">
            <a:extLst>
              <a:ext uri="{FF2B5EF4-FFF2-40B4-BE49-F238E27FC236}">
                <a16:creationId xmlns:a16="http://schemas.microsoft.com/office/drawing/2014/main" id="{FBF1A865-3CB5-4A0A-8353-484B886EAB71}"/>
              </a:ext>
            </a:extLst>
          </p:cNvPr>
          <p:cNvSpPr txBox="1">
            <a:spLocks/>
          </p:cNvSpPr>
          <p:nvPr/>
        </p:nvSpPr>
        <p:spPr bwMode="auto">
          <a:xfrm>
            <a:off x="1795225" y="1418001"/>
            <a:ext cx="1627289" cy="41750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1" fontAlgn="base" hangingPunct="1">
              <a:lnSpc>
                <a:spcPts val="32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pPr defTabSz="914126">
              <a:lnSpc>
                <a:spcPts val="3199"/>
              </a:lnSpc>
              <a:defRPr/>
            </a:pPr>
            <a:r>
              <a:rPr lang="en-US" sz="1999" b="0" kern="0">
                <a:solidFill>
                  <a:schemeClr val="tx1">
                    <a:lumMod val="50000"/>
                    <a:lumOff val="50000"/>
                  </a:schemeClr>
                </a:solidFill>
                <a:latin typeface="Arial Narrow" panose="020B0606020202030204" pitchFamily="34" charset="0"/>
              </a:rPr>
              <a:t>Before</a:t>
            </a:r>
            <a:endParaRPr lang="en-US" sz="2799" b="0" kern="0">
              <a:solidFill>
                <a:schemeClr val="tx1">
                  <a:lumMod val="50000"/>
                  <a:lumOff val="50000"/>
                </a:schemeClr>
              </a:solidFill>
              <a:latin typeface="Arial Narrow" panose="020B0606020202030204" pitchFamily="34" charset="0"/>
            </a:endParaRPr>
          </a:p>
        </p:txBody>
      </p:sp>
      <p:sp>
        <p:nvSpPr>
          <p:cNvPr id="28" name="Title 4">
            <a:extLst>
              <a:ext uri="{FF2B5EF4-FFF2-40B4-BE49-F238E27FC236}">
                <a16:creationId xmlns:a16="http://schemas.microsoft.com/office/drawing/2014/main" id="{46C4E3B3-C0B4-496C-B077-D366F6E32B82}"/>
              </a:ext>
            </a:extLst>
          </p:cNvPr>
          <p:cNvSpPr txBox="1">
            <a:spLocks/>
          </p:cNvSpPr>
          <p:nvPr/>
        </p:nvSpPr>
        <p:spPr bwMode="auto">
          <a:xfrm>
            <a:off x="1779648" y="1604720"/>
            <a:ext cx="3580327" cy="1168879"/>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rtl="0" eaLnBrk="1" fontAlgn="base" hangingPunct="1">
              <a:lnSpc>
                <a:spcPts val="32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pPr lvl="0">
              <a:defRPr/>
            </a:pPr>
            <a:r>
              <a:rPr lang="en-US" sz="7200" kern="0">
                <a:solidFill>
                  <a:schemeClr val="tx1">
                    <a:lumMod val="50000"/>
                    <a:lumOff val="50000"/>
                  </a:schemeClr>
                </a:solidFill>
              </a:rPr>
              <a:t>56.6</a:t>
            </a:r>
            <a:r>
              <a:rPr lang="en-US" sz="5400" b="0" kern="0">
                <a:solidFill>
                  <a:schemeClr val="tx1">
                    <a:lumMod val="50000"/>
                    <a:lumOff val="50000"/>
                  </a:schemeClr>
                </a:solidFill>
              </a:rPr>
              <a:t>%</a:t>
            </a:r>
            <a:endParaRPr lang="en-US" sz="7200" b="0" kern="0">
              <a:solidFill>
                <a:schemeClr val="tx1">
                  <a:lumMod val="50000"/>
                  <a:lumOff val="50000"/>
                </a:schemeClr>
              </a:solidFill>
            </a:endParaRPr>
          </a:p>
        </p:txBody>
      </p:sp>
      <p:sp>
        <p:nvSpPr>
          <p:cNvPr id="29" name="Title 4">
            <a:extLst>
              <a:ext uri="{FF2B5EF4-FFF2-40B4-BE49-F238E27FC236}">
                <a16:creationId xmlns:a16="http://schemas.microsoft.com/office/drawing/2014/main" id="{F366D025-8717-4155-91AC-BFED22CE64DD}"/>
              </a:ext>
            </a:extLst>
          </p:cNvPr>
          <p:cNvSpPr txBox="1">
            <a:spLocks/>
          </p:cNvSpPr>
          <p:nvPr/>
        </p:nvSpPr>
        <p:spPr bwMode="auto">
          <a:xfrm>
            <a:off x="8263186" y="1418001"/>
            <a:ext cx="1627289" cy="41750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1" fontAlgn="base" hangingPunct="1">
              <a:lnSpc>
                <a:spcPts val="32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pPr defTabSz="914126">
              <a:lnSpc>
                <a:spcPts val="3199"/>
              </a:lnSpc>
              <a:defRPr/>
            </a:pPr>
            <a:r>
              <a:rPr lang="en-US" sz="1999" b="0" kern="0">
                <a:solidFill>
                  <a:schemeClr val="tx1">
                    <a:lumMod val="85000"/>
                    <a:lumOff val="15000"/>
                  </a:schemeClr>
                </a:solidFill>
                <a:latin typeface="Arial Narrow" panose="020B0606020202030204" pitchFamily="34" charset="0"/>
              </a:rPr>
              <a:t>After</a:t>
            </a:r>
            <a:endParaRPr lang="en-US" sz="2799" b="0" kern="0">
              <a:solidFill>
                <a:schemeClr val="tx1">
                  <a:lumMod val="85000"/>
                  <a:lumOff val="15000"/>
                </a:schemeClr>
              </a:solidFill>
              <a:latin typeface="Arial Narrow" panose="020B0606020202030204" pitchFamily="34" charset="0"/>
            </a:endParaRPr>
          </a:p>
        </p:txBody>
      </p:sp>
      <p:sp>
        <p:nvSpPr>
          <p:cNvPr id="30" name="Title 4">
            <a:extLst>
              <a:ext uri="{FF2B5EF4-FFF2-40B4-BE49-F238E27FC236}">
                <a16:creationId xmlns:a16="http://schemas.microsoft.com/office/drawing/2014/main" id="{7D069F6E-C1E9-4311-97BF-408A4B20B036}"/>
              </a:ext>
            </a:extLst>
          </p:cNvPr>
          <p:cNvSpPr txBox="1">
            <a:spLocks/>
          </p:cNvSpPr>
          <p:nvPr/>
        </p:nvSpPr>
        <p:spPr bwMode="auto">
          <a:xfrm>
            <a:off x="8247609" y="1604720"/>
            <a:ext cx="3080295" cy="1168879"/>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rtl="0" eaLnBrk="1" fontAlgn="base" hangingPunct="1">
              <a:lnSpc>
                <a:spcPts val="32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pPr lvl="0">
              <a:defRPr/>
            </a:pPr>
            <a:r>
              <a:rPr lang="en-US" sz="7200" kern="0">
                <a:solidFill>
                  <a:schemeClr val="tx1">
                    <a:lumMod val="85000"/>
                    <a:lumOff val="15000"/>
                  </a:schemeClr>
                </a:solidFill>
              </a:rPr>
              <a:t>75.0</a:t>
            </a:r>
            <a:r>
              <a:rPr lang="en-US" sz="5400" b="0" kern="0">
                <a:solidFill>
                  <a:schemeClr val="tx1">
                    <a:lumMod val="85000"/>
                    <a:lumOff val="15000"/>
                  </a:schemeClr>
                </a:solidFill>
              </a:rPr>
              <a:t>%</a:t>
            </a:r>
            <a:endParaRPr lang="en-US" sz="7200" b="0" kern="0">
              <a:solidFill>
                <a:schemeClr val="tx1">
                  <a:lumMod val="85000"/>
                  <a:lumOff val="15000"/>
                </a:schemeClr>
              </a:solidFill>
            </a:endParaRPr>
          </a:p>
        </p:txBody>
      </p:sp>
      <p:sp>
        <p:nvSpPr>
          <p:cNvPr id="31" name="Text Placeholder 3">
            <a:extLst>
              <a:ext uri="{FF2B5EF4-FFF2-40B4-BE49-F238E27FC236}">
                <a16:creationId xmlns:a16="http://schemas.microsoft.com/office/drawing/2014/main" id="{8CFA0DA9-0498-450D-ABB4-8C7F381F6467}"/>
              </a:ext>
            </a:extLst>
          </p:cNvPr>
          <p:cNvSpPr txBox="1">
            <a:spLocks/>
          </p:cNvSpPr>
          <p:nvPr/>
        </p:nvSpPr>
        <p:spPr>
          <a:xfrm>
            <a:off x="718344" y="3332155"/>
            <a:ext cx="4581631" cy="3011738"/>
          </a:xfrm>
          <a:prstGeom prst="rect">
            <a:avLst/>
          </a:prstGeom>
        </p:spPr>
        <p:txBody>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Time-out error message does not provide any value – </a:t>
            </a:r>
            <a:br>
              <a:rPr lang="en-US" sz="1400" kern="0">
                <a:solidFill>
                  <a:schemeClr val="tx1">
                    <a:lumMod val="75000"/>
                    <a:lumOff val="25000"/>
                  </a:schemeClr>
                </a:solidFill>
                <a:latin typeface="Arial Narrow" panose="020B0606020202030204" pitchFamily="34" charset="0"/>
              </a:rPr>
            </a:br>
            <a:r>
              <a:rPr lang="en-US" sz="1400" kern="0">
                <a:solidFill>
                  <a:schemeClr val="tx1">
                    <a:lumMod val="75000"/>
                    <a:lumOff val="25000"/>
                  </a:schemeClr>
                </a:solidFill>
                <a:latin typeface="Arial Narrow" panose="020B0606020202030204" pitchFamily="34" charset="0"/>
              </a:rPr>
              <a:t>don’t help any</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Half of the application work </a:t>
            </a:r>
            <a:br>
              <a:rPr lang="en-US" sz="1400" kern="0">
                <a:solidFill>
                  <a:schemeClr val="tx1">
                    <a:lumMod val="75000"/>
                    <a:lumOff val="25000"/>
                  </a:schemeClr>
                </a:solidFill>
                <a:latin typeface="Arial Narrow" panose="020B0606020202030204" pitchFamily="34" charset="0"/>
              </a:rPr>
            </a:br>
            <a:r>
              <a:rPr lang="en-US" sz="1400" kern="0">
                <a:solidFill>
                  <a:schemeClr val="tx1">
                    <a:lumMod val="75000"/>
                    <a:lumOff val="25000"/>
                  </a:schemeClr>
                </a:solidFill>
                <a:latin typeface="Arial Narrow" panose="020B0606020202030204" pitchFamily="34" charset="0"/>
              </a:rPr>
              <a:t>some sort of error messages come up</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Majority of them aren't helpful</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Some messages - can't read, cannot understand</a:t>
            </a:r>
          </a:p>
        </p:txBody>
      </p:sp>
      <p:sp>
        <p:nvSpPr>
          <p:cNvPr id="15" name="Text Placeholder 3">
            <a:extLst>
              <a:ext uri="{FF2B5EF4-FFF2-40B4-BE49-F238E27FC236}">
                <a16:creationId xmlns:a16="http://schemas.microsoft.com/office/drawing/2014/main" id="{560700B1-1C39-4595-838C-CE9A756AB3E6}"/>
              </a:ext>
            </a:extLst>
          </p:cNvPr>
          <p:cNvSpPr txBox="1">
            <a:spLocks/>
          </p:cNvSpPr>
          <p:nvPr/>
        </p:nvSpPr>
        <p:spPr>
          <a:xfrm>
            <a:off x="7020886" y="3332155"/>
            <a:ext cx="4786415" cy="1804920"/>
          </a:xfrm>
          <a:prstGeom prst="rect">
            <a:avLst/>
          </a:prstGeom>
        </p:spPr>
        <p:txBody>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Haven't gotten a whole lot of them – which is a good thing</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Error messages simple </a:t>
            </a:r>
            <a:br>
              <a:rPr lang="en-US" sz="1400" kern="0">
                <a:solidFill>
                  <a:schemeClr val="tx1">
                    <a:lumMod val="75000"/>
                    <a:lumOff val="25000"/>
                  </a:schemeClr>
                </a:solidFill>
                <a:latin typeface="Arial Narrow" panose="020B0606020202030204" pitchFamily="34" charset="0"/>
              </a:rPr>
            </a:br>
            <a:r>
              <a:rPr lang="en-US" sz="1400" kern="0">
                <a:solidFill>
                  <a:schemeClr val="tx1">
                    <a:lumMod val="75000"/>
                    <a:lumOff val="25000"/>
                  </a:schemeClr>
                </a:solidFill>
                <a:latin typeface="Arial Narrow" panose="020B0606020202030204" pitchFamily="34" charset="0"/>
              </a:rPr>
              <a:t>but it didn't give me any additional actions</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They are more clear than previous </a:t>
            </a:r>
            <a:r>
              <a:rPr lang="en-US" sz="1400" kern="0" err="1">
                <a:solidFill>
                  <a:schemeClr val="tx1">
                    <a:lumMod val="75000"/>
                    <a:lumOff val="25000"/>
                  </a:schemeClr>
                </a:solidFill>
                <a:latin typeface="Arial Narrow" panose="020B0606020202030204" pitchFamily="34" charset="0"/>
              </a:rPr>
              <a:t>ABTools</a:t>
            </a:r>
            <a:endParaRPr lang="en-US" sz="1400" kern="0">
              <a:solidFill>
                <a:schemeClr val="tx1">
                  <a:lumMod val="75000"/>
                  <a:lumOff val="25000"/>
                </a:schemeClr>
              </a:solidFill>
              <a:latin typeface="Arial Narrow" panose="020B0606020202030204" pitchFamily="34" charset="0"/>
            </a:endParaRP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Haven’t seen any error messages</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It could be better with action suggestions</a:t>
            </a:r>
          </a:p>
        </p:txBody>
      </p:sp>
    </p:spTree>
    <p:extLst>
      <p:ext uri="{BB962C8B-B14F-4D97-AF65-F5344CB8AC3E}">
        <p14:creationId xmlns:p14="http://schemas.microsoft.com/office/powerpoint/2010/main" val="6022474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72751F-5973-0A46-BBB4-3E06AB5C9E26}"/>
              </a:ext>
            </a:extLst>
          </p:cNvPr>
          <p:cNvSpPr/>
          <p:nvPr/>
        </p:nvSpPr>
        <p:spPr>
          <a:xfrm>
            <a:off x="1587" y="893"/>
            <a:ext cx="12185651" cy="6856214"/>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t" anchorCtr="0" forceAA="0" compatLnSpc="1">
            <a:prstTxWarp prst="textNoShape">
              <a:avLst/>
            </a:prstTxWarp>
            <a:noAutofit/>
          </a:bodyPr>
          <a:lstStyle/>
          <a:p>
            <a:pPr algn="ctr">
              <a:lnSpc>
                <a:spcPct val="110000"/>
              </a:lnSpc>
              <a:spcAft>
                <a:spcPts val="900"/>
              </a:spcAft>
            </a:pPr>
            <a:endParaRPr lang="en-US" sz="1999" spc="40">
              <a:solidFill>
                <a:srgbClr val="000000"/>
              </a:solidFill>
              <a:latin typeface="Arial" charset="0"/>
            </a:endParaRPr>
          </a:p>
        </p:txBody>
      </p:sp>
      <p:sp>
        <p:nvSpPr>
          <p:cNvPr id="7" name="Rectangle 75">
            <a:extLst>
              <a:ext uri="{FF2B5EF4-FFF2-40B4-BE49-F238E27FC236}">
                <a16:creationId xmlns:a16="http://schemas.microsoft.com/office/drawing/2014/main" id="{925E044C-D174-4E42-94E4-3288FDC52C2E}"/>
              </a:ext>
            </a:extLst>
          </p:cNvPr>
          <p:cNvSpPr/>
          <p:nvPr/>
        </p:nvSpPr>
        <p:spPr>
          <a:xfrm>
            <a:off x="4493373" y="316"/>
            <a:ext cx="3975503" cy="6856792"/>
          </a:xfrm>
          <a:custGeom>
            <a:avLst/>
            <a:gdLst>
              <a:gd name="connsiteX0" fmla="*/ 0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0 w 5006146"/>
              <a:gd name="connsiteY4" fmla="*/ 0 h 6432884"/>
              <a:gd name="connsiteX0" fmla="*/ 1868557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1868557 w 5006146"/>
              <a:gd name="connsiteY4" fmla="*/ 0 h 6432884"/>
              <a:gd name="connsiteX0" fmla="*/ 4823792 w 7961381"/>
              <a:gd name="connsiteY0" fmla="*/ 0 h 6432884"/>
              <a:gd name="connsiteX1" fmla="*/ 7961381 w 7961381"/>
              <a:gd name="connsiteY1" fmla="*/ 0 h 6432884"/>
              <a:gd name="connsiteX2" fmla="*/ 7961381 w 7961381"/>
              <a:gd name="connsiteY2" fmla="*/ 6432884 h 6432884"/>
              <a:gd name="connsiteX3" fmla="*/ 0 w 7961381"/>
              <a:gd name="connsiteY3" fmla="*/ 6353371 h 6432884"/>
              <a:gd name="connsiteX4" fmla="*/ 4823792 w 7961381"/>
              <a:gd name="connsiteY4" fmla="*/ 0 h 6432884"/>
              <a:gd name="connsiteX0" fmla="*/ 5049079 w 8186668"/>
              <a:gd name="connsiteY0" fmla="*/ 0 h 6432884"/>
              <a:gd name="connsiteX1" fmla="*/ 8186668 w 8186668"/>
              <a:gd name="connsiteY1" fmla="*/ 0 h 6432884"/>
              <a:gd name="connsiteX2" fmla="*/ 8186668 w 8186668"/>
              <a:gd name="connsiteY2" fmla="*/ 6432884 h 6432884"/>
              <a:gd name="connsiteX3" fmla="*/ 0 w 8186668"/>
              <a:gd name="connsiteY3" fmla="*/ 6379876 h 6432884"/>
              <a:gd name="connsiteX4" fmla="*/ 5049079 w 8186668"/>
              <a:gd name="connsiteY4" fmla="*/ 0 h 6432884"/>
              <a:gd name="connsiteX0" fmla="*/ 5102088 w 8239677"/>
              <a:gd name="connsiteY0" fmla="*/ 0 h 6432884"/>
              <a:gd name="connsiteX1" fmla="*/ 8239677 w 8239677"/>
              <a:gd name="connsiteY1" fmla="*/ 0 h 6432884"/>
              <a:gd name="connsiteX2" fmla="*/ 8239677 w 8239677"/>
              <a:gd name="connsiteY2" fmla="*/ 6432884 h 6432884"/>
              <a:gd name="connsiteX3" fmla="*/ 0 w 8239677"/>
              <a:gd name="connsiteY3" fmla="*/ 6393128 h 6432884"/>
              <a:gd name="connsiteX4" fmla="*/ 5102088 w 8239677"/>
              <a:gd name="connsiteY4" fmla="*/ 0 h 6432884"/>
              <a:gd name="connsiteX0" fmla="*/ 5093699 w 8231288"/>
              <a:gd name="connsiteY0" fmla="*/ 0 h 6435073"/>
              <a:gd name="connsiteX1" fmla="*/ 8231288 w 8231288"/>
              <a:gd name="connsiteY1" fmla="*/ 0 h 6435073"/>
              <a:gd name="connsiteX2" fmla="*/ 8231288 w 8231288"/>
              <a:gd name="connsiteY2" fmla="*/ 6432884 h 6435073"/>
              <a:gd name="connsiteX3" fmla="*/ 0 w 8231288"/>
              <a:gd name="connsiteY3" fmla="*/ 6435073 h 6435073"/>
              <a:gd name="connsiteX4" fmla="*/ 5093699 w 8231288"/>
              <a:gd name="connsiteY4" fmla="*/ 0 h 6435073"/>
              <a:gd name="connsiteX0" fmla="*/ 5093699 w 8231288"/>
              <a:gd name="connsiteY0" fmla="*/ 0 h 6435073"/>
              <a:gd name="connsiteX1" fmla="*/ 6242067 w 8231288"/>
              <a:gd name="connsiteY1" fmla="*/ 0 h 6435073"/>
              <a:gd name="connsiteX2" fmla="*/ 8231288 w 8231288"/>
              <a:gd name="connsiteY2" fmla="*/ 6432884 h 6435073"/>
              <a:gd name="connsiteX3" fmla="*/ 0 w 8231288"/>
              <a:gd name="connsiteY3" fmla="*/ 6435073 h 6435073"/>
              <a:gd name="connsiteX4" fmla="*/ 5093699 w 8231288"/>
              <a:gd name="connsiteY4" fmla="*/ 0 h 6435073"/>
              <a:gd name="connsiteX0" fmla="*/ 5093699 w 6274151"/>
              <a:gd name="connsiteY0" fmla="*/ 0 h 6435073"/>
              <a:gd name="connsiteX1" fmla="*/ 6242067 w 6274151"/>
              <a:gd name="connsiteY1" fmla="*/ 0 h 6435073"/>
              <a:gd name="connsiteX2" fmla="*/ 6274151 w 6274151"/>
              <a:gd name="connsiteY2" fmla="*/ 6432884 h 6435073"/>
              <a:gd name="connsiteX3" fmla="*/ 0 w 6274151"/>
              <a:gd name="connsiteY3" fmla="*/ 6435073 h 6435073"/>
              <a:gd name="connsiteX4" fmla="*/ 5093699 w 6274151"/>
              <a:gd name="connsiteY4" fmla="*/ 0 h 6435073"/>
              <a:gd name="connsiteX0" fmla="*/ 5093699 w 6274151"/>
              <a:gd name="connsiteY0" fmla="*/ 0 h 6435073"/>
              <a:gd name="connsiteX1" fmla="*/ 6258109 w 6274151"/>
              <a:gd name="connsiteY1" fmla="*/ 16042 h 6435073"/>
              <a:gd name="connsiteX2" fmla="*/ 6274151 w 6274151"/>
              <a:gd name="connsiteY2" fmla="*/ 6432884 h 6435073"/>
              <a:gd name="connsiteX3" fmla="*/ 0 w 6274151"/>
              <a:gd name="connsiteY3" fmla="*/ 6435073 h 6435073"/>
              <a:gd name="connsiteX4" fmla="*/ 5093699 w 6274151"/>
              <a:gd name="connsiteY4" fmla="*/ 0 h 6435073"/>
              <a:gd name="connsiteX0" fmla="*/ 5093699 w 6284424"/>
              <a:gd name="connsiteY0" fmla="*/ 542 h 6435615"/>
              <a:gd name="connsiteX1" fmla="*/ 6283509 w 6284424"/>
              <a:gd name="connsiteY1" fmla="*/ 1688 h 6435615"/>
              <a:gd name="connsiteX2" fmla="*/ 6274151 w 6284424"/>
              <a:gd name="connsiteY2" fmla="*/ 6433426 h 6435615"/>
              <a:gd name="connsiteX3" fmla="*/ 0 w 6284424"/>
              <a:gd name="connsiteY3" fmla="*/ 6435615 h 6435615"/>
              <a:gd name="connsiteX4" fmla="*/ 5093699 w 6284424"/>
              <a:gd name="connsiteY4" fmla="*/ 542 h 6435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84424" h="6435615">
                <a:moveTo>
                  <a:pt x="5093699" y="542"/>
                </a:moveTo>
                <a:cubicBezTo>
                  <a:pt x="5481836" y="5889"/>
                  <a:pt x="5895372" y="-3659"/>
                  <a:pt x="6283509" y="1688"/>
                </a:cubicBezTo>
                <a:cubicBezTo>
                  <a:pt x="6288856" y="2140635"/>
                  <a:pt x="6268804" y="4294479"/>
                  <a:pt x="6274151" y="6433426"/>
                </a:cubicBezTo>
                <a:lnTo>
                  <a:pt x="0" y="6435615"/>
                </a:lnTo>
                <a:lnTo>
                  <a:pt x="5093699" y="542"/>
                </a:lnTo>
                <a:close/>
              </a:path>
            </a:pathLst>
          </a:custGeom>
          <a:solidFill>
            <a:schemeClr val="tx1">
              <a:alpha val="1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ctr" anchorCtr="0" forceAA="0" compatLnSpc="1">
            <a:prstTxWarp prst="textNoShape">
              <a:avLst/>
            </a:prstTxWarp>
            <a:noAutofit/>
          </a:bodyPr>
          <a:lstStyle/>
          <a:p>
            <a:pPr marL="2921711" algn="ctr">
              <a:lnSpc>
                <a:spcPct val="110000"/>
              </a:lnSpc>
              <a:spcAft>
                <a:spcPts val="900"/>
              </a:spcAft>
            </a:pPr>
            <a:endParaRPr lang="en-US" sz="5998" spc="40">
              <a:solidFill>
                <a:schemeClr val="bg1"/>
              </a:solidFill>
              <a:latin typeface="Arial" charset="0"/>
            </a:endParaRPr>
          </a:p>
        </p:txBody>
      </p:sp>
      <p:sp>
        <p:nvSpPr>
          <p:cNvPr id="6" name="Rectangle 75">
            <a:extLst>
              <a:ext uri="{FF2B5EF4-FFF2-40B4-BE49-F238E27FC236}">
                <a16:creationId xmlns:a16="http://schemas.microsoft.com/office/drawing/2014/main" id="{5C85A318-0B68-C14F-A423-D3A70167276C}"/>
              </a:ext>
            </a:extLst>
          </p:cNvPr>
          <p:cNvSpPr/>
          <p:nvPr/>
        </p:nvSpPr>
        <p:spPr>
          <a:xfrm>
            <a:off x="4247821" y="565922"/>
            <a:ext cx="3207625" cy="6291184"/>
          </a:xfrm>
          <a:custGeom>
            <a:avLst/>
            <a:gdLst>
              <a:gd name="connsiteX0" fmla="*/ 0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0 w 5006146"/>
              <a:gd name="connsiteY4" fmla="*/ 0 h 6432884"/>
              <a:gd name="connsiteX0" fmla="*/ 1868557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1868557 w 5006146"/>
              <a:gd name="connsiteY4" fmla="*/ 0 h 6432884"/>
              <a:gd name="connsiteX0" fmla="*/ 4823792 w 7961381"/>
              <a:gd name="connsiteY0" fmla="*/ 0 h 6432884"/>
              <a:gd name="connsiteX1" fmla="*/ 7961381 w 7961381"/>
              <a:gd name="connsiteY1" fmla="*/ 0 h 6432884"/>
              <a:gd name="connsiteX2" fmla="*/ 7961381 w 7961381"/>
              <a:gd name="connsiteY2" fmla="*/ 6432884 h 6432884"/>
              <a:gd name="connsiteX3" fmla="*/ 0 w 7961381"/>
              <a:gd name="connsiteY3" fmla="*/ 6353371 h 6432884"/>
              <a:gd name="connsiteX4" fmla="*/ 4823792 w 7961381"/>
              <a:gd name="connsiteY4" fmla="*/ 0 h 6432884"/>
              <a:gd name="connsiteX0" fmla="*/ 5049079 w 8186668"/>
              <a:gd name="connsiteY0" fmla="*/ 0 h 6432884"/>
              <a:gd name="connsiteX1" fmla="*/ 8186668 w 8186668"/>
              <a:gd name="connsiteY1" fmla="*/ 0 h 6432884"/>
              <a:gd name="connsiteX2" fmla="*/ 8186668 w 8186668"/>
              <a:gd name="connsiteY2" fmla="*/ 6432884 h 6432884"/>
              <a:gd name="connsiteX3" fmla="*/ 0 w 8186668"/>
              <a:gd name="connsiteY3" fmla="*/ 6379876 h 6432884"/>
              <a:gd name="connsiteX4" fmla="*/ 5049079 w 8186668"/>
              <a:gd name="connsiteY4" fmla="*/ 0 h 6432884"/>
              <a:gd name="connsiteX0" fmla="*/ 5102088 w 8239677"/>
              <a:gd name="connsiteY0" fmla="*/ 0 h 6432884"/>
              <a:gd name="connsiteX1" fmla="*/ 8239677 w 8239677"/>
              <a:gd name="connsiteY1" fmla="*/ 0 h 6432884"/>
              <a:gd name="connsiteX2" fmla="*/ 8239677 w 8239677"/>
              <a:gd name="connsiteY2" fmla="*/ 6432884 h 6432884"/>
              <a:gd name="connsiteX3" fmla="*/ 0 w 8239677"/>
              <a:gd name="connsiteY3" fmla="*/ 6393128 h 6432884"/>
              <a:gd name="connsiteX4" fmla="*/ 5102088 w 8239677"/>
              <a:gd name="connsiteY4" fmla="*/ 0 h 6432884"/>
              <a:gd name="connsiteX0" fmla="*/ 5102088 w 8239677"/>
              <a:gd name="connsiteY0" fmla="*/ 0 h 6418433"/>
              <a:gd name="connsiteX1" fmla="*/ 8239677 w 8239677"/>
              <a:gd name="connsiteY1" fmla="*/ 0 h 6418433"/>
              <a:gd name="connsiteX2" fmla="*/ 363933 w 8239677"/>
              <a:gd name="connsiteY2" fmla="*/ 6418433 h 6418433"/>
              <a:gd name="connsiteX3" fmla="*/ 0 w 8239677"/>
              <a:gd name="connsiteY3" fmla="*/ 6393128 h 6418433"/>
              <a:gd name="connsiteX4" fmla="*/ 5102088 w 8239677"/>
              <a:gd name="connsiteY4" fmla="*/ 0 h 6418433"/>
              <a:gd name="connsiteX0" fmla="*/ 5102088 w 5479554"/>
              <a:gd name="connsiteY0" fmla="*/ 0 h 6418433"/>
              <a:gd name="connsiteX1" fmla="*/ 5479554 w 5479554"/>
              <a:gd name="connsiteY1" fmla="*/ 14451 h 6418433"/>
              <a:gd name="connsiteX2" fmla="*/ 363933 w 5479554"/>
              <a:gd name="connsiteY2" fmla="*/ 6418433 h 6418433"/>
              <a:gd name="connsiteX3" fmla="*/ 0 w 5479554"/>
              <a:gd name="connsiteY3" fmla="*/ 6393128 h 6418433"/>
              <a:gd name="connsiteX4" fmla="*/ 5102088 w 5479554"/>
              <a:gd name="connsiteY4" fmla="*/ 0 h 6418433"/>
              <a:gd name="connsiteX0" fmla="*/ 5120384 w 5497850"/>
              <a:gd name="connsiteY0" fmla="*/ 0 h 6448015"/>
              <a:gd name="connsiteX1" fmla="*/ 5497850 w 5497850"/>
              <a:gd name="connsiteY1" fmla="*/ 14451 h 6448015"/>
              <a:gd name="connsiteX2" fmla="*/ 382229 w 5497850"/>
              <a:gd name="connsiteY2" fmla="*/ 6418433 h 6448015"/>
              <a:gd name="connsiteX3" fmla="*/ 0 w 5497850"/>
              <a:gd name="connsiteY3" fmla="*/ 6448015 h 6448015"/>
              <a:gd name="connsiteX4" fmla="*/ 5120384 w 5497850"/>
              <a:gd name="connsiteY4" fmla="*/ 0 h 6448015"/>
              <a:gd name="connsiteX0" fmla="*/ 5120384 w 5497850"/>
              <a:gd name="connsiteY0" fmla="*/ 0 h 6448015"/>
              <a:gd name="connsiteX1" fmla="*/ 5497850 w 5497850"/>
              <a:gd name="connsiteY1" fmla="*/ 14451 h 6448015"/>
              <a:gd name="connsiteX2" fmla="*/ 418820 w 5497850"/>
              <a:gd name="connsiteY2" fmla="*/ 6436729 h 6448015"/>
              <a:gd name="connsiteX3" fmla="*/ 0 w 5497850"/>
              <a:gd name="connsiteY3" fmla="*/ 6448015 h 6448015"/>
              <a:gd name="connsiteX4" fmla="*/ 5120384 w 5497850"/>
              <a:gd name="connsiteY4" fmla="*/ 0 h 6448015"/>
              <a:gd name="connsiteX0" fmla="*/ 5129532 w 5506998"/>
              <a:gd name="connsiteY0" fmla="*/ 0 h 6438867"/>
              <a:gd name="connsiteX1" fmla="*/ 5506998 w 5506998"/>
              <a:gd name="connsiteY1" fmla="*/ 14451 h 6438867"/>
              <a:gd name="connsiteX2" fmla="*/ 427968 w 5506998"/>
              <a:gd name="connsiteY2" fmla="*/ 6436729 h 6438867"/>
              <a:gd name="connsiteX3" fmla="*/ 0 w 5506998"/>
              <a:gd name="connsiteY3" fmla="*/ 6438867 h 6438867"/>
              <a:gd name="connsiteX4" fmla="*/ 5129532 w 5506998"/>
              <a:gd name="connsiteY4" fmla="*/ 0 h 6438867"/>
              <a:gd name="connsiteX0" fmla="*/ 5129532 w 5506998"/>
              <a:gd name="connsiteY0" fmla="*/ 0 h 6438867"/>
              <a:gd name="connsiteX1" fmla="*/ 5506998 w 5506998"/>
              <a:gd name="connsiteY1" fmla="*/ 14451 h 6438867"/>
              <a:gd name="connsiteX2" fmla="*/ 427968 w 5506998"/>
              <a:gd name="connsiteY2" fmla="*/ 6436729 h 6438867"/>
              <a:gd name="connsiteX3" fmla="*/ 0 w 5506998"/>
              <a:gd name="connsiteY3" fmla="*/ 6438867 h 6438867"/>
              <a:gd name="connsiteX4" fmla="*/ 5129532 w 5506998"/>
              <a:gd name="connsiteY4" fmla="*/ 0 h 6438867"/>
              <a:gd name="connsiteX0" fmla="*/ 5129532 w 5517385"/>
              <a:gd name="connsiteY0" fmla="*/ 0 h 6438867"/>
              <a:gd name="connsiteX1" fmla="*/ 5517385 w 5517385"/>
              <a:gd name="connsiteY1" fmla="*/ 4705 h 6438867"/>
              <a:gd name="connsiteX2" fmla="*/ 427968 w 5517385"/>
              <a:gd name="connsiteY2" fmla="*/ 6436729 h 6438867"/>
              <a:gd name="connsiteX3" fmla="*/ 0 w 5517385"/>
              <a:gd name="connsiteY3" fmla="*/ 6438867 h 6438867"/>
              <a:gd name="connsiteX4" fmla="*/ 5129532 w 5517385"/>
              <a:gd name="connsiteY4" fmla="*/ 0 h 643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7385" h="6438867">
                <a:moveTo>
                  <a:pt x="5129532" y="0"/>
                </a:moveTo>
                <a:lnTo>
                  <a:pt x="5517385" y="4705"/>
                </a:lnTo>
                <a:lnTo>
                  <a:pt x="427968" y="6436729"/>
                </a:lnTo>
                <a:lnTo>
                  <a:pt x="0" y="6438867"/>
                </a:lnTo>
                <a:lnTo>
                  <a:pt x="5129532" y="0"/>
                </a:lnTo>
                <a:close/>
              </a:path>
            </a:pathLst>
          </a:custGeom>
          <a:solidFill>
            <a:schemeClr val="tx1">
              <a:alpha val="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ctr" anchorCtr="0" forceAA="0" compatLnSpc="1">
            <a:prstTxWarp prst="textNoShape">
              <a:avLst/>
            </a:prstTxWarp>
            <a:noAutofit/>
          </a:bodyPr>
          <a:lstStyle/>
          <a:p>
            <a:pPr marL="2921711" algn="ctr">
              <a:lnSpc>
                <a:spcPct val="110000"/>
              </a:lnSpc>
              <a:spcAft>
                <a:spcPts val="900"/>
              </a:spcAft>
            </a:pPr>
            <a:endParaRPr lang="en-US" sz="5998" spc="40">
              <a:solidFill>
                <a:schemeClr val="bg1"/>
              </a:solidFill>
              <a:latin typeface="Arial" charset="0"/>
            </a:endParaRPr>
          </a:p>
        </p:txBody>
      </p:sp>
      <p:sp>
        <p:nvSpPr>
          <p:cNvPr id="2" name="TextBox 1">
            <a:extLst>
              <a:ext uri="{FF2B5EF4-FFF2-40B4-BE49-F238E27FC236}">
                <a16:creationId xmlns:a16="http://schemas.microsoft.com/office/drawing/2014/main" id="{EBE3BB49-80BE-8842-B997-6FBC42AC1582}"/>
              </a:ext>
            </a:extLst>
          </p:cNvPr>
          <p:cNvSpPr txBox="1"/>
          <p:nvPr/>
        </p:nvSpPr>
        <p:spPr>
          <a:xfrm>
            <a:off x="-747950" y="3334352"/>
            <a:ext cx="0" cy="0"/>
          </a:xfrm>
          <a:prstGeom prst="rect">
            <a:avLst/>
          </a:prstGeom>
          <a:noFill/>
        </p:spPr>
        <p:txBody>
          <a:bodyPr wrap="none" lIns="0" tIns="0" rIns="0" bIns="0" rtlCol="0">
            <a:noAutofit/>
          </a:bodyPr>
          <a:lstStyle/>
          <a:p>
            <a:pPr>
              <a:lnSpc>
                <a:spcPct val="110000"/>
              </a:lnSpc>
              <a:spcAft>
                <a:spcPts val="900"/>
              </a:spcAft>
            </a:pPr>
            <a:endParaRPr lang="en-US" sz="1999" b="0" spc="40" err="1">
              <a:solidFill>
                <a:srgbClr val="000000"/>
              </a:solidFill>
              <a:latin typeface="Arial" charset="0"/>
            </a:endParaRPr>
          </a:p>
        </p:txBody>
      </p:sp>
      <p:sp>
        <p:nvSpPr>
          <p:cNvPr id="25" name="Rectangle 24">
            <a:extLst>
              <a:ext uri="{FF2B5EF4-FFF2-40B4-BE49-F238E27FC236}">
                <a16:creationId xmlns:a16="http://schemas.microsoft.com/office/drawing/2014/main" id="{B17A60A9-6245-4226-BA6B-78B28828CE49}"/>
              </a:ext>
            </a:extLst>
          </p:cNvPr>
          <p:cNvSpPr/>
          <p:nvPr/>
        </p:nvSpPr>
        <p:spPr>
          <a:xfrm>
            <a:off x="8395325" y="0"/>
            <a:ext cx="3780982" cy="6856214"/>
          </a:xfrm>
          <a:prstGeom prst="rect">
            <a:avLst/>
          </a:prstGeom>
          <a:solidFill>
            <a:srgbClr val="CECECE"/>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t" anchorCtr="0" forceAA="0" compatLnSpc="1">
            <a:prstTxWarp prst="textNoShape">
              <a:avLst/>
            </a:prstTxWarp>
            <a:noAutofit/>
          </a:bodyPr>
          <a:lstStyle/>
          <a:p>
            <a:pPr algn="ctr">
              <a:lnSpc>
                <a:spcPct val="110000"/>
              </a:lnSpc>
              <a:spcAft>
                <a:spcPts val="900"/>
              </a:spcAft>
            </a:pPr>
            <a:endParaRPr lang="en-US" sz="1999" spc="40">
              <a:solidFill>
                <a:srgbClr val="000000"/>
              </a:solidFill>
              <a:latin typeface="Arial" charset="0"/>
            </a:endParaRPr>
          </a:p>
        </p:txBody>
      </p:sp>
      <p:sp>
        <p:nvSpPr>
          <p:cNvPr id="26" name="Title 1">
            <a:extLst>
              <a:ext uri="{FF2B5EF4-FFF2-40B4-BE49-F238E27FC236}">
                <a16:creationId xmlns:a16="http://schemas.microsoft.com/office/drawing/2014/main" id="{E6BEB3AC-7368-4352-8308-A3DF2C8B06FC}"/>
              </a:ext>
            </a:extLst>
          </p:cNvPr>
          <p:cNvSpPr txBox="1">
            <a:spLocks/>
          </p:cNvSpPr>
          <p:nvPr/>
        </p:nvSpPr>
        <p:spPr>
          <a:xfrm>
            <a:off x="736840" y="452673"/>
            <a:ext cx="6861172" cy="498475"/>
          </a:xfrm>
          <a:prstGeom prst="rect">
            <a:avLst/>
          </a:prstGeom>
        </p:spPr>
        <p:txBody>
          <a:bodyPr/>
          <a:lstStyle>
            <a:lvl1pPr algn="l" rtl="0" eaLnBrk="1" fontAlgn="base" hangingPunct="1">
              <a:lnSpc>
                <a:spcPts val="32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r>
              <a:rPr lang="en-US" kern="0"/>
              <a:t>Productivity (Convenience)</a:t>
            </a:r>
          </a:p>
        </p:txBody>
      </p:sp>
      <p:sp>
        <p:nvSpPr>
          <p:cNvPr id="27" name="Title 4">
            <a:extLst>
              <a:ext uri="{FF2B5EF4-FFF2-40B4-BE49-F238E27FC236}">
                <a16:creationId xmlns:a16="http://schemas.microsoft.com/office/drawing/2014/main" id="{FBF1A865-3CB5-4A0A-8353-484B886EAB71}"/>
              </a:ext>
            </a:extLst>
          </p:cNvPr>
          <p:cNvSpPr txBox="1">
            <a:spLocks/>
          </p:cNvSpPr>
          <p:nvPr/>
        </p:nvSpPr>
        <p:spPr bwMode="auto">
          <a:xfrm>
            <a:off x="1795225" y="1418001"/>
            <a:ext cx="1627289" cy="41750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1" fontAlgn="base" hangingPunct="1">
              <a:lnSpc>
                <a:spcPts val="32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pPr defTabSz="914126">
              <a:lnSpc>
                <a:spcPts val="3199"/>
              </a:lnSpc>
              <a:defRPr/>
            </a:pPr>
            <a:r>
              <a:rPr lang="en-US" sz="1999" b="0" kern="0">
                <a:solidFill>
                  <a:schemeClr val="tx1">
                    <a:lumMod val="50000"/>
                    <a:lumOff val="50000"/>
                  </a:schemeClr>
                </a:solidFill>
                <a:latin typeface="Arial Narrow" panose="020B0606020202030204" pitchFamily="34" charset="0"/>
              </a:rPr>
              <a:t>Before</a:t>
            </a:r>
            <a:endParaRPr lang="en-US" sz="2799" b="0" kern="0">
              <a:solidFill>
                <a:schemeClr val="tx1">
                  <a:lumMod val="50000"/>
                  <a:lumOff val="50000"/>
                </a:schemeClr>
              </a:solidFill>
              <a:latin typeface="Arial Narrow" panose="020B0606020202030204" pitchFamily="34" charset="0"/>
            </a:endParaRPr>
          </a:p>
        </p:txBody>
      </p:sp>
      <p:sp>
        <p:nvSpPr>
          <p:cNvPr id="28" name="Title 4">
            <a:extLst>
              <a:ext uri="{FF2B5EF4-FFF2-40B4-BE49-F238E27FC236}">
                <a16:creationId xmlns:a16="http://schemas.microsoft.com/office/drawing/2014/main" id="{46C4E3B3-C0B4-496C-B077-D366F6E32B82}"/>
              </a:ext>
            </a:extLst>
          </p:cNvPr>
          <p:cNvSpPr txBox="1">
            <a:spLocks/>
          </p:cNvSpPr>
          <p:nvPr/>
        </p:nvSpPr>
        <p:spPr bwMode="auto">
          <a:xfrm>
            <a:off x="1779648" y="1604720"/>
            <a:ext cx="3580327" cy="1168879"/>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rtl="0" eaLnBrk="1" fontAlgn="base" hangingPunct="1">
              <a:lnSpc>
                <a:spcPts val="32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pPr lvl="0">
              <a:defRPr/>
            </a:pPr>
            <a:r>
              <a:rPr lang="en-US" sz="7200" kern="0">
                <a:solidFill>
                  <a:schemeClr val="tx1">
                    <a:lumMod val="50000"/>
                    <a:lumOff val="50000"/>
                  </a:schemeClr>
                </a:solidFill>
              </a:rPr>
              <a:t>71.2</a:t>
            </a:r>
            <a:r>
              <a:rPr lang="en-US" sz="5400" b="0" kern="0">
                <a:solidFill>
                  <a:schemeClr val="tx1">
                    <a:lumMod val="50000"/>
                    <a:lumOff val="50000"/>
                  </a:schemeClr>
                </a:solidFill>
              </a:rPr>
              <a:t>%</a:t>
            </a:r>
            <a:endParaRPr lang="en-US" sz="7200" b="0" kern="0">
              <a:solidFill>
                <a:schemeClr val="tx1">
                  <a:lumMod val="50000"/>
                  <a:lumOff val="50000"/>
                </a:schemeClr>
              </a:solidFill>
            </a:endParaRPr>
          </a:p>
        </p:txBody>
      </p:sp>
      <p:sp>
        <p:nvSpPr>
          <p:cNvPr id="29" name="Title 4">
            <a:extLst>
              <a:ext uri="{FF2B5EF4-FFF2-40B4-BE49-F238E27FC236}">
                <a16:creationId xmlns:a16="http://schemas.microsoft.com/office/drawing/2014/main" id="{F366D025-8717-4155-91AC-BFED22CE64DD}"/>
              </a:ext>
            </a:extLst>
          </p:cNvPr>
          <p:cNvSpPr txBox="1">
            <a:spLocks/>
          </p:cNvSpPr>
          <p:nvPr/>
        </p:nvSpPr>
        <p:spPr bwMode="auto">
          <a:xfrm>
            <a:off x="8263186" y="1418001"/>
            <a:ext cx="1627289" cy="41750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1" fontAlgn="base" hangingPunct="1">
              <a:lnSpc>
                <a:spcPts val="32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pPr defTabSz="914126">
              <a:lnSpc>
                <a:spcPts val="3199"/>
              </a:lnSpc>
              <a:defRPr/>
            </a:pPr>
            <a:r>
              <a:rPr lang="en-US" sz="1999" b="0" kern="0">
                <a:solidFill>
                  <a:schemeClr val="tx1">
                    <a:lumMod val="85000"/>
                    <a:lumOff val="15000"/>
                  </a:schemeClr>
                </a:solidFill>
                <a:latin typeface="Arial Narrow" panose="020B0606020202030204" pitchFamily="34" charset="0"/>
              </a:rPr>
              <a:t>After</a:t>
            </a:r>
            <a:endParaRPr lang="en-US" sz="2799" b="0" kern="0">
              <a:solidFill>
                <a:schemeClr val="tx1">
                  <a:lumMod val="85000"/>
                  <a:lumOff val="15000"/>
                </a:schemeClr>
              </a:solidFill>
              <a:latin typeface="Arial Narrow" panose="020B0606020202030204" pitchFamily="34" charset="0"/>
            </a:endParaRPr>
          </a:p>
        </p:txBody>
      </p:sp>
      <p:sp>
        <p:nvSpPr>
          <p:cNvPr id="30" name="Title 4">
            <a:extLst>
              <a:ext uri="{FF2B5EF4-FFF2-40B4-BE49-F238E27FC236}">
                <a16:creationId xmlns:a16="http://schemas.microsoft.com/office/drawing/2014/main" id="{7D069F6E-C1E9-4311-97BF-408A4B20B036}"/>
              </a:ext>
            </a:extLst>
          </p:cNvPr>
          <p:cNvSpPr txBox="1">
            <a:spLocks/>
          </p:cNvSpPr>
          <p:nvPr/>
        </p:nvSpPr>
        <p:spPr bwMode="auto">
          <a:xfrm>
            <a:off x="8247609" y="1604720"/>
            <a:ext cx="3080295" cy="1168879"/>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rtl="0" eaLnBrk="1" fontAlgn="base" hangingPunct="1">
              <a:lnSpc>
                <a:spcPts val="32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pPr lvl="0">
              <a:defRPr/>
            </a:pPr>
            <a:r>
              <a:rPr lang="en-US" sz="7200" kern="0">
                <a:solidFill>
                  <a:schemeClr val="tx1">
                    <a:lumMod val="85000"/>
                    <a:lumOff val="15000"/>
                  </a:schemeClr>
                </a:solidFill>
              </a:rPr>
              <a:t>82.5</a:t>
            </a:r>
            <a:r>
              <a:rPr lang="en-US" sz="5400" b="0" kern="0">
                <a:solidFill>
                  <a:schemeClr val="tx1">
                    <a:lumMod val="85000"/>
                    <a:lumOff val="15000"/>
                  </a:schemeClr>
                </a:solidFill>
              </a:rPr>
              <a:t>%</a:t>
            </a:r>
            <a:endParaRPr lang="en-US" sz="7200" b="0" kern="0">
              <a:solidFill>
                <a:schemeClr val="tx1">
                  <a:lumMod val="85000"/>
                  <a:lumOff val="15000"/>
                </a:schemeClr>
              </a:solidFill>
            </a:endParaRPr>
          </a:p>
        </p:txBody>
      </p:sp>
      <p:sp>
        <p:nvSpPr>
          <p:cNvPr id="31" name="Text Placeholder 3">
            <a:extLst>
              <a:ext uri="{FF2B5EF4-FFF2-40B4-BE49-F238E27FC236}">
                <a16:creationId xmlns:a16="http://schemas.microsoft.com/office/drawing/2014/main" id="{8CFA0DA9-0498-450D-ABB4-8C7F381F6467}"/>
              </a:ext>
            </a:extLst>
          </p:cNvPr>
          <p:cNvSpPr txBox="1">
            <a:spLocks/>
          </p:cNvSpPr>
          <p:nvPr/>
        </p:nvSpPr>
        <p:spPr>
          <a:xfrm>
            <a:off x="718344" y="3332155"/>
            <a:ext cx="4581631" cy="3011738"/>
          </a:xfrm>
          <a:prstGeom prst="rect">
            <a:avLst/>
          </a:prstGeom>
        </p:spPr>
        <p:txBody>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Total autopilot mode</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I've used so long, </a:t>
            </a:r>
            <a:br>
              <a:rPr lang="en-US" sz="1400" kern="0">
                <a:solidFill>
                  <a:schemeClr val="tx1">
                    <a:lumMod val="75000"/>
                    <a:lumOff val="25000"/>
                  </a:schemeClr>
                </a:solidFill>
                <a:latin typeface="Arial Narrow" panose="020B0606020202030204" pitchFamily="34" charset="0"/>
              </a:rPr>
            </a:br>
            <a:r>
              <a:rPr lang="en-US" sz="1400" kern="0">
                <a:solidFill>
                  <a:schemeClr val="tx1">
                    <a:lumMod val="75000"/>
                    <a:lumOff val="25000"/>
                  </a:schemeClr>
                </a:solidFill>
                <a:latin typeface="Arial Narrow" panose="020B0606020202030204" pitchFamily="34" charset="0"/>
              </a:rPr>
              <a:t>but there is a lot of back-and-forth other tabs</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Could be better, it is working what we need, </a:t>
            </a:r>
            <a:br>
              <a:rPr lang="en-US" sz="1400" kern="0">
                <a:solidFill>
                  <a:schemeClr val="tx1">
                    <a:lumMod val="75000"/>
                    <a:lumOff val="25000"/>
                  </a:schemeClr>
                </a:solidFill>
                <a:latin typeface="Arial Narrow" panose="020B0606020202030204" pitchFamily="34" charset="0"/>
              </a:rPr>
            </a:br>
            <a:r>
              <a:rPr lang="en-US" sz="1400" kern="0">
                <a:solidFill>
                  <a:schemeClr val="tx1">
                    <a:lumMod val="75000"/>
                    <a:lumOff val="25000"/>
                  </a:schemeClr>
                </a:solidFill>
                <a:latin typeface="Arial Narrow" panose="020B0606020202030204" pitchFamily="34" charset="0"/>
              </a:rPr>
              <a:t>but it could be easier for navigating work done</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There are a lot of information I do not even know </a:t>
            </a:r>
            <a:br>
              <a:rPr lang="en-US" sz="1400" kern="0">
                <a:solidFill>
                  <a:schemeClr val="tx1">
                    <a:lumMod val="75000"/>
                    <a:lumOff val="25000"/>
                  </a:schemeClr>
                </a:solidFill>
                <a:latin typeface="Arial Narrow" panose="020B0606020202030204" pitchFamily="34" charset="0"/>
              </a:rPr>
            </a:br>
            <a:r>
              <a:rPr lang="en-US" sz="1400" kern="0">
                <a:solidFill>
                  <a:schemeClr val="tx1">
                    <a:lumMod val="75000"/>
                    <a:lumOff val="25000"/>
                  </a:schemeClr>
                </a:solidFill>
                <a:latin typeface="Arial Narrow" panose="020B0606020202030204" pitchFamily="34" charset="0"/>
              </a:rPr>
              <a:t>even though work here 15 years</a:t>
            </a:r>
          </a:p>
          <a:p>
            <a:pPr marL="342900" indent="-342900">
              <a:lnSpc>
                <a:spcPct val="100000"/>
              </a:lnSpc>
              <a:buFont typeface="Arial" panose="020B0604020202020204" pitchFamily="34" charset="0"/>
              <a:buChar char="•"/>
            </a:pPr>
            <a:endParaRPr lang="en-US" sz="1400" kern="0">
              <a:solidFill>
                <a:schemeClr val="tx1">
                  <a:lumMod val="75000"/>
                  <a:lumOff val="25000"/>
                </a:schemeClr>
              </a:solidFill>
              <a:latin typeface="Arial Narrow" panose="020B0606020202030204" pitchFamily="34" charset="0"/>
            </a:endParaRPr>
          </a:p>
        </p:txBody>
      </p:sp>
      <p:sp>
        <p:nvSpPr>
          <p:cNvPr id="14" name="Text Placeholder 3">
            <a:extLst>
              <a:ext uri="{FF2B5EF4-FFF2-40B4-BE49-F238E27FC236}">
                <a16:creationId xmlns:a16="http://schemas.microsoft.com/office/drawing/2014/main" id="{C25DAE67-B36A-4AF1-9F03-0080AC32A33B}"/>
              </a:ext>
            </a:extLst>
          </p:cNvPr>
          <p:cNvSpPr txBox="1">
            <a:spLocks/>
          </p:cNvSpPr>
          <p:nvPr/>
        </p:nvSpPr>
        <p:spPr>
          <a:xfrm>
            <a:off x="7341833" y="3332155"/>
            <a:ext cx="4465468" cy="1804920"/>
          </a:xfrm>
          <a:prstGeom prst="rect">
            <a:avLst/>
          </a:prstGeom>
        </p:spPr>
        <p:txBody>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The flow works well </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It is still a separate internet tab that we have to go into</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Productivity is same from the previous one</a:t>
            </a:r>
          </a:p>
          <a:p>
            <a:pPr marL="342900" indent="-342900">
              <a:lnSpc>
                <a:spcPct val="100000"/>
              </a:lnSpc>
              <a:buFont typeface="Arial" panose="020B0604020202020204" pitchFamily="34" charset="0"/>
              <a:buChar char="•"/>
            </a:pPr>
            <a:r>
              <a:rPr lang="en-US" sz="1400" kern="0" err="1">
                <a:solidFill>
                  <a:schemeClr val="tx1">
                    <a:lumMod val="75000"/>
                    <a:lumOff val="25000"/>
                  </a:schemeClr>
                </a:solidFill>
                <a:latin typeface="Arial Narrow" panose="020B0606020202030204" pitchFamily="34" charset="0"/>
              </a:rPr>
              <a:t>ABTools</a:t>
            </a:r>
            <a:r>
              <a:rPr lang="en-US" sz="1400" kern="0">
                <a:solidFill>
                  <a:schemeClr val="tx1">
                    <a:lumMod val="75000"/>
                    <a:lumOff val="25000"/>
                  </a:schemeClr>
                </a:solidFill>
                <a:latin typeface="Arial Narrow" panose="020B0606020202030204" pitchFamily="34" charset="0"/>
              </a:rPr>
              <a:t> have a different Icon for the browser</a:t>
            </a:r>
          </a:p>
          <a:p>
            <a:pPr marL="342900" indent="-342900">
              <a:lnSpc>
                <a:spcPct val="100000"/>
              </a:lnSpc>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With the few improvement it will help a lot</a:t>
            </a:r>
          </a:p>
        </p:txBody>
      </p:sp>
    </p:spTree>
    <p:extLst>
      <p:ext uri="{BB962C8B-B14F-4D97-AF65-F5344CB8AC3E}">
        <p14:creationId xmlns:p14="http://schemas.microsoft.com/office/powerpoint/2010/main" val="33816368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4BF771C-6135-4C48-AA73-7CBC9572DB0B}"/>
              </a:ext>
            </a:extLst>
          </p:cNvPr>
          <p:cNvSpPr/>
          <p:nvPr/>
        </p:nvSpPr>
        <p:spPr>
          <a:xfrm>
            <a:off x="1" y="893"/>
            <a:ext cx="12196474" cy="6856214"/>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t" anchorCtr="0" forceAA="0" compatLnSpc="1">
            <a:prstTxWarp prst="textNoShape">
              <a:avLst/>
            </a:prstTxWarp>
            <a:noAutofit/>
          </a:bodyPr>
          <a:lstStyle/>
          <a:p>
            <a:pPr algn="ctr">
              <a:lnSpc>
                <a:spcPct val="110000"/>
              </a:lnSpc>
              <a:spcAft>
                <a:spcPts val="900"/>
              </a:spcAft>
            </a:pPr>
            <a:endParaRPr lang="en-US" sz="1999" spc="40">
              <a:solidFill>
                <a:srgbClr val="000000"/>
              </a:solidFill>
              <a:latin typeface="Arial" charset="0"/>
            </a:endParaRPr>
          </a:p>
        </p:txBody>
      </p:sp>
      <p:sp>
        <p:nvSpPr>
          <p:cNvPr id="9" name="Rectangle 75">
            <a:extLst>
              <a:ext uri="{FF2B5EF4-FFF2-40B4-BE49-F238E27FC236}">
                <a16:creationId xmlns:a16="http://schemas.microsoft.com/office/drawing/2014/main" id="{0E62F7C1-E850-490F-8ADC-69B29EB8865C}"/>
              </a:ext>
            </a:extLst>
          </p:cNvPr>
          <p:cNvSpPr/>
          <p:nvPr/>
        </p:nvSpPr>
        <p:spPr>
          <a:xfrm>
            <a:off x="5525511" y="577208"/>
            <a:ext cx="5058387" cy="6291184"/>
          </a:xfrm>
          <a:custGeom>
            <a:avLst/>
            <a:gdLst>
              <a:gd name="connsiteX0" fmla="*/ 0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0 w 5006146"/>
              <a:gd name="connsiteY4" fmla="*/ 0 h 6432884"/>
              <a:gd name="connsiteX0" fmla="*/ 1868557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1868557 w 5006146"/>
              <a:gd name="connsiteY4" fmla="*/ 0 h 6432884"/>
              <a:gd name="connsiteX0" fmla="*/ 4823792 w 7961381"/>
              <a:gd name="connsiteY0" fmla="*/ 0 h 6432884"/>
              <a:gd name="connsiteX1" fmla="*/ 7961381 w 7961381"/>
              <a:gd name="connsiteY1" fmla="*/ 0 h 6432884"/>
              <a:gd name="connsiteX2" fmla="*/ 7961381 w 7961381"/>
              <a:gd name="connsiteY2" fmla="*/ 6432884 h 6432884"/>
              <a:gd name="connsiteX3" fmla="*/ 0 w 7961381"/>
              <a:gd name="connsiteY3" fmla="*/ 6353371 h 6432884"/>
              <a:gd name="connsiteX4" fmla="*/ 4823792 w 7961381"/>
              <a:gd name="connsiteY4" fmla="*/ 0 h 6432884"/>
              <a:gd name="connsiteX0" fmla="*/ 5049079 w 8186668"/>
              <a:gd name="connsiteY0" fmla="*/ 0 h 6432884"/>
              <a:gd name="connsiteX1" fmla="*/ 8186668 w 8186668"/>
              <a:gd name="connsiteY1" fmla="*/ 0 h 6432884"/>
              <a:gd name="connsiteX2" fmla="*/ 8186668 w 8186668"/>
              <a:gd name="connsiteY2" fmla="*/ 6432884 h 6432884"/>
              <a:gd name="connsiteX3" fmla="*/ 0 w 8186668"/>
              <a:gd name="connsiteY3" fmla="*/ 6379876 h 6432884"/>
              <a:gd name="connsiteX4" fmla="*/ 5049079 w 8186668"/>
              <a:gd name="connsiteY4" fmla="*/ 0 h 6432884"/>
              <a:gd name="connsiteX0" fmla="*/ 5102088 w 8239677"/>
              <a:gd name="connsiteY0" fmla="*/ 0 h 6432884"/>
              <a:gd name="connsiteX1" fmla="*/ 8239677 w 8239677"/>
              <a:gd name="connsiteY1" fmla="*/ 0 h 6432884"/>
              <a:gd name="connsiteX2" fmla="*/ 8239677 w 8239677"/>
              <a:gd name="connsiteY2" fmla="*/ 6432884 h 6432884"/>
              <a:gd name="connsiteX3" fmla="*/ 0 w 8239677"/>
              <a:gd name="connsiteY3" fmla="*/ 6393128 h 6432884"/>
              <a:gd name="connsiteX4" fmla="*/ 5102088 w 8239677"/>
              <a:gd name="connsiteY4" fmla="*/ 0 h 6432884"/>
              <a:gd name="connsiteX0" fmla="*/ 5102088 w 8239677"/>
              <a:gd name="connsiteY0" fmla="*/ 0 h 6418433"/>
              <a:gd name="connsiteX1" fmla="*/ 8239677 w 8239677"/>
              <a:gd name="connsiteY1" fmla="*/ 0 h 6418433"/>
              <a:gd name="connsiteX2" fmla="*/ 363933 w 8239677"/>
              <a:gd name="connsiteY2" fmla="*/ 6418433 h 6418433"/>
              <a:gd name="connsiteX3" fmla="*/ 0 w 8239677"/>
              <a:gd name="connsiteY3" fmla="*/ 6393128 h 6418433"/>
              <a:gd name="connsiteX4" fmla="*/ 5102088 w 8239677"/>
              <a:gd name="connsiteY4" fmla="*/ 0 h 6418433"/>
              <a:gd name="connsiteX0" fmla="*/ 5102088 w 5479554"/>
              <a:gd name="connsiteY0" fmla="*/ 0 h 6418433"/>
              <a:gd name="connsiteX1" fmla="*/ 5479554 w 5479554"/>
              <a:gd name="connsiteY1" fmla="*/ 14451 h 6418433"/>
              <a:gd name="connsiteX2" fmla="*/ 363933 w 5479554"/>
              <a:gd name="connsiteY2" fmla="*/ 6418433 h 6418433"/>
              <a:gd name="connsiteX3" fmla="*/ 0 w 5479554"/>
              <a:gd name="connsiteY3" fmla="*/ 6393128 h 6418433"/>
              <a:gd name="connsiteX4" fmla="*/ 5102088 w 5479554"/>
              <a:gd name="connsiteY4" fmla="*/ 0 h 6418433"/>
              <a:gd name="connsiteX0" fmla="*/ 5120384 w 5497850"/>
              <a:gd name="connsiteY0" fmla="*/ 0 h 6448015"/>
              <a:gd name="connsiteX1" fmla="*/ 5497850 w 5497850"/>
              <a:gd name="connsiteY1" fmla="*/ 14451 h 6448015"/>
              <a:gd name="connsiteX2" fmla="*/ 382229 w 5497850"/>
              <a:gd name="connsiteY2" fmla="*/ 6418433 h 6448015"/>
              <a:gd name="connsiteX3" fmla="*/ 0 w 5497850"/>
              <a:gd name="connsiteY3" fmla="*/ 6448015 h 6448015"/>
              <a:gd name="connsiteX4" fmla="*/ 5120384 w 5497850"/>
              <a:gd name="connsiteY4" fmla="*/ 0 h 6448015"/>
              <a:gd name="connsiteX0" fmla="*/ 5120384 w 5497850"/>
              <a:gd name="connsiteY0" fmla="*/ 0 h 6448015"/>
              <a:gd name="connsiteX1" fmla="*/ 5497850 w 5497850"/>
              <a:gd name="connsiteY1" fmla="*/ 14451 h 6448015"/>
              <a:gd name="connsiteX2" fmla="*/ 418820 w 5497850"/>
              <a:gd name="connsiteY2" fmla="*/ 6436729 h 6448015"/>
              <a:gd name="connsiteX3" fmla="*/ 0 w 5497850"/>
              <a:gd name="connsiteY3" fmla="*/ 6448015 h 6448015"/>
              <a:gd name="connsiteX4" fmla="*/ 5120384 w 5497850"/>
              <a:gd name="connsiteY4" fmla="*/ 0 h 6448015"/>
              <a:gd name="connsiteX0" fmla="*/ 5129532 w 5506998"/>
              <a:gd name="connsiteY0" fmla="*/ 0 h 6438867"/>
              <a:gd name="connsiteX1" fmla="*/ 5506998 w 5506998"/>
              <a:gd name="connsiteY1" fmla="*/ 14451 h 6438867"/>
              <a:gd name="connsiteX2" fmla="*/ 427968 w 5506998"/>
              <a:gd name="connsiteY2" fmla="*/ 6436729 h 6438867"/>
              <a:gd name="connsiteX3" fmla="*/ 0 w 5506998"/>
              <a:gd name="connsiteY3" fmla="*/ 6438867 h 6438867"/>
              <a:gd name="connsiteX4" fmla="*/ 5129532 w 5506998"/>
              <a:gd name="connsiteY4" fmla="*/ 0 h 6438867"/>
              <a:gd name="connsiteX0" fmla="*/ 5129532 w 5506998"/>
              <a:gd name="connsiteY0" fmla="*/ 0 h 6438867"/>
              <a:gd name="connsiteX1" fmla="*/ 5506998 w 5506998"/>
              <a:gd name="connsiteY1" fmla="*/ 14451 h 6438867"/>
              <a:gd name="connsiteX2" fmla="*/ 427968 w 5506998"/>
              <a:gd name="connsiteY2" fmla="*/ 6436729 h 6438867"/>
              <a:gd name="connsiteX3" fmla="*/ 0 w 5506998"/>
              <a:gd name="connsiteY3" fmla="*/ 6438867 h 6438867"/>
              <a:gd name="connsiteX4" fmla="*/ 5129532 w 5506998"/>
              <a:gd name="connsiteY4" fmla="*/ 0 h 6438867"/>
              <a:gd name="connsiteX0" fmla="*/ 5129532 w 5517385"/>
              <a:gd name="connsiteY0" fmla="*/ 0 h 6438867"/>
              <a:gd name="connsiteX1" fmla="*/ 5517385 w 5517385"/>
              <a:gd name="connsiteY1" fmla="*/ 4705 h 6438867"/>
              <a:gd name="connsiteX2" fmla="*/ 427968 w 5517385"/>
              <a:gd name="connsiteY2" fmla="*/ 6436729 h 6438867"/>
              <a:gd name="connsiteX3" fmla="*/ 0 w 5517385"/>
              <a:gd name="connsiteY3" fmla="*/ 6438867 h 6438867"/>
              <a:gd name="connsiteX4" fmla="*/ 5129532 w 5517385"/>
              <a:gd name="connsiteY4" fmla="*/ 0 h 643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7385" h="6438867">
                <a:moveTo>
                  <a:pt x="5129532" y="0"/>
                </a:moveTo>
                <a:lnTo>
                  <a:pt x="5517385" y="4705"/>
                </a:lnTo>
                <a:lnTo>
                  <a:pt x="427968" y="6436729"/>
                </a:lnTo>
                <a:lnTo>
                  <a:pt x="0" y="6438867"/>
                </a:lnTo>
                <a:lnTo>
                  <a:pt x="5129532" y="0"/>
                </a:lnTo>
                <a:close/>
              </a:path>
            </a:pathLst>
          </a:custGeom>
          <a:solidFill>
            <a:schemeClr val="tx1">
              <a:alpha val="2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ctr" anchorCtr="0" forceAA="0" compatLnSpc="1">
            <a:prstTxWarp prst="textNoShape">
              <a:avLst/>
            </a:prstTxWarp>
            <a:noAutofit/>
          </a:bodyPr>
          <a:lstStyle/>
          <a:p>
            <a:pPr marL="2921711" algn="ctr">
              <a:lnSpc>
                <a:spcPct val="110000"/>
              </a:lnSpc>
              <a:spcAft>
                <a:spcPts val="900"/>
              </a:spcAft>
            </a:pPr>
            <a:endParaRPr lang="en-US" sz="5998" spc="40">
              <a:solidFill>
                <a:schemeClr val="bg1"/>
              </a:solidFill>
              <a:latin typeface="Arial" charset="0"/>
            </a:endParaRPr>
          </a:p>
        </p:txBody>
      </p:sp>
      <p:sp>
        <p:nvSpPr>
          <p:cNvPr id="10" name="Rectangle 75">
            <a:extLst>
              <a:ext uri="{FF2B5EF4-FFF2-40B4-BE49-F238E27FC236}">
                <a16:creationId xmlns:a16="http://schemas.microsoft.com/office/drawing/2014/main" id="{84D232F2-2D8F-45C0-B312-28FD042D0FE1}"/>
              </a:ext>
            </a:extLst>
          </p:cNvPr>
          <p:cNvSpPr/>
          <p:nvPr/>
        </p:nvSpPr>
        <p:spPr>
          <a:xfrm>
            <a:off x="5923956" y="316"/>
            <a:ext cx="6282787" cy="6856792"/>
          </a:xfrm>
          <a:custGeom>
            <a:avLst/>
            <a:gdLst>
              <a:gd name="connsiteX0" fmla="*/ 0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0 w 5006146"/>
              <a:gd name="connsiteY4" fmla="*/ 0 h 6432884"/>
              <a:gd name="connsiteX0" fmla="*/ 1868557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1868557 w 5006146"/>
              <a:gd name="connsiteY4" fmla="*/ 0 h 6432884"/>
              <a:gd name="connsiteX0" fmla="*/ 4823792 w 7961381"/>
              <a:gd name="connsiteY0" fmla="*/ 0 h 6432884"/>
              <a:gd name="connsiteX1" fmla="*/ 7961381 w 7961381"/>
              <a:gd name="connsiteY1" fmla="*/ 0 h 6432884"/>
              <a:gd name="connsiteX2" fmla="*/ 7961381 w 7961381"/>
              <a:gd name="connsiteY2" fmla="*/ 6432884 h 6432884"/>
              <a:gd name="connsiteX3" fmla="*/ 0 w 7961381"/>
              <a:gd name="connsiteY3" fmla="*/ 6353371 h 6432884"/>
              <a:gd name="connsiteX4" fmla="*/ 4823792 w 7961381"/>
              <a:gd name="connsiteY4" fmla="*/ 0 h 6432884"/>
              <a:gd name="connsiteX0" fmla="*/ 5049079 w 8186668"/>
              <a:gd name="connsiteY0" fmla="*/ 0 h 6432884"/>
              <a:gd name="connsiteX1" fmla="*/ 8186668 w 8186668"/>
              <a:gd name="connsiteY1" fmla="*/ 0 h 6432884"/>
              <a:gd name="connsiteX2" fmla="*/ 8186668 w 8186668"/>
              <a:gd name="connsiteY2" fmla="*/ 6432884 h 6432884"/>
              <a:gd name="connsiteX3" fmla="*/ 0 w 8186668"/>
              <a:gd name="connsiteY3" fmla="*/ 6379876 h 6432884"/>
              <a:gd name="connsiteX4" fmla="*/ 5049079 w 8186668"/>
              <a:gd name="connsiteY4" fmla="*/ 0 h 6432884"/>
              <a:gd name="connsiteX0" fmla="*/ 5102088 w 8239677"/>
              <a:gd name="connsiteY0" fmla="*/ 0 h 6432884"/>
              <a:gd name="connsiteX1" fmla="*/ 8239677 w 8239677"/>
              <a:gd name="connsiteY1" fmla="*/ 0 h 6432884"/>
              <a:gd name="connsiteX2" fmla="*/ 8239677 w 8239677"/>
              <a:gd name="connsiteY2" fmla="*/ 6432884 h 6432884"/>
              <a:gd name="connsiteX3" fmla="*/ 0 w 8239677"/>
              <a:gd name="connsiteY3" fmla="*/ 6393128 h 6432884"/>
              <a:gd name="connsiteX4" fmla="*/ 5102088 w 8239677"/>
              <a:gd name="connsiteY4" fmla="*/ 0 h 6432884"/>
              <a:gd name="connsiteX0" fmla="*/ 5093699 w 8231288"/>
              <a:gd name="connsiteY0" fmla="*/ 0 h 6435073"/>
              <a:gd name="connsiteX1" fmla="*/ 8231288 w 8231288"/>
              <a:gd name="connsiteY1" fmla="*/ 0 h 6435073"/>
              <a:gd name="connsiteX2" fmla="*/ 8231288 w 8231288"/>
              <a:gd name="connsiteY2" fmla="*/ 6432884 h 6435073"/>
              <a:gd name="connsiteX3" fmla="*/ 0 w 8231288"/>
              <a:gd name="connsiteY3" fmla="*/ 6435073 h 6435073"/>
              <a:gd name="connsiteX4" fmla="*/ 5093699 w 8231288"/>
              <a:gd name="connsiteY4" fmla="*/ 0 h 6435073"/>
              <a:gd name="connsiteX0" fmla="*/ 5093699 w 8231288"/>
              <a:gd name="connsiteY0" fmla="*/ 0 h 6435073"/>
              <a:gd name="connsiteX1" fmla="*/ 6242067 w 8231288"/>
              <a:gd name="connsiteY1" fmla="*/ 0 h 6435073"/>
              <a:gd name="connsiteX2" fmla="*/ 8231288 w 8231288"/>
              <a:gd name="connsiteY2" fmla="*/ 6432884 h 6435073"/>
              <a:gd name="connsiteX3" fmla="*/ 0 w 8231288"/>
              <a:gd name="connsiteY3" fmla="*/ 6435073 h 6435073"/>
              <a:gd name="connsiteX4" fmla="*/ 5093699 w 8231288"/>
              <a:gd name="connsiteY4" fmla="*/ 0 h 6435073"/>
              <a:gd name="connsiteX0" fmla="*/ 5093699 w 6274151"/>
              <a:gd name="connsiteY0" fmla="*/ 0 h 6435073"/>
              <a:gd name="connsiteX1" fmla="*/ 6242067 w 6274151"/>
              <a:gd name="connsiteY1" fmla="*/ 0 h 6435073"/>
              <a:gd name="connsiteX2" fmla="*/ 6274151 w 6274151"/>
              <a:gd name="connsiteY2" fmla="*/ 6432884 h 6435073"/>
              <a:gd name="connsiteX3" fmla="*/ 0 w 6274151"/>
              <a:gd name="connsiteY3" fmla="*/ 6435073 h 6435073"/>
              <a:gd name="connsiteX4" fmla="*/ 5093699 w 6274151"/>
              <a:gd name="connsiteY4" fmla="*/ 0 h 6435073"/>
              <a:gd name="connsiteX0" fmla="*/ 5093699 w 6274151"/>
              <a:gd name="connsiteY0" fmla="*/ 0 h 6435073"/>
              <a:gd name="connsiteX1" fmla="*/ 6258109 w 6274151"/>
              <a:gd name="connsiteY1" fmla="*/ 16042 h 6435073"/>
              <a:gd name="connsiteX2" fmla="*/ 6274151 w 6274151"/>
              <a:gd name="connsiteY2" fmla="*/ 6432884 h 6435073"/>
              <a:gd name="connsiteX3" fmla="*/ 0 w 6274151"/>
              <a:gd name="connsiteY3" fmla="*/ 6435073 h 6435073"/>
              <a:gd name="connsiteX4" fmla="*/ 5093699 w 6274151"/>
              <a:gd name="connsiteY4" fmla="*/ 0 h 6435073"/>
              <a:gd name="connsiteX0" fmla="*/ 5093699 w 6284424"/>
              <a:gd name="connsiteY0" fmla="*/ 542 h 6435615"/>
              <a:gd name="connsiteX1" fmla="*/ 6283509 w 6284424"/>
              <a:gd name="connsiteY1" fmla="*/ 1688 h 6435615"/>
              <a:gd name="connsiteX2" fmla="*/ 6274151 w 6284424"/>
              <a:gd name="connsiteY2" fmla="*/ 6433426 h 6435615"/>
              <a:gd name="connsiteX3" fmla="*/ 0 w 6284424"/>
              <a:gd name="connsiteY3" fmla="*/ 6435615 h 6435615"/>
              <a:gd name="connsiteX4" fmla="*/ 5093699 w 6284424"/>
              <a:gd name="connsiteY4" fmla="*/ 542 h 6435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84424" h="6435615">
                <a:moveTo>
                  <a:pt x="5093699" y="542"/>
                </a:moveTo>
                <a:cubicBezTo>
                  <a:pt x="5481836" y="5889"/>
                  <a:pt x="5895372" y="-3659"/>
                  <a:pt x="6283509" y="1688"/>
                </a:cubicBezTo>
                <a:cubicBezTo>
                  <a:pt x="6288856" y="2140635"/>
                  <a:pt x="6268804" y="4294479"/>
                  <a:pt x="6274151" y="6433426"/>
                </a:cubicBezTo>
                <a:lnTo>
                  <a:pt x="0" y="6435615"/>
                </a:lnTo>
                <a:lnTo>
                  <a:pt x="5093699" y="542"/>
                </a:lnTo>
                <a:close/>
              </a:path>
            </a:pathLst>
          </a:custGeom>
          <a:solidFill>
            <a:schemeClr val="tx1">
              <a:alpha val="3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ctr" anchorCtr="0" forceAA="0" compatLnSpc="1">
            <a:prstTxWarp prst="textNoShape">
              <a:avLst/>
            </a:prstTxWarp>
            <a:noAutofit/>
          </a:bodyPr>
          <a:lstStyle/>
          <a:p>
            <a:pPr marL="2921711" algn="ctr">
              <a:lnSpc>
                <a:spcPct val="110000"/>
              </a:lnSpc>
              <a:spcAft>
                <a:spcPts val="900"/>
              </a:spcAft>
            </a:pPr>
            <a:endParaRPr lang="en-US" sz="5998" spc="40">
              <a:solidFill>
                <a:schemeClr val="bg1"/>
              </a:solidFill>
              <a:latin typeface="Arial" charset="0"/>
            </a:endParaRPr>
          </a:p>
        </p:txBody>
      </p:sp>
      <p:sp>
        <p:nvSpPr>
          <p:cNvPr id="6" name="Title 1">
            <a:extLst>
              <a:ext uri="{FF2B5EF4-FFF2-40B4-BE49-F238E27FC236}">
                <a16:creationId xmlns:a16="http://schemas.microsoft.com/office/drawing/2014/main" id="{919F9C14-1333-4FA0-B627-256705CEBADC}"/>
              </a:ext>
            </a:extLst>
          </p:cNvPr>
          <p:cNvSpPr txBox="1">
            <a:spLocks/>
          </p:cNvSpPr>
          <p:nvPr/>
        </p:nvSpPr>
        <p:spPr>
          <a:xfrm>
            <a:off x="736840" y="452673"/>
            <a:ext cx="6861172" cy="498475"/>
          </a:xfrm>
          <a:prstGeom prst="rect">
            <a:avLst/>
          </a:prstGeom>
        </p:spPr>
        <p:txBody>
          <a:bodyPr/>
          <a:lstStyle>
            <a:lvl1pPr algn="l" rtl="0" eaLnBrk="1" fontAlgn="base" hangingPunct="1">
              <a:lnSpc>
                <a:spcPts val="32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r>
              <a:rPr lang="en-US" kern="0"/>
              <a:t>Improvement Opportunities</a:t>
            </a:r>
          </a:p>
        </p:txBody>
      </p:sp>
      <p:sp>
        <p:nvSpPr>
          <p:cNvPr id="7" name="Oval 6">
            <a:extLst>
              <a:ext uri="{FF2B5EF4-FFF2-40B4-BE49-F238E27FC236}">
                <a16:creationId xmlns:a16="http://schemas.microsoft.com/office/drawing/2014/main" id="{FA434762-D3B4-4C1E-BEEC-18034B0DA070}"/>
              </a:ext>
            </a:extLst>
          </p:cNvPr>
          <p:cNvSpPr/>
          <p:nvPr/>
        </p:nvSpPr>
        <p:spPr>
          <a:xfrm>
            <a:off x="9285671" y="3360214"/>
            <a:ext cx="2011680" cy="2011680"/>
          </a:xfrm>
          <a:prstGeom prst="ellipse">
            <a:avLst/>
          </a:prstGeom>
          <a:solidFill>
            <a:schemeClr val="accent4">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pPr algn="ctr">
              <a:lnSpc>
                <a:spcPct val="110000"/>
              </a:lnSpc>
              <a:spcAft>
                <a:spcPts val="900"/>
              </a:spcAft>
            </a:pPr>
            <a:endParaRPr lang="en-US" sz="1400" b="0" spc="40">
              <a:solidFill>
                <a:schemeClr val="tx1">
                  <a:lumMod val="75000"/>
                  <a:lumOff val="25000"/>
                </a:schemeClr>
              </a:solidFill>
              <a:latin typeface="Arial Narrow" panose="020B0606020202030204" pitchFamily="34" charset="0"/>
            </a:endParaRPr>
          </a:p>
        </p:txBody>
      </p:sp>
      <p:sp>
        <p:nvSpPr>
          <p:cNvPr id="11" name="Oval 10">
            <a:extLst>
              <a:ext uri="{FF2B5EF4-FFF2-40B4-BE49-F238E27FC236}">
                <a16:creationId xmlns:a16="http://schemas.microsoft.com/office/drawing/2014/main" id="{B07754A3-B98C-4C0F-A92B-1F2716D6C57A}"/>
              </a:ext>
            </a:extLst>
          </p:cNvPr>
          <p:cNvSpPr/>
          <p:nvPr/>
        </p:nvSpPr>
        <p:spPr>
          <a:xfrm>
            <a:off x="8266499" y="4615855"/>
            <a:ext cx="1188720" cy="1188720"/>
          </a:xfrm>
          <a:prstGeom prst="ellipse">
            <a:avLst/>
          </a:prstGeom>
          <a:solidFill>
            <a:schemeClr val="accent4">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pPr algn="ctr">
              <a:lnSpc>
                <a:spcPct val="110000"/>
              </a:lnSpc>
              <a:spcAft>
                <a:spcPts val="900"/>
              </a:spcAft>
            </a:pPr>
            <a:endParaRPr lang="en-US" sz="900" b="0" spc="40">
              <a:solidFill>
                <a:schemeClr val="tx1">
                  <a:lumMod val="75000"/>
                  <a:lumOff val="25000"/>
                </a:schemeClr>
              </a:solidFill>
              <a:latin typeface="Arial Narrow" panose="020B0606020202030204" pitchFamily="34" charset="0"/>
            </a:endParaRPr>
          </a:p>
        </p:txBody>
      </p:sp>
      <p:sp>
        <p:nvSpPr>
          <p:cNvPr id="12" name="TextBox 11">
            <a:extLst>
              <a:ext uri="{FF2B5EF4-FFF2-40B4-BE49-F238E27FC236}">
                <a16:creationId xmlns:a16="http://schemas.microsoft.com/office/drawing/2014/main" id="{5DF6E9EE-18AC-48DD-B4FE-0CE0845F7C0F}"/>
              </a:ext>
            </a:extLst>
          </p:cNvPr>
          <p:cNvSpPr txBox="1"/>
          <p:nvPr/>
        </p:nvSpPr>
        <p:spPr>
          <a:xfrm>
            <a:off x="9285670" y="3360213"/>
            <a:ext cx="2011680" cy="2006178"/>
          </a:xfrm>
          <a:prstGeom prst="rect">
            <a:avLst/>
          </a:prstGeom>
          <a:noFill/>
        </p:spPr>
        <p:txBody>
          <a:bodyPr wrap="none" lIns="0" tIns="0" rIns="0" bIns="0" rtlCol="0" anchor="ctr">
            <a:noAutofit/>
          </a:bodyPr>
          <a:lstStyle/>
          <a:p>
            <a:pPr algn="ctr">
              <a:lnSpc>
                <a:spcPct val="110000"/>
              </a:lnSpc>
              <a:spcAft>
                <a:spcPts val="900"/>
              </a:spcAft>
            </a:pPr>
            <a:r>
              <a:rPr lang="en-US" sz="2000" b="0" spc="40">
                <a:solidFill>
                  <a:schemeClr val="bg1"/>
                </a:solidFill>
                <a:latin typeface="Arial Narrow" panose="020B0606020202030204" pitchFamily="34" charset="0"/>
              </a:rPr>
              <a:t>Notes</a:t>
            </a:r>
            <a:br>
              <a:rPr lang="en-US" sz="2000" b="0" spc="40">
                <a:solidFill>
                  <a:schemeClr val="bg1"/>
                </a:solidFill>
                <a:latin typeface="Arial Narrow" panose="020B0606020202030204" pitchFamily="34" charset="0"/>
              </a:rPr>
            </a:br>
            <a:r>
              <a:rPr lang="en-US" sz="1600" b="0" spc="40">
                <a:solidFill>
                  <a:schemeClr val="bg1"/>
                </a:solidFill>
                <a:latin typeface="Arial Narrow" panose="020B0606020202030204" pitchFamily="34" charset="0"/>
              </a:rPr>
              <a:t>(16)</a:t>
            </a:r>
            <a:endParaRPr lang="en-US" sz="2000" b="0" spc="40">
              <a:solidFill>
                <a:schemeClr val="bg1"/>
              </a:solidFill>
              <a:latin typeface="Arial Narrow" panose="020B0606020202030204" pitchFamily="34" charset="0"/>
            </a:endParaRPr>
          </a:p>
        </p:txBody>
      </p:sp>
      <p:sp>
        <p:nvSpPr>
          <p:cNvPr id="13" name="TextBox 12">
            <a:extLst>
              <a:ext uri="{FF2B5EF4-FFF2-40B4-BE49-F238E27FC236}">
                <a16:creationId xmlns:a16="http://schemas.microsoft.com/office/drawing/2014/main" id="{EA5CA859-7264-44BC-BFF7-3CD08FCC6FCD}"/>
              </a:ext>
            </a:extLst>
          </p:cNvPr>
          <p:cNvSpPr txBox="1"/>
          <p:nvPr/>
        </p:nvSpPr>
        <p:spPr>
          <a:xfrm>
            <a:off x="8266499" y="4615854"/>
            <a:ext cx="1188720" cy="1188721"/>
          </a:xfrm>
          <a:prstGeom prst="rect">
            <a:avLst/>
          </a:prstGeom>
          <a:noFill/>
        </p:spPr>
        <p:txBody>
          <a:bodyPr wrap="none" lIns="0" tIns="0" rIns="0" bIns="0" rtlCol="0" anchor="ctr">
            <a:noAutofit/>
          </a:bodyPr>
          <a:lstStyle/>
          <a:p>
            <a:pPr algn="ctr">
              <a:lnSpc>
                <a:spcPct val="110000"/>
              </a:lnSpc>
              <a:spcAft>
                <a:spcPts val="900"/>
              </a:spcAft>
            </a:pPr>
            <a:r>
              <a:rPr lang="en-US" b="0" spc="40">
                <a:solidFill>
                  <a:schemeClr val="bg1"/>
                </a:solidFill>
                <a:latin typeface="Arial Narrow" panose="020B0606020202030204" pitchFamily="34" charset="0"/>
              </a:rPr>
              <a:t>Usability</a:t>
            </a:r>
            <a:br>
              <a:rPr lang="en-US" b="0" spc="40">
                <a:solidFill>
                  <a:schemeClr val="bg1"/>
                </a:solidFill>
                <a:latin typeface="Arial Narrow" panose="020B0606020202030204" pitchFamily="34" charset="0"/>
              </a:rPr>
            </a:br>
            <a:r>
              <a:rPr lang="en-US" sz="1400" b="0" spc="40">
                <a:solidFill>
                  <a:schemeClr val="bg1"/>
                </a:solidFill>
                <a:latin typeface="Arial Narrow" panose="020B0606020202030204" pitchFamily="34" charset="0"/>
              </a:rPr>
              <a:t>(6)</a:t>
            </a:r>
            <a:endParaRPr lang="en-US" b="0" spc="40">
              <a:solidFill>
                <a:schemeClr val="bg1"/>
              </a:solidFill>
              <a:latin typeface="Arial Narrow" panose="020B0606020202030204" pitchFamily="34" charset="0"/>
            </a:endParaRPr>
          </a:p>
        </p:txBody>
      </p:sp>
      <p:sp>
        <p:nvSpPr>
          <p:cNvPr id="14" name="Oval 13">
            <a:extLst>
              <a:ext uri="{FF2B5EF4-FFF2-40B4-BE49-F238E27FC236}">
                <a16:creationId xmlns:a16="http://schemas.microsoft.com/office/drawing/2014/main" id="{E6AB2A0D-4DF6-45DB-BB7B-D8885FC33EBA}"/>
              </a:ext>
            </a:extLst>
          </p:cNvPr>
          <p:cNvSpPr/>
          <p:nvPr/>
        </p:nvSpPr>
        <p:spPr>
          <a:xfrm>
            <a:off x="9323222" y="5366392"/>
            <a:ext cx="914400" cy="914400"/>
          </a:xfrm>
          <a:prstGeom prst="ellipse">
            <a:avLst/>
          </a:prstGeom>
          <a:solidFill>
            <a:schemeClr val="accent4">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pPr algn="ctr">
              <a:lnSpc>
                <a:spcPct val="110000"/>
              </a:lnSpc>
              <a:spcAft>
                <a:spcPts val="900"/>
              </a:spcAft>
            </a:pPr>
            <a:endParaRPr lang="en-US" sz="900" b="0" spc="40">
              <a:solidFill>
                <a:schemeClr val="tx1">
                  <a:lumMod val="75000"/>
                  <a:lumOff val="25000"/>
                </a:schemeClr>
              </a:solidFill>
              <a:latin typeface="Arial Narrow" panose="020B0606020202030204" pitchFamily="34" charset="0"/>
            </a:endParaRPr>
          </a:p>
        </p:txBody>
      </p:sp>
      <p:sp>
        <p:nvSpPr>
          <p:cNvPr id="15" name="TextBox 14">
            <a:extLst>
              <a:ext uri="{FF2B5EF4-FFF2-40B4-BE49-F238E27FC236}">
                <a16:creationId xmlns:a16="http://schemas.microsoft.com/office/drawing/2014/main" id="{4F1B3044-E6C0-4E08-B993-2432008F7303}"/>
              </a:ext>
            </a:extLst>
          </p:cNvPr>
          <p:cNvSpPr txBox="1"/>
          <p:nvPr/>
        </p:nvSpPr>
        <p:spPr>
          <a:xfrm>
            <a:off x="9323221" y="5366392"/>
            <a:ext cx="914399" cy="914400"/>
          </a:xfrm>
          <a:prstGeom prst="rect">
            <a:avLst/>
          </a:prstGeom>
          <a:noFill/>
        </p:spPr>
        <p:txBody>
          <a:bodyPr wrap="none" lIns="0" tIns="0" rIns="0" bIns="0" rtlCol="0" anchor="ctr">
            <a:noAutofit/>
          </a:bodyPr>
          <a:lstStyle/>
          <a:p>
            <a:pPr algn="ctr">
              <a:lnSpc>
                <a:spcPct val="110000"/>
              </a:lnSpc>
              <a:spcAft>
                <a:spcPts val="900"/>
              </a:spcAft>
            </a:pPr>
            <a:r>
              <a:rPr lang="en-US" sz="1200" b="0" spc="40">
                <a:solidFill>
                  <a:schemeClr val="tx1">
                    <a:lumMod val="75000"/>
                    <a:lumOff val="25000"/>
                  </a:schemeClr>
                </a:solidFill>
                <a:latin typeface="Arial Narrow" panose="020B0606020202030204" pitchFamily="34" charset="0"/>
              </a:rPr>
              <a:t>Efficiency</a:t>
            </a:r>
            <a:br>
              <a:rPr lang="en-US" sz="1200" b="0" spc="40">
                <a:solidFill>
                  <a:schemeClr val="tx1">
                    <a:lumMod val="75000"/>
                    <a:lumOff val="25000"/>
                  </a:schemeClr>
                </a:solidFill>
                <a:latin typeface="Arial Narrow" panose="020B0606020202030204" pitchFamily="34" charset="0"/>
              </a:rPr>
            </a:br>
            <a:r>
              <a:rPr lang="en-US" sz="1050" b="0" spc="40">
                <a:solidFill>
                  <a:schemeClr val="tx1">
                    <a:lumMod val="75000"/>
                    <a:lumOff val="25000"/>
                  </a:schemeClr>
                </a:solidFill>
                <a:latin typeface="Arial Narrow" panose="020B0606020202030204" pitchFamily="34" charset="0"/>
              </a:rPr>
              <a:t>(5)</a:t>
            </a:r>
            <a:endParaRPr lang="en-US" sz="1200" b="0" spc="40">
              <a:solidFill>
                <a:schemeClr val="tx1">
                  <a:lumMod val="75000"/>
                  <a:lumOff val="25000"/>
                </a:schemeClr>
              </a:solidFill>
              <a:latin typeface="Arial Narrow" panose="020B0606020202030204" pitchFamily="34" charset="0"/>
            </a:endParaRPr>
          </a:p>
        </p:txBody>
      </p:sp>
      <p:sp>
        <p:nvSpPr>
          <p:cNvPr id="16" name="Oval 15">
            <a:extLst>
              <a:ext uri="{FF2B5EF4-FFF2-40B4-BE49-F238E27FC236}">
                <a16:creationId xmlns:a16="http://schemas.microsoft.com/office/drawing/2014/main" id="{E87CC59B-1161-42EE-9B89-3C95127CC4A1}"/>
              </a:ext>
            </a:extLst>
          </p:cNvPr>
          <p:cNvSpPr/>
          <p:nvPr/>
        </p:nvSpPr>
        <p:spPr>
          <a:xfrm>
            <a:off x="10282275" y="5355441"/>
            <a:ext cx="914400" cy="914400"/>
          </a:xfrm>
          <a:prstGeom prst="ellipse">
            <a:avLst/>
          </a:prstGeom>
          <a:solidFill>
            <a:schemeClr val="accent4">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pPr algn="ctr">
              <a:lnSpc>
                <a:spcPct val="110000"/>
              </a:lnSpc>
              <a:spcAft>
                <a:spcPts val="900"/>
              </a:spcAft>
            </a:pPr>
            <a:endParaRPr lang="en-US" sz="900" b="0" spc="40">
              <a:solidFill>
                <a:schemeClr val="tx1">
                  <a:lumMod val="75000"/>
                  <a:lumOff val="25000"/>
                </a:schemeClr>
              </a:solidFill>
              <a:latin typeface="Arial Narrow" panose="020B0606020202030204" pitchFamily="34" charset="0"/>
            </a:endParaRPr>
          </a:p>
        </p:txBody>
      </p:sp>
      <p:sp>
        <p:nvSpPr>
          <p:cNvPr id="17" name="TextBox 16">
            <a:extLst>
              <a:ext uri="{FF2B5EF4-FFF2-40B4-BE49-F238E27FC236}">
                <a16:creationId xmlns:a16="http://schemas.microsoft.com/office/drawing/2014/main" id="{14F8F8B6-1950-408F-94B6-C30F10CE1D42}"/>
              </a:ext>
            </a:extLst>
          </p:cNvPr>
          <p:cNvSpPr txBox="1"/>
          <p:nvPr/>
        </p:nvSpPr>
        <p:spPr>
          <a:xfrm>
            <a:off x="10282274" y="5366391"/>
            <a:ext cx="914399" cy="903449"/>
          </a:xfrm>
          <a:prstGeom prst="rect">
            <a:avLst/>
          </a:prstGeom>
          <a:noFill/>
        </p:spPr>
        <p:txBody>
          <a:bodyPr wrap="none" lIns="0" tIns="0" rIns="0" bIns="0" rtlCol="0" anchor="ctr">
            <a:noAutofit/>
          </a:bodyPr>
          <a:lstStyle/>
          <a:p>
            <a:pPr algn="ctr">
              <a:lnSpc>
                <a:spcPct val="110000"/>
              </a:lnSpc>
              <a:spcAft>
                <a:spcPts val="900"/>
              </a:spcAft>
            </a:pPr>
            <a:r>
              <a:rPr lang="en-US" sz="1200" b="0" spc="40">
                <a:solidFill>
                  <a:schemeClr val="tx1">
                    <a:lumMod val="75000"/>
                    <a:lumOff val="25000"/>
                  </a:schemeClr>
                </a:solidFill>
                <a:latin typeface="Arial Narrow" panose="020B0606020202030204" pitchFamily="34" charset="0"/>
              </a:rPr>
              <a:t>New Feature</a:t>
            </a:r>
            <a:br>
              <a:rPr lang="en-US" sz="1200" b="0" spc="40">
                <a:solidFill>
                  <a:schemeClr val="tx1">
                    <a:lumMod val="75000"/>
                    <a:lumOff val="25000"/>
                  </a:schemeClr>
                </a:solidFill>
                <a:latin typeface="Arial Narrow" panose="020B0606020202030204" pitchFamily="34" charset="0"/>
              </a:rPr>
            </a:br>
            <a:r>
              <a:rPr lang="en-US" sz="1050" b="0" spc="40">
                <a:solidFill>
                  <a:schemeClr val="tx1">
                    <a:lumMod val="75000"/>
                    <a:lumOff val="25000"/>
                  </a:schemeClr>
                </a:solidFill>
                <a:latin typeface="Arial Narrow" panose="020B0606020202030204" pitchFamily="34" charset="0"/>
              </a:rPr>
              <a:t>(5)</a:t>
            </a:r>
            <a:endParaRPr lang="en-US" sz="1200" b="0" spc="40">
              <a:solidFill>
                <a:schemeClr val="tx1">
                  <a:lumMod val="75000"/>
                  <a:lumOff val="25000"/>
                </a:schemeClr>
              </a:solidFill>
              <a:latin typeface="Arial Narrow" panose="020B0606020202030204" pitchFamily="34" charset="0"/>
            </a:endParaRPr>
          </a:p>
        </p:txBody>
      </p:sp>
      <p:sp>
        <p:nvSpPr>
          <p:cNvPr id="18" name="Oval 17">
            <a:extLst>
              <a:ext uri="{FF2B5EF4-FFF2-40B4-BE49-F238E27FC236}">
                <a16:creationId xmlns:a16="http://schemas.microsoft.com/office/drawing/2014/main" id="{83627A06-2A16-445D-BC3C-A906907DA071}"/>
              </a:ext>
            </a:extLst>
          </p:cNvPr>
          <p:cNvSpPr/>
          <p:nvPr/>
        </p:nvSpPr>
        <p:spPr>
          <a:xfrm>
            <a:off x="11037243" y="4933583"/>
            <a:ext cx="640080" cy="640080"/>
          </a:xfrm>
          <a:prstGeom prst="ellipse">
            <a:avLst/>
          </a:prstGeom>
          <a:solidFill>
            <a:schemeClr val="accent4">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pPr algn="ctr">
              <a:lnSpc>
                <a:spcPct val="110000"/>
              </a:lnSpc>
              <a:spcAft>
                <a:spcPts val="900"/>
              </a:spcAft>
            </a:pPr>
            <a:endParaRPr lang="en-US" sz="900" b="0" spc="40">
              <a:solidFill>
                <a:schemeClr val="tx1">
                  <a:lumMod val="75000"/>
                  <a:lumOff val="25000"/>
                </a:schemeClr>
              </a:solidFill>
              <a:latin typeface="Arial Narrow" panose="020B0606020202030204" pitchFamily="34" charset="0"/>
            </a:endParaRPr>
          </a:p>
        </p:txBody>
      </p:sp>
      <p:sp>
        <p:nvSpPr>
          <p:cNvPr id="19" name="TextBox 18">
            <a:extLst>
              <a:ext uri="{FF2B5EF4-FFF2-40B4-BE49-F238E27FC236}">
                <a16:creationId xmlns:a16="http://schemas.microsoft.com/office/drawing/2014/main" id="{DFB9CFC6-7A81-49C9-915A-E4BE634E0B18}"/>
              </a:ext>
            </a:extLst>
          </p:cNvPr>
          <p:cNvSpPr txBox="1"/>
          <p:nvPr/>
        </p:nvSpPr>
        <p:spPr>
          <a:xfrm>
            <a:off x="11037242" y="4933583"/>
            <a:ext cx="640080" cy="640080"/>
          </a:xfrm>
          <a:prstGeom prst="rect">
            <a:avLst/>
          </a:prstGeom>
          <a:noFill/>
        </p:spPr>
        <p:txBody>
          <a:bodyPr wrap="none" lIns="0" tIns="0" rIns="0" bIns="0" rtlCol="0" anchor="ctr">
            <a:noAutofit/>
          </a:bodyPr>
          <a:lstStyle/>
          <a:p>
            <a:pPr algn="ctr">
              <a:lnSpc>
                <a:spcPct val="110000"/>
              </a:lnSpc>
              <a:spcAft>
                <a:spcPts val="900"/>
              </a:spcAft>
            </a:pPr>
            <a:r>
              <a:rPr lang="en-US" sz="1200" b="0" spc="40">
                <a:solidFill>
                  <a:schemeClr val="tx1">
                    <a:lumMod val="50000"/>
                    <a:lumOff val="50000"/>
                  </a:schemeClr>
                </a:solidFill>
                <a:latin typeface="Arial Narrow" panose="020B0606020202030204" pitchFamily="34" charset="0"/>
              </a:rPr>
              <a:t>Others</a:t>
            </a:r>
            <a:br>
              <a:rPr lang="en-US" sz="1200" b="0" spc="40">
                <a:solidFill>
                  <a:schemeClr val="tx1">
                    <a:lumMod val="50000"/>
                    <a:lumOff val="50000"/>
                  </a:schemeClr>
                </a:solidFill>
                <a:latin typeface="Arial Narrow" panose="020B0606020202030204" pitchFamily="34" charset="0"/>
              </a:rPr>
            </a:br>
            <a:r>
              <a:rPr lang="en-US" sz="1050" b="0" spc="40">
                <a:solidFill>
                  <a:schemeClr val="tx1">
                    <a:lumMod val="50000"/>
                    <a:lumOff val="50000"/>
                  </a:schemeClr>
                </a:solidFill>
                <a:latin typeface="Arial Narrow" panose="020B0606020202030204" pitchFamily="34" charset="0"/>
              </a:rPr>
              <a:t>(3)</a:t>
            </a:r>
            <a:endParaRPr lang="en-US" sz="1200" b="0" spc="40">
              <a:solidFill>
                <a:schemeClr val="tx1">
                  <a:lumMod val="50000"/>
                  <a:lumOff val="50000"/>
                </a:schemeClr>
              </a:solidFill>
              <a:latin typeface="Arial Narrow" panose="020B0606020202030204" pitchFamily="34" charset="0"/>
            </a:endParaRPr>
          </a:p>
        </p:txBody>
      </p:sp>
      <p:sp>
        <p:nvSpPr>
          <p:cNvPr id="20" name="Text Placeholder 3">
            <a:extLst>
              <a:ext uri="{FF2B5EF4-FFF2-40B4-BE49-F238E27FC236}">
                <a16:creationId xmlns:a16="http://schemas.microsoft.com/office/drawing/2014/main" id="{83DC0892-A252-4502-92C2-F91E07398FBF}"/>
              </a:ext>
            </a:extLst>
          </p:cNvPr>
          <p:cNvSpPr txBox="1">
            <a:spLocks/>
          </p:cNvSpPr>
          <p:nvPr/>
        </p:nvSpPr>
        <p:spPr>
          <a:xfrm>
            <a:off x="1055914" y="1402928"/>
            <a:ext cx="5842036" cy="4775622"/>
          </a:xfrm>
          <a:prstGeom prst="rect">
            <a:avLst/>
          </a:prstGeom>
        </p:spPr>
        <p:txBody>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r>
              <a:rPr lang="en-US" kern="0">
                <a:solidFill>
                  <a:schemeClr val="tx1">
                    <a:lumMod val="75000"/>
                    <a:lumOff val="25000"/>
                  </a:schemeClr>
                </a:solidFill>
                <a:latin typeface="Arial Nova" panose="020B0504020202020204" pitchFamily="34" charset="0"/>
              </a:rPr>
              <a:t>Notes Feature</a:t>
            </a:r>
          </a:p>
          <a:p>
            <a:pPr marL="684213" lvl="1" indent="-342900">
              <a:buFont typeface="Arial" panose="020B0604020202020204" pitchFamily="34" charset="0"/>
              <a:buChar char="•"/>
            </a:pPr>
            <a:r>
              <a:rPr lang="en-US" kern="0">
                <a:solidFill>
                  <a:schemeClr val="tx1">
                    <a:lumMod val="75000"/>
                    <a:lumOff val="25000"/>
                  </a:schemeClr>
                </a:solidFill>
                <a:latin typeface="Arial Narrow" panose="020B0606020202030204" pitchFamily="34" charset="0"/>
              </a:rPr>
              <a:t>All participants mentioned Notes feature could be better with usability improvement</a:t>
            </a:r>
          </a:p>
          <a:p>
            <a:pPr marL="684213" lvl="1" indent="-342900">
              <a:buFont typeface="Arial" panose="020B0604020202020204" pitchFamily="34" charset="0"/>
              <a:buChar char="•"/>
            </a:pPr>
            <a:endParaRPr lang="en-US" kern="0">
              <a:solidFill>
                <a:schemeClr val="tx1">
                  <a:lumMod val="75000"/>
                  <a:lumOff val="25000"/>
                </a:schemeClr>
              </a:solidFill>
              <a:latin typeface="Arial Narrow" panose="020B0606020202030204" pitchFamily="34" charset="0"/>
            </a:endParaRPr>
          </a:p>
          <a:p>
            <a:r>
              <a:rPr lang="en-US" kern="0">
                <a:solidFill>
                  <a:schemeClr val="tx1">
                    <a:lumMod val="75000"/>
                    <a:lumOff val="25000"/>
                  </a:schemeClr>
                </a:solidFill>
                <a:latin typeface="Arial Nova" panose="020B0504020202020204" pitchFamily="34" charset="0"/>
              </a:rPr>
              <a:t>Usability Issues &amp; Efficiency </a:t>
            </a:r>
          </a:p>
          <a:p>
            <a:pPr marL="684213" lvl="1" indent="-342900">
              <a:buFont typeface="Arial" panose="020B0604020202020204" pitchFamily="34" charset="0"/>
              <a:buChar char="•"/>
            </a:pPr>
            <a:r>
              <a:rPr lang="en-US" kern="0">
                <a:solidFill>
                  <a:schemeClr val="tx1">
                    <a:lumMod val="75000"/>
                    <a:lumOff val="25000"/>
                  </a:schemeClr>
                </a:solidFill>
                <a:latin typeface="Arial Narrow" panose="020B0606020202030204" pitchFamily="34" charset="0"/>
              </a:rPr>
              <a:t>Some user interface issues mentioned</a:t>
            </a:r>
          </a:p>
          <a:p>
            <a:pPr marL="684213" lvl="1" indent="-342900">
              <a:buFont typeface="Arial" panose="020B0604020202020204" pitchFamily="34" charset="0"/>
              <a:buChar char="•"/>
            </a:pPr>
            <a:r>
              <a:rPr lang="en-US" kern="0">
                <a:solidFill>
                  <a:schemeClr val="tx1">
                    <a:lumMod val="75000"/>
                    <a:lumOff val="25000"/>
                  </a:schemeClr>
                </a:solidFill>
                <a:latin typeface="Arial Narrow" panose="020B0606020202030204" pitchFamily="34" charset="0"/>
              </a:rPr>
              <a:t>Usability could be related to the task efficiency</a:t>
            </a:r>
          </a:p>
          <a:p>
            <a:pPr marL="684213" lvl="1" indent="-342900">
              <a:buFont typeface="Arial" panose="020B0604020202020204" pitchFamily="34" charset="0"/>
              <a:buChar char="•"/>
            </a:pPr>
            <a:endParaRPr lang="en-US" kern="0">
              <a:solidFill>
                <a:schemeClr val="tx1">
                  <a:lumMod val="75000"/>
                  <a:lumOff val="25000"/>
                </a:schemeClr>
              </a:solidFill>
              <a:latin typeface="Arial Nova" panose="020B0504020202020204" pitchFamily="34" charset="0"/>
            </a:endParaRPr>
          </a:p>
          <a:p>
            <a:pPr marL="684213" lvl="1" indent="-342900">
              <a:buFont typeface="Arial" panose="020B0604020202020204" pitchFamily="34" charset="0"/>
              <a:buChar char="•"/>
            </a:pPr>
            <a:endParaRPr lang="en-US" kern="0">
              <a:solidFill>
                <a:schemeClr val="tx1">
                  <a:lumMod val="75000"/>
                  <a:lumOff val="25000"/>
                </a:schemeClr>
              </a:solidFill>
              <a:latin typeface="Arial Nova" panose="020B0504020202020204" pitchFamily="34" charset="0"/>
            </a:endParaRPr>
          </a:p>
          <a:p>
            <a:endParaRPr lang="en-US" kern="0">
              <a:solidFill>
                <a:schemeClr val="tx1">
                  <a:lumMod val="75000"/>
                  <a:lumOff val="25000"/>
                </a:schemeClr>
              </a:solidFill>
              <a:latin typeface="Arial Nova" panose="020B0504020202020204" pitchFamily="34" charset="0"/>
            </a:endParaRPr>
          </a:p>
        </p:txBody>
      </p:sp>
    </p:spTree>
    <p:extLst>
      <p:ext uri="{BB962C8B-B14F-4D97-AF65-F5344CB8AC3E}">
        <p14:creationId xmlns:p14="http://schemas.microsoft.com/office/powerpoint/2010/main" val="33971244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4BF771C-6135-4C48-AA73-7CBC9572DB0B}"/>
              </a:ext>
            </a:extLst>
          </p:cNvPr>
          <p:cNvSpPr/>
          <p:nvPr/>
        </p:nvSpPr>
        <p:spPr>
          <a:xfrm>
            <a:off x="1" y="893"/>
            <a:ext cx="12196474" cy="6856214"/>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t" anchorCtr="0" forceAA="0" compatLnSpc="1">
            <a:prstTxWarp prst="textNoShape">
              <a:avLst/>
            </a:prstTxWarp>
            <a:noAutofit/>
          </a:bodyPr>
          <a:lstStyle/>
          <a:p>
            <a:pPr algn="ctr">
              <a:lnSpc>
                <a:spcPct val="110000"/>
              </a:lnSpc>
              <a:spcAft>
                <a:spcPts val="900"/>
              </a:spcAft>
            </a:pPr>
            <a:endParaRPr lang="en-US" sz="1999" spc="40">
              <a:solidFill>
                <a:srgbClr val="000000"/>
              </a:solidFill>
              <a:latin typeface="Arial" charset="0"/>
            </a:endParaRPr>
          </a:p>
        </p:txBody>
      </p:sp>
      <p:sp>
        <p:nvSpPr>
          <p:cNvPr id="9" name="Rectangle 75">
            <a:extLst>
              <a:ext uri="{FF2B5EF4-FFF2-40B4-BE49-F238E27FC236}">
                <a16:creationId xmlns:a16="http://schemas.microsoft.com/office/drawing/2014/main" id="{0E62F7C1-E850-490F-8ADC-69B29EB8865C}"/>
              </a:ext>
            </a:extLst>
          </p:cNvPr>
          <p:cNvSpPr/>
          <p:nvPr/>
        </p:nvSpPr>
        <p:spPr>
          <a:xfrm>
            <a:off x="5525511" y="577208"/>
            <a:ext cx="5058387" cy="6291184"/>
          </a:xfrm>
          <a:custGeom>
            <a:avLst/>
            <a:gdLst>
              <a:gd name="connsiteX0" fmla="*/ 0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0 w 5006146"/>
              <a:gd name="connsiteY4" fmla="*/ 0 h 6432884"/>
              <a:gd name="connsiteX0" fmla="*/ 1868557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1868557 w 5006146"/>
              <a:gd name="connsiteY4" fmla="*/ 0 h 6432884"/>
              <a:gd name="connsiteX0" fmla="*/ 4823792 w 7961381"/>
              <a:gd name="connsiteY0" fmla="*/ 0 h 6432884"/>
              <a:gd name="connsiteX1" fmla="*/ 7961381 w 7961381"/>
              <a:gd name="connsiteY1" fmla="*/ 0 h 6432884"/>
              <a:gd name="connsiteX2" fmla="*/ 7961381 w 7961381"/>
              <a:gd name="connsiteY2" fmla="*/ 6432884 h 6432884"/>
              <a:gd name="connsiteX3" fmla="*/ 0 w 7961381"/>
              <a:gd name="connsiteY3" fmla="*/ 6353371 h 6432884"/>
              <a:gd name="connsiteX4" fmla="*/ 4823792 w 7961381"/>
              <a:gd name="connsiteY4" fmla="*/ 0 h 6432884"/>
              <a:gd name="connsiteX0" fmla="*/ 5049079 w 8186668"/>
              <a:gd name="connsiteY0" fmla="*/ 0 h 6432884"/>
              <a:gd name="connsiteX1" fmla="*/ 8186668 w 8186668"/>
              <a:gd name="connsiteY1" fmla="*/ 0 h 6432884"/>
              <a:gd name="connsiteX2" fmla="*/ 8186668 w 8186668"/>
              <a:gd name="connsiteY2" fmla="*/ 6432884 h 6432884"/>
              <a:gd name="connsiteX3" fmla="*/ 0 w 8186668"/>
              <a:gd name="connsiteY3" fmla="*/ 6379876 h 6432884"/>
              <a:gd name="connsiteX4" fmla="*/ 5049079 w 8186668"/>
              <a:gd name="connsiteY4" fmla="*/ 0 h 6432884"/>
              <a:gd name="connsiteX0" fmla="*/ 5102088 w 8239677"/>
              <a:gd name="connsiteY0" fmla="*/ 0 h 6432884"/>
              <a:gd name="connsiteX1" fmla="*/ 8239677 w 8239677"/>
              <a:gd name="connsiteY1" fmla="*/ 0 h 6432884"/>
              <a:gd name="connsiteX2" fmla="*/ 8239677 w 8239677"/>
              <a:gd name="connsiteY2" fmla="*/ 6432884 h 6432884"/>
              <a:gd name="connsiteX3" fmla="*/ 0 w 8239677"/>
              <a:gd name="connsiteY3" fmla="*/ 6393128 h 6432884"/>
              <a:gd name="connsiteX4" fmla="*/ 5102088 w 8239677"/>
              <a:gd name="connsiteY4" fmla="*/ 0 h 6432884"/>
              <a:gd name="connsiteX0" fmla="*/ 5102088 w 8239677"/>
              <a:gd name="connsiteY0" fmla="*/ 0 h 6418433"/>
              <a:gd name="connsiteX1" fmla="*/ 8239677 w 8239677"/>
              <a:gd name="connsiteY1" fmla="*/ 0 h 6418433"/>
              <a:gd name="connsiteX2" fmla="*/ 363933 w 8239677"/>
              <a:gd name="connsiteY2" fmla="*/ 6418433 h 6418433"/>
              <a:gd name="connsiteX3" fmla="*/ 0 w 8239677"/>
              <a:gd name="connsiteY3" fmla="*/ 6393128 h 6418433"/>
              <a:gd name="connsiteX4" fmla="*/ 5102088 w 8239677"/>
              <a:gd name="connsiteY4" fmla="*/ 0 h 6418433"/>
              <a:gd name="connsiteX0" fmla="*/ 5102088 w 5479554"/>
              <a:gd name="connsiteY0" fmla="*/ 0 h 6418433"/>
              <a:gd name="connsiteX1" fmla="*/ 5479554 w 5479554"/>
              <a:gd name="connsiteY1" fmla="*/ 14451 h 6418433"/>
              <a:gd name="connsiteX2" fmla="*/ 363933 w 5479554"/>
              <a:gd name="connsiteY2" fmla="*/ 6418433 h 6418433"/>
              <a:gd name="connsiteX3" fmla="*/ 0 w 5479554"/>
              <a:gd name="connsiteY3" fmla="*/ 6393128 h 6418433"/>
              <a:gd name="connsiteX4" fmla="*/ 5102088 w 5479554"/>
              <a:gd name="connsiteY4" fmla="*/ 0 h 6418433"/>
              <a:gd name="connsiteX0" fmla="*/ 5120384 w 5497850"/>
              <a:gd name="connsiteY0" fmla="*/ 0 h 6448015"/>
              <a:gd name="connsiteX1" fmla="*/ 5497850 w 5497850"/>
              <a:gd name="connsiteY1" fmla="*/ 14451 h 6448015"/>
              <a:gd name="connsiteX2" fmla="*/ 382229 w 5497850"/>
              <a:gd name="connsiteY2" fmla="*/ 6418433 h 6448015"/>
              <a:gd name="connsiteX3" fmla="*/ 0 w 5497850"/>
              <a:gd name="connsiteY3" fmla="*/ 6448015 h 6448015"/>
              <a:gd name="connsiteX4" fmla="*/ 5120384 w 5497850"/>
              <a:gd name="connsiteY4" fmla="*/ 0 h 6448015"/>
              <a:gd name="connsiteX0" fmla="*/ 5120384 w 5497850"/>
              <a:gd name="connsiteY0" fmla="*/ 0 h 6448015"/>
              <a:gd name="connsiteX1" fmla="*/ 5497850 w 5497850"/>
              <a:gd name="connsiteY1" fmla="*/ 14451 h 6448015"/>
              <a:gd name="connsiteX2" fmla="*/ 418820 w 5497850"/>
              <a:gd name="connsiteY2" fmla="*/ 6436729 h 6448015"/>
              <a:gd name="connsiteX3" fmla="*/ 0 w 5497850"/>
              <a:gd name="connsiteY3" fmla="*/ 6448015 h 6448015"/>
              <a:gd name="connsiteX4" fmla="*/ 5120384 w 5497850"/>
              <a:gd name="connsiteY4" fmla="*/ 0 h 6448015"/>
              <a:gd name="connsiteX0" fmla="*/ 5129532 w 5506998"/>
              <a:gd name="connsiteY0" fmla="*/ 0 h 6438867"/>
              <a:gd name="connsiteX1" fmla="*/ 5506998 w 5506998"/>
              <a:gd name="connsiteY1" fmla="*/ 14451 h 6438867"/>
              <a:gd name="connsiteX2" fmla="*/ 427968 w 5506998"/>
              <a:gd name="connsiteY2" fmla="*/ 6436729 h 6438867"/>
              <a:gd name="connsiteX3" fmla="*/ 0 w 5506998"/>
              <a:gd name="connsiteY3" fmla="*/ 6438867 h 6438867"/>
              <a:gd name="connsiteX4" fmla="*/ 5129532 w 5506998"/>
              <a:gd name="connsiteY4" fmla="*/ 0 h 6438867"/>
              <a:gd name="connsiteX0" fmla="*/ 5129532 w 5506998"/>
              <a:gd name="connsiteY0" fmla="*/ 0 h 6438867"/>
              <a:gd name="connsiteX1" fmla="*/ 5506998 w 5506998"/>
              <a:gd name="connsiteY1" fmla="*/ 14451 h 6438867"/>
              <a:gd name="connsiteX2" fmla="*/ 427968 w 5506998"/>
              <a:gd name="connsiteY2" fmla="*/ 6436729 h 6438867"/>
              <a:gd name="connsiteX3" fmla="*/ 0 w 5506998"/>
              <a:gd name="connsiteY3" fmla="*/ 6438867 h 6438867"/>
              <a:gd name="connsiteX4" fmla="*/ 5129532 w 5506998"/>
              <a:gd name="connsiteY4" fmla="*/ 0 h 6438867"/>
              <a:gd name="connsiteX0" fmla="*/ 5129532 w 5517385"/>
              <a:gd name="connsiteY0" fmla="*/ 0 h 6438867"/>
              <a:gd name="connsiteX1" fmla="*/ 5517385 w 5517385"/>
              <a:gd name="connsiteY1" fmla="*/ 4705 h 6438867"/>
              <a:gd name="connsiteX2" fmla="*/ 427968 w 5517385"/>
              <a:gd name="connsiteY2" fmla="*/ 6436729 h 6438867"/>
              <a:gd name="connsiteX3" fmla="*/ 0 w 5517385"/>
              <a:gd name="connsiteY3" fmla="*/ 6438867 h 6438867"/>
              <a:gd name="connsiteX4" fmla="*/ 5129532 w 5517385"/>
              <a:gd name="connsiteY4" fmla="*/ 0 h 643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7385" h="6438867">
                <a:moveTo>
                  <a:pt x="5129532" y="0"/>
                </a:moveTo>
                <a:lnTo>
                  <a:pt x="5517385" y="4705"/>
                </a:lnTo>
                <a:lnTo>
                  <a:pt x="427968" y="6436729"/>
                </a:lnTo>
                <a:lnTo>
                  <a:pt x="0" y="6438867"/>
                </a:lnTo>
                <a:lnTo>
                  <a:pt x="5129532" y="0"/>
                </a:lnTo>
                <a:close/>
              </a:path>
            </a:pathLst>
          </a:custGeom>
          <a:solidFill>
            <a:schemeClr val="tx1">
              <a:alpha val="2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ctr" anchorCtr="0" forceAA="0" compatLnSpc="1">
            <a:prstTxWarp prst="textNoShape">
              <a:avLst/>
            </a:prstTxWarp>
            <a:noAutofit/>
          </a:bodyPr>
          <a:lstStyle/>
          <a:p>
            <a:pPr marL="2921711" algn="ctr">
              <a:lnSpc>
                <a:spcPct val="110000"/>
              </a:lnSpc>
              <a:spcAft>
                <a:spcPts val="900"/>
              </a:spcAft>
            </a:pPr>
            <a:endParaRPr lang="en-US" sz="5998" spc="40">
              <a:solidFill>
                <a:schemeClr val="bg1"/>
              </a:solidFill>
              <a:latin typeface="Arial" charset="0"/>
            </a:endParaRPr>
          </a:p>
        </p:txBody>
      </p:sp>
      <p:sp>
        <p:nvSpPr>
          <p:cNvPr id="10" name="Rectangle 75">
            <a:extLst>
              <a:ext uri="{FF2B5EF4-FFF2-40B4-BE49-F238E27FC236}">
                <a16:creationId xmlns:a16="http://schemas.microsoft.com/office/drawing/2014/main" id="{84D232F2-2D8F-45C0-B312-28FD042D0FE1}"/>
              </a:ext>
            </a:extLst>
          </p:cNvPr>
          <p:cNvSpPr/>
          <p:nvPr/>
        </p:nvSpPr>
        <p:spPr>
          <a:xfrm>
            <a:off x="5923956" y="316"/>
            <a:ext cx="6282787" cy="6856792"/>
          </a:xfrm>
          <a:custGeom>
            <a:avLst/>
            <a:gdLst>
              <a:gd name="connsiteX0" fmla="*/ 0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0 w 5006146"/>
              <a:gd name="connsiteY4" fmla="*/ 0 h 6432884"/>
              <a:gd name="connsiteX0" fmla="*/ 1868557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1868557 w 5006146"/>
              <a:gd name="connsiteY4" fmla="*/ 0 h 6432884"/>
              <a:gd name="connsiteX0" fmla="*/ 4823792 w 7961381"/>
              <a:gd name="connsiteY0" fmla="*/ 0 h 6432884"/>
              <a:gd name="connsiteX1" fmla="*/ 7961381 w 7961381"/>
              <a:gd name="connsiteY1" fmla="*/ 0 h 6432884"/>
              <a:gd name="connsiteX2" fmla="*/ 7961381 w 7961381"/>
              <a:gd name="connsiteY2" fmla="*/ 6432884 h 6432884"/>
              <a:gd name="connsiteX3" fmla="*/ 0 w 7961381"/>
              <a:gd name="connsiteY3" fmla="*/ 6353371 h 6432884"/>
              <a:gd name="connsiteX4" fmla="*/ 4823792 w 7961381"/>
              <a:gd name="connsiteY4" fmla="*/ 0 h 6432884"/>
              <a:gd name="connsiteX0" fmla="*/ 5049079 w 8186668"/>
              <a:gd name="connsiteY0" fmla="*/ 0 h 6432884"/>
              <a:gd name="connsiteX1" fmla="*/ 8186668 w 8186668"/>
              <a:gd name="connsiteY1" fmla="*/ 0 h 6432884"/>
              <a:gd name="connsiteX2" fmla="*/ 8186668 w 8186668"/>
              <a:gd name="connsiteY2" fmla="*/ 6432884 h 6432884"/>
              <a:gd name="connsiteX3" fmla="*/ 0 w 8186668"/>
              <a:gd name="connsiteY3" fmla="*/ 6379876 h 6432884"/>
              <a:gd name="connsiteX4" fmla="*/ 5049079 w 8186668"/>
              <a:gd name="connsiteY4" fmla="*/ 0 h 6432884"/>
              <a:gd name="connsiteX0" fmla="*/ 5102088 w 8239677"/>
              <a:gd name="connsiteY0" fmla="*/ 0 h 6432884"/>
              <a:gd name="connsiteX1" fmla="*/ 8239677 w 8239677"/>
              <a:gd name="connsiteY1" fmla="*/ 0 h 6432884"/>
              <a:gd name="connsiteX2" fmla="*/ 8239677 w 8239677"/>
              <a:gd name="connsiteY2" fmla="*/ 6432884 h 6432884"/>
              <a:gd name="connsiteX3" fmla="*/ 0 w 8239677"/>
              <a:gd name="connsiteY3" fmla="*/ 6393128 h 6432884"/>
              <a:gd name="connsiteX4" fmla="*/ 5102088 w 8239677"/>
              <a:gd name="connsiteY4" fmla="*/ 0 h 6432884"/>
              <a:gd name="connsiteX0" fmla="*/ 5093699 w 8231288"/>
              <a:gd name="connsiteY0" fmla="*/ 0 h 6435073"/>
              <a:gd name="connsiteX1" fmla="*/ 8231288 w 8231288"/>
              <a:gd name="connsiteY1" fmla="*/ 0 h 6435073"/>
              <a:gd name="connsiteX2" fmla="*/ 8231288 w 8231288"/>
              <a:gd name="connsiteY2" fmla="*/ 6432884 h 6435073"/>
              <a:gd name="connsiteX3" fmla="*/ 0 w 8231288"/>
              <a:gd name="connsiteY3" fmla="*/ 6435073 h 6435073"/>
              <a:gd name="connsiteX4" fmla="*/ 5093699 w 8231288"/>
              <a:gd name="connsiteY4" fmla="*/ 0 h 6435073"/>
              <a:gd name="connsiteX0" fmla="*/ 5093699 w 8231288"/>
              <a:gd name="connsiteY0" fmla="*/ 0 h 6435073"/>
              <a:gd name="connsiteX1" fmla="*/ 6242067 w 8231288"/>
              <a:gd name="connsiteY1" fmla="*/ 0 h 6435073"/>
              <a:gd name="connsiteX2" fmla="*/ 8231288 w 8231288"/>
              <a:gd name="connsiteY2" fmla="*/ 6432884 h 6435073"/>
              <a:gd name="connsiteX3" fmla="*/ 0 w 8231288"/>
              <a:gd name="connsiteY3" fmla="*/ 6435073 h 6435073"/>
              <a:gd name="connsiteX4" fmla="*/ 5093699 w 8231288"/>
              <a:gd name="connsiteY4" fmla="*/ 0 h 6435073"/>
              <a:gd name="connsiteX0" fmla="*/ 5093699 w 6274151"/>
              <a:gd name="connsiteY0" fmla="*/ 0 h 6435073"/>
              <a:gd name="connsiteX1" fmla="*/ 6242067 w 6274151"/>
              <a:gd name="connsiteY1" fmla="*/ 0 h 6435073"/>
              <a:gd name="connsiteX2" fmla="*/ 6274151 w 6274151"/>
              <a:gd name="connsiteY2" fmla="*/ 6432884 h 6435073"/>
              <a:gd name="connsiteX3" fmla="*/ 0 w 6274151"/>
              <a:gd name="connsiteY3" fmla="*/ 6435073 h 6435073"/>
              <a:gd name="connsiteX4" fmla="*/ 5093699 w 6274151"/>
              <a:gd name="connsiteY4" fmla="*/ 0 h 6435073"/>
              <a:gd name="connsiteX0" fmla="*/ 5093699 w 6274151"/>
              <a:gd name="connsiteY0" fmla="*/ 0 h 6435073"/>
              <a:gd name="connsiteX1" fmla="*/ 6258109 w 6274151"/>
              <a:gd name="connsiteY1" fmla="*/ 16042 h 6435073"/>
              <a:gd name="connsiteX2" fmla="*/ 6274151 w 6274151"/>
              <a:gd name="connsiteY2" fmla="*/ 6432884 h 6435073"/>
              <a:gd name="connsiteX3" fmla="*/ 0 w 6274151"/>
              <a:gd name="connsiteY3" fmla="*/ 6435073 h 6435073"/>
              <a:gd name="connsiteX4" fmla="*/ 5093699 w 6274151"/>
              <a:gd name="connsiteY4" fmla="*/ 0 h 6435073"/>
              <a:gd name="connsiteX0" fmla="*/ 5093699 w 6284424"/>
              <a:gd name="connsiteY0" fmla="*/ 542 h 6435615"/>
              <a:gd name="connsiteX1" fmla="*/ 6283509 w 6284424"/>
              <a:gd name="connsiteY1" fmla="*/ 1688 h 6435615"/>
              <a:gd name="connsiteX2" fmla="*/ 6274151 w 6284424"/>
              <a:gd name="connsiteY2" fmla="*/ 6433426 h 6435615"/>
              <a:gd name="connsiteX3" fmla="*/ 0 w 6284424"/>
              <a:gd name="connsiteY3" fmla="*/ 6435615 h 6435615"/>
              <a:gd name="connsiteX4" fmla="*/ 5093699 w 6284424"/>
              <a:gd name="connsiteY4" fmla="*/ 542 h 6435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84424" h="6435615">
                <a:moveTo>
                  <a:pt x="5093699" y="542"/>
                </a:moveTo>
                <a:cubicBezTo>
                  <a:pt x="5481836" y="5889"/>
                  <a:pt x="5895372" y="-3659"/>
                  <a:pt x="6283509" y="1688"/>
                </a:cubicBezTo>
                <a:cubicBezTo>
                  <a:pt x="6288856" y="2140635"/>
                  <a:pt x="6268804" y="4294479"/>
                  <a:pt x="6274151" y="6433426"/>
                </a:cubicBezTo>
                <a:lnTo>
                  <a:pt x="0" y="6435615"/>
                </a:lnTo>
                <a:lnTo>
                  <a:pt x="5093699" y="542"/>
                </a:lnTo>
                <a:close/>
              </a:path>
            </a:pathLst>
          </a:custGeom>
          <a:solidFill>
            <a:schemeClr val="tx1">
              <a:alpha val="3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ctr" anchorCtr="0" forceAA="0" compatLnSpc="1">
            <a:prstTxWarp prst="textNoShape">
              <a:avLst/>
            </a:prstTxWarp>
            <a:noAutofit/>
          </a:bodyPr>
          <a:lstStyle/>
          <a:p>
            <a:pPr marL="2921711" algn="ctr">
              <a:lnSpc>
                <a:spcPct val="110000"/>
              </a:lnSpc>
              <a:spcAft>
                <a:spcPts val="900"/>
              </a:spcAft>
            </a:pPr>
            <a:endParaRPr lang="en-US" sz="5998" spc="40">
              <a:solidFill>
                <a:schemeClr val="bg1"/>
              </a:solidFill>
              <a:latin typeface="Arial" charset="0"/>
            </a:endParaRPr>
          </a:p>
        </p:txBody>
      </p:sp>
      <p:sp>
        <p:nvSpPr>
          <p:cNvPr id="6" name="Title 1">
            <a:extLst>
              <a:ext uri="{FF2B5EF4-FFF2-40B4-BE49-F238E27FC236}">
                <a16:creationId xmlns:a16="http://schemas.microsoft.com/office/drawing/2014/main" id="{919F9C14-1333-4FA0-B627-256705CEBADC}"/>
              </a:ext>
            </a:extLst>
          </p:cNvPr>
          <p:cNvSpPr txBox="1">
            <a:spLocks/>
          </p:cNvSpPr>
          <p:nvPr/>
        </p:nvSpPr>
        <p:spPr>
          <a:xfrm>
            <a:off x="736840" y="452673"/>
            <a:ext cx="6861172" cy="498475"/>
          </a:xfrm>
          <a:prstGeom prst="rect">
            <a:avLst/>
          </a:prstGeom>
        </p:spPr>
        <p:txBody>
          <a:bodyPr/>
          <a:lstStyle>
            <a:lvl1pPr algn="l" rtl="0" eaLnBrk="1" fontAlgn="base" hangingPunct="1">
              <a:lnSpc>
                <a:spcPts val="32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r>
              <a:rPr lang="en-US" kern="0"/>
              <a:t>Notes</a:t>
            </a:r>
          </a:p>
        </p:txBody>
      </p:sp>
      <p:sp>
        <p:nvSpPr>
          <p:cNvPr id="7" name="Oval 6">
            <a:extLst>
              <a:ext uri="{FF2B5EF4-FFF2-40B4-BE49-F238E27FC236}">
                <a16:creationId xmlns:a16="http://schemas.microsoft.com/office/drawing/2014/main" id="{FA434762-D3B4-4C1E-BEEC-18034B0DA070}"/>
              </a:ext>
            </a:extLst>
          </p:cNvPr>
          <p:cNvSpPr/>
          <p:nvPr/>
        </p:nvSpPr>
        <p:spPr>
          <a:xfrm>
            <a:off x="9285671" y="3360214"/>
            <a:ext cx="2011680" cy="2011680"/>
          </a:xfrm>
          <a:prstGeom prst="ellipse">
            <a:avLst/>
          </a:prstGeom>
          <a:solidFill>
            <a:schemeClr val="accent4">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pPr algn="ctr">
              <a:lnSpc>
                <a:spcPct val="110000"/>
              </a:lnSpc>
              <a:spcAft>
                <a:spcPts val="900"/>
              </a:spcAft>
            </a:pPr>
            <a:endParaRPr lang="en-US" sz="1400" b="0" spc="40">
              <a:solidFill>
                <a:schemeClr val="tx1">
                  <a:lumMod val="75000"/>
                  <a:lumOff val="25000"/>
                </a:schemeClr>
              </a:solidFill>
              <a:latin typeface="Arial Narrow" panose="020B0606020202030204" pitchFamily="34" charset="0"/>
            </a:endParaRPr>
          </a:p>
        </p:txBody>
      </p:sp>
      <p:sp>
        <p:nvSpPr>
          <p:cNvPr id="11" name="Oval 10">
            <a:extLst>
              <a:ext uri="{FF2B5EF4-FFF2-40B4-BE49-F238E27FC236}">
                <a16:creationId xmlns:a16="http://schemas.microsoft.com/office/drawing/2014/main" id="{B07754A3-B98C-4C0F-A92B-1F2716D6C57A}"/>
              </a:ext>
            </a:extLst>
          </p:cNvPr>
          <p:cNvSpPr/>
          <p:nvPr/>
        </p:nvSpPr>
        <p:spPr>
          <a:xfrm>
            <a:off x="8266499" y="4615855"/>
            <a:ext cx="1188720" cy="1188720"/>
          </a:xfrm>
          <a:prstGeom prst="ellipse">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pPr algn="ctr">
              <a:lnSpc>
                <a:spcPct val="110000"/>
              </a:lnSpc>
              <a:spcAft>
                <a:spcPts val="900"/>
              </a:spcAft>
            </a:pPr>
            <a:endParaRPr lang="en-US" sz="900" b="0" spc="40">
              <a:solidFill>
                <a:schemeClr val="tx1">
                  <a:lumMod val="75000"/>
                  <a:lumOff val="25000"/>
                </a:schemeClr>
              </a:solidFill>
              <a:latin typeface="Arial Narrow" panose="020B0606020202030204" pitchFamily="34" charset="0"/>
            </a:endParaRPr>
          </a:p>
        </p:txBody>
      </p:sp>
      <p:sp>
        <p:nvSpPr>
          <p:cNvPr id="12" name="TextBox 11">
            <a:extLst>
              <a:ext uri="{FF2B5EF4-FFF2-40B4-BE49-F238E27FC236}">
                <a16:creationId xmlns:a16="http://schemas.microsoft.com/office/drawing/2014/main" id="{5DF6E9EE-18AC-48DD-B4FE-0CE0845F7C0F}"/>
              </a:ext>
            </a:extLst>
          </p:cNvPr>
          <p:cNvSpPr txBox="1"/>
          <p:nvPr/>
        </p:nvSpPr>
        <p:spPr>
          <a:xfrm>
            <a:off x="9285670" y="3360213"/>
            <a:ext cx="2011680" cy="2006178"/>
          </a:xfrm>
          <a:prstGeom prst="rect">
            <a:avLst/>
          </a:prstGeom>
          <a:noFill/>
        </p:spPr>
        <p:txBody>
          <a:bodyPr wrap="none" lIns="0" tIns="0" rIns="0" bIns="0" rtlCol="0" anchor="ctr">
            <a:noAutofit/>
          </a:bodyPr>
          <a:lstStyle/>
          <a:p>
            <a:pPr algn="ctr">
              <a:lnSpc>
                <a:spcPct val="110000"/>
              </a:lnSpc>
              <a:spcAft>
                <a:spcPts val="900"/>
              </a:spcAft>
            </a:pPr>
            <a:r>
              <a:rPr lang="en-US" sz="2000" b="0" spc="40">
                <a:solidFill>
                  <a:schemeClr val="bg1"/>
                </a:solidFill>
                <a:latin typeface="Arial Narrow" panose="020B0606020202030204" pitchFamily="34" charset="0"/>
              </a:rPr>
              <a:t>Notes</a:t>
            </a:r>
            <a:br>
              <a:rPr lang="en-US" sz="2000" b="0" spc="40">
                <a:solidFill>
                  <a:schemeClr val="bg1"/>
                </a:solidFill>
                <a:latin typeface="Arial Narrow" panose="020B0606020202030204" pitchFamily="34" charset="0"/>
              </a:rPr>
            </a:br>
            <a:r>
              <a:rPr lang="en-US" sz="1600" b="0" spc="40">
                <a:solidFill>
                  <a:schemeClr val="bg1"/>
                </a:solidFill>
                <a:latin typeface="Arial Narrow" panose="020B0606020202030204" pitchFamily="34" charset="0"/>
              </a:rPr>
              <a:t>(16)</a:t>
            </a:r>
            <a:endParaRPr lang="en-US" sz="2000" b="0" spc="40">
              <a:solidFill>
                <a:schemeClr val="bg1"/>
              </a:solidFill>
              <a:latin typeface="Arial Narrow" panose="020B0606020202030204" pitchFamily="34" charset="0"/>
            </a:endParaRPr>
          </a:p>
        </p:txBody>
      </p:sp>
      <p:sp>
        <p:nvSpPr>
          <p:cNvPr id="13" name="TextBox 12">
            <a:extLst>
              <a:ext uri="{FF2B5EF4-FFF2-40B4-BE49-F238E27FC236}">
                <a16:creationId xmlns:a16="http://schemas.microsoft.com/office/drawing/2014/main" id="{EA5CA859-7264-44BC-BFF7-3CD08FCC6FCD}"/>
              </a:ext>
            </a:extLst>
          </p:cNvPr>
          <p:cNvSpPr txBox="1"/>
          <p:nvPr/>
        </p:nvSpPr>
        <p:spPr>
          <a:xfrm>
            <a:off x="8266499" y="4615854"/>
            <a:ext cx="1188720" cy="1188721"/>
          </a:xfrm>
          <a:prstGeom prst="rect">
            <a:avLst/>
          </a:prstGeom>
          <a:noFill/>
        </p:spPr>
        <p:txBody>
          <a:bodyPr wrap="none" lIns="0" tIns="0" rIns="0" bIns="0" rtlCol="0" anchor="ctr">
            <a:noAutofit/>
          </a:bodyPr>
          <a:lstStyle/>
          <a:p>
            <a:pPr algn="ctr">
              <a:lnSpc>
                <a:spcPct val="110000"/>
              </a:lnSpc>
              <a:spcAft>
                <a:spcPts val="900"/>
              </a:spcAft>
            </a:pPr>
            <a:r>
              <a:rPr lang="en-US" b="0" spc="40">
                <a:solidFill>
                  <a:schemeClr val="tx1">
                    <a:lumMod val="50000"/>
                    <a:lumOff val="50000"/>
                  </a:schemeClr>
                </a:solidFill>
                <a:latin typeface="Arial Narrow" panose="020B0606020202030204" pitchFamily="34" charset="0"/>
              </a:rPr>
              <a:t>Usability</a:t>
            </a:r>
            <a:br>
              <a:rPr lang="en-US" b="0" spc="40">
                <a:solidFill>
                  <a:schemeClr val="tx1">
                    <a:lumMod val="50000"/>
                    <a:lumOff val="50000"/>
                  </a:schemeClr>
                </a:solidFill>
                <a:latin typeface="Arial Narrow" panose="020B0606020202030204" pitchFamily="34" charset="0"/>
              </a:rPr>
            </a:br>
            <a:r>
              <a:rPr lang="en-US" sz="1400" b="0" spc="40">
                <a:solidFill>
                  <a:schemeClr val="tx1">
                    <a:lumMod val="50000"/>
                    <a:lumOff val="50000"/>
                  </a:schemeClr>
                </a:solidFill>
                <a:latin typeface="Arial Narrow" panose="020B0606020202030204" pitchFamily="34" charset="0"/>
              </a:rPr>
              <a:t>(6)</a:t>
            </a:r>
            <a:endParaRPr lang="en-US" b="0" spc="40">
              <a:solidFill>
                <a:schemeClr val="tx1">
                  <a:lumMod val="50000"/>
                  <a:lumOff val="50000"/>
                </a:schemeClr>
              </a:solidFill>
              <a:latin typeface="Arial Narrow" panose="020B0606020202030204" pitchFamily="34" charset="0"/>
            </a:endParaRPr>
          </a:p>
        </p:txBody>
      </p:sp>
      <p:sp>
        <p:nvSpPr>
          <p:cNvPr id="14" name="Oval 13">
            <a:extLst>
              <a:ext uri="{FF2B5EF4-FFF2-40B4-BE49-F238E27FC236}">
                <a16:creationId xmlns:a16="http://schemas.microsoft.com/office/drawing/2014/main" id="{E6AB2A0D-4DF6-45DB-BB7B-D8885FC33EBA}"/>
              </a:ext>
            </a:extLst>
          </p:cNvPr>
          <p:cNvSpPr/>
          <p:nvPr/>
        </p:nvSpPr>
        <p:spPr>
          <a:xfrm>
            <a:off x="9323222" y="5366392"/>
            <a:ext cx="914400" cy="914400"/>
          </a:xfrm>
          <a:prstGeom prst="ellipse">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pPr algn="ctr">
              <a:lnSpc>
                <a:spcPct val="110000"/>
              </a:lnSpc>
              <a:spcAft>
                <a:spcPts val="900"/>
              </a:spcAft>
            </a:pPr>
            <a:endParaRPr lang="en-US" sz="900" b="0" spc="40">
              <a:solidFill>
                <a:schemeClr val="tx1">
                  <a:lumMod val="75000"/>
                  <a:lumOff val="25000"/>
                </a:schemeClr>
              </a:solidFill>
              <a:latin typeface="Arial Narrow" panose="020B0606020202030204" pitchFamily="34" charset="0"/>
            </a:endParaRPr>
          </a:p>
        </p:txBody>
      </p:sp>
      <p:sp>
        <p:nvSpPr>
          <p:cNvPr id="15" name="TextBox 14">
            <a:extLst>
              <a:ext uri="{FF2B5EF4-FFF2-40B4-BE49-F238E27FC236}">
                <a16:creationId xmlns:a16="http://schemas.microsoft.com/office/drawing/2014/main" id="{4F1B3044-E6C0-4E08-B993-2432008F7303}"/>
              </a:ext>
            </a:extLst>
          </p:cNvPr>
          <p:cNvSpPr txBox="1"/>
          <p:nvPr/>
        </p:nvSpPr>
        <p:spPr>
          <a:xfrm>
            <a:off x="9323221" y="5366392"/>
            <a:ext cx="914399" cy="914400"/>
          </a:xfrm>
          <a:prstGeom prst="rect">
            <a:avLst/>
          </a:prstGeom>
          <a:noFill/>
        </p:spPr>
        <p:txBody>
          <a:bodyPr wrap="none" lIns="0" tIns="0" rIns="0" bIns="0" rtlCol="0" anchor="ctr">
            <a:noAutofit/>
          </a:bodyPr>
          <a:lstStyle/>
          <a:p>
            <a:pPr algn="ctr">
              <a:lnSpc>
                <a:spcPct val="110000"/>
              </a:lnSpc>
              <a:spcAft>
                <a:spcPts val="900"/>
              </a:spcAft>
            </a:pPr>
            <a:r>
              <a:rPr lang="en-US" sz="1200" b="0" spc="40">
                <a:solidFill>
                  <a:schemeClr val="tx1">
                    <a:lumMod val="50000"/>
                    <a:lumOff val="50000"/>
                  </a:schemeClr>
                </a:solidFill>
                <a:latin typeface="Arial Narrow" panose="020B0606020202030204" pitchFamily="34" charset="0"/>
              </a:rPr>
              <a:t>Efficiency</a:t>
            </a:r>
            <a:br>
              <a:rPr lang="en-US" sz="1200" b="0" spc="40">
                <a:solidFill>
                  <a:schemeClr val="tx1">
                    <a:lumMod val="50000"/>
                    <a:lumOff val="50000"/>
                  </a:schemeClr>
                </a:solidFill>
                <a:latin typeface="Arial Narrow" panose="020B0606020202030204" pitchFamily="34" charset="0"/>
              </a:rPr>
            </a:br>
            <a:r>
              <a:rPr lang="en-US" sz="1050" b="0" spc="40">
                <a:solidFill>
                  <a:schemeClr val="tx1">
                    <a:lumMod val="50000"/>
                    <a:lumOff val="50000"/>
                  </a:schemeClr>
                </a:solidFill>
                <a:latin typeface="Arial Narrow" panose="020B0606020202030204" pitchFamily="34" charset="0"/>
              </a:rPr>
              <a:t>(5)</a:t>
            </a:r>
            <a:endParaRPr lang="en-US" sz="1200" b="0" spc="40">
              <a:solidFill>
                <a:schemeClr val="tx1">
                  <a:lumMod val="50000"/>
                  <a:lumOff val="50000"/>
                </a:schemeClr>
              </a:solidFill>
              <a:latin typeface="Arial Narrow" panose="020B0606020202030204" pitchFamily="34" charset="0"/>
            </a:endParaRPr>
          </a:p>
        </p:txBody>
      </p:sp>
      <p:sp>
        <p:nvSpPr>
          <p:cNvPr id="16" name="Oval 15">
            <a:extLst>
              <a:ext uri="{FF2B5EF4-FFF2-40B4-BE49-F238E27FC236}">
                <a16:creationId xmlns:a16="http://schemas.microsoft.com/office/drawing/2014/main" id="{E87CC59B-1161-42EE-9B89-3C95127CC4A1}"/>
              </a:ext>
            </a:extLst>
          </p:cNvPr>
          <p:cNvSpPr/>
          <p:nvPr/>
        </p:nvSpPr>
        <p:spPr>
          <a:xfrm>
            <a:off x="10282275" y="5355441"/>
            <a:ext cx="914400" cy="914400"/>
          </a:xfrm>
          <a:prstGeom prst="ellipse">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pPr algn="ctr">
              <a:lnSpc>
                <a:spcPct val="110000"/>
              </a:lnSpc>
              <a:spcAft>
                <a:spcPts val="900"/>
              </a:spcAft>
            </a:pPr>
            <a:endParaRPr lang="en-US" sz="900" b="0" spc="40">
              <a:solidFill>
                <a:schemeClr val="tx1">
                  <a:lumMod val="75000"/>
                  <a:lumOff val="25000"/>
                </a:schemeClr>
              </a:solidFill>
              <a:latin typeface="Arial Narrow" panose="020B0606020202030204" pitchFamily="34" charset="0"/>
            </a:endParaRPr>
          </a:p>
        </p:txBody>
      </p:sp>
      <p:sp>
        <p:nvSpPr>
          <p:cNvPr id="17" name="TextBox 16">
            <a:extLst>
              <a:ext uri="{FF2B5EF4-FFF2-40B4-BE49-F238E27FC236}">
                <a16:creationId xmlns:a16="http://schemas.microsoft.com/office/drawing/2014/main" id="{14F8F8B6-1950-408F-94B6-C30F10CE1D42}"/>
              </a:ext>
            </a:extLst>
          </p:cNvPr>
          <p:cNvSpPr txBox="1"/>
          <p:nvPr/>
        </p:nvSpPr>
        <p:spPr>
          <a:xfrm>
            <a:off x="10282274" y="5366391"/>
            <a:ext cx="914399" cy="903449"/>
          </a:xfrm>
          <a:prstGeom prst="rect">
            <a:avLst/>
          </a:prstGeom>
          <a:noFill/>
        </p:spPr>
        <p:txBody>
          <a:bodyPr wrap="none" lIns="0" tIns="0" rIns="0" bIns="0" rtlCol="0" anchor="ctr">
            <a:noAutofit/>
          </a:bodyPr>
          <a:lstStyle/>
          <a:p>
            <a:pPr algn="ctr">
              <a:lnSpc>
                <a:spcPct val="110000"/>
              </a:lnSpc>
              <a:spcAft>
                <a:spcPts val="900"/>
              </a:spcAft>
            </a:pPr>
            <a:r>
              <a:rPr lang="en-US" sz="1200" b="0" spc="40">
                <a:solidFill>
                  <a:schemeClr val="tx1">
                    <a:lumMod val="50000"/>
                    <a:lumOff val="50000"/>
                  </a:schemeClr>
                </a:solidFill>
                <a:latin typeface="Arial Narrow" panose="020B0606020202030204" pitchFamily="34" charset="0"/>
              </a:rPr>
              <a:t>New Feature</a:t>
            </a:r>
            <a:br>
              <a:rPr lang="en-US" sz="1200" b="0" spc="40">
                <a:solidFill>
                  <a:schemeClr val="tx1">
                    <a:lumMod val="50000"/>
                    <a:lumOff val="50000"/>
                  </a:schemeClr>
                </a:solidFill>
                <a:latin typeface="Arial Narrow" panose="020B0606020202030204" pitchFamily="34" charset="0"/>
              </a:rPr>
            </a:br>
            <a:r>
              <a:rPr lang="en-US" sz="1050" b="0" spc="40">
                <a:solidFill>
                  <a:schemeClr val="tx1">
                    <a:lumMod val="50000"/>
                    <a:lumOff val="50000"/>
                  </a:schemeClr>
                </a:solidFill>
                <a:latin typeface="Arial Narrow" panose="020B0606020202030204" pitchFamily="34" charset="0"/>
              </a:rPr>
              <a:t>(5)</a:t>
            </a:r>
            <a:endParaRPr lang="en-US" sz="1200" b="0" spc="40">
              <a:solidFill>
                <a:schemeClr val="tx1">
                  <a:lumMod val="50000"/>
                  <a:lumOff val="50000"/>
                </a:schemeClr>
              </a:solidFill>
              <a:latin typeface="Arial Narrow" panose="020B0606020202030204" pitchFamily="34" charset="0"/>
            </a:endParaRPr>
          </a:p>
        </p:txBody>
      </p:sp>
      <p:sp>
        <p:nvSpPr>
          <p:cNvPr id="18" name="Oval 17">
            <a:extLst>
              <a:ext uri="{FF2B5EF4-FFF2-40B4-BE49-F238E27FC236}">
                <a16:creationId xmlns:a16="http://schemas.microsoft.com/office/drawing/2014/main" id="{83627A06-2A16-445D-BC3C-A906907DA071}"/>
              </a:ext>
            </a:extLst>
          </p:cNvPr>
          <p:cNvSpPr/>
          <p:nvPr/>
        </p:nvSpPr>
        <p:spPr>
          <a:xfrm>
            <a:off x="11037243" y="4933583"/>
            <a:ext cx="640080" cy="640080"/>
          </a:xfrm>
          <a:prstGeom prst="ellipse">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pPr algn="ctr">
              <a:lnSpc>
                <a:spcPct val="110000"/>
              </a:lnSpc>
              <a:spcAft>
                <a:spcPts val="900"/>
              </a:spcAft>
            </a:pPr>
            <a:endParaRPr lang="en-US" sz="900" b="0" spc="40">
              <a:solidFill>
                <a:schemeClr val="tx1">
                  <a:lumMod val="75000"/>
                  <a:lumOff val="25000"/>
                </a:schemeClr>
              </a:solidFill>
              <a:latin typeface="Arial Narrow" panose="020B0606020202030204" pitchFamily="34" charset="0"/>
            </a:endParaRPr>
          </a:p>
        </p:txBody>
      </p:sp>
      <p:sp>
        <p:nvSpPr>
          <p:cNvPr id="19" name="TextBox 18">
            <a:extLst>
              <a:ext uri="{FF2B5EF4-FFF2-40B4-BE49-F238E27FC236}">
                <a16:creationId xmlns:a16="http://schemas.microsoft.com/office/drawing/2014/main" id="{DFB9CFC6-7A81-49C9-915A-E4BE634E0B18}"/>
              </a:ext>
            </a:extLst>
          </p:cNvPr>
          <p:cNvSpPr txBox="1"/>
          <p:nvPr/>
        </p:nvSpPr>
        <p:spPr>
          <a:xfrm>
            <a:off x="11037242" y="4933582"/>
            <a:ext cx="640080" cy="640081"/>
          </a:xfrm>
          <a:prstGeom prst="rect">
            <a:avLst/>
          </a:prstGeom>
          <a:noFill/>
        </p:spPr>
        <p:txBody>
          <a:bodyPr wrap="none" lIns="0" tIns="0" rIns="0" bIns="0" rtlCol="0" anchor="ctr">
            <a:noAutofit/>
          </a:bodyPr>
          <a:lstStyle/>
          <a:p>
            <a:pPr algn="ctr">
              <a:lnSpc>
                <a:spcPct val="110000"/>
              </a:lnSpc>
              <a:spcAft>
                <a:spcPts val="900"/>
              </a:spcAft>
            </a:pPr>
            <a:r>
              <a:rPr lang="en-US" sz="1200" b="0" spc="40">
                <a:solidFill>
                  <a:schemeClr val="tx1">
                    <a:lumMod val="50000"/>
                    <a:lumOff val="50000"/>
                  </a:schemeClr>
                </a:solidFill>
                <a:latin typeface="Arial Narrow" panose="020B0606020202030204" pitchFamily="34" charset="0"/>
              </a:rPr>
              <a:t>Others</a:t>
            </a:r>
            <a:br>
              <a:rPr lang="en-US" sz="1200" b="0" spc="40">
                <a:solidFill>
                  <a:schemeClr val="tx1">
                    <a:lumMod val="50000"/>
                    <a:lumOff val="50000"/>
                  </a:schemeClr>
                </a:solidFill>
                <a:latin typeface="Arial Narrow" panose="020B0606020202030204" pitchFamily="34" charset="0"/>
              </a:rPr>
            </a:br>
            <a:r>
              <a:rPr lang="en-US" sz="1050" b="0" spc="40">
                <a:solidFill>
                  <a:schemeClr val="tx1">
                    <a:lumMod val="50000"/>
                    <a:lumOff val="50000"/>
                  </a:schemeClr>
                </a:solidFill>
                <a:latin typeface="Arial Narrow" panose="020B0606020202030204" pitchFamily="34" charset="0"/>
              </a:rPr>
              <a:t>(3)</a:t>
            </a:r>
            <a:endParaRPr lang="en-US" sz="1200" b="0" spc="40">
              <a:solidFill>
                <a:schemeClr val="tx1">
                  <a:lumMod val="50000"/>
                  <a:lumOff val="50000"/>
                </a:schemeClr>
              </a:solidFill>
              <a:latin typeface="Arial Narrow" panose="020B0606020202030204" pitchFamily="34" charset="0"/>
            </a:endParaRPr>
          </a:p>
        </p:txBody>
      </p:sp>
      <p:sp>
        <p:nvSpPr>
          <p:cNvPr id="20" name="Text Placeholder 3">
            <a:extLst>
              <a:ext uri="{FF2B5EF4-FFF2-40B4-BE49-F238E27FC236}">
                <a16:creationId xmlns:a16="http://schemas.microsoft.com/office/drawing/2014/main" id="{83DC0892-A252-4502-92C2-F91E07398FBF}"/>
              </a:ext>
            </a:extLst>
          </p:cNvPr>
          <p:cNvSpPr txBox="1">
            <a:spLocks/>
          </p:cNvSpPr>
          <p:nvPr/>
        </p:nvSpPr>
        <p:spPr>
          <a:xfrm>
            <a:off x="668518" y="1145309"/>
            <a:ext cx="6972594" cy="5033241"/>
          </a:xfrm>
          <a:prstGeom prst="rect">
            <a:avLst/>
          </a:prstGeom>
        </p:spPr>
        <p:txBody>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pPr marL="684213" lvl="1" indent="-342900">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We copy their comment and it format it in this specific way, you can see the comments well because it was as formatted, but new </a:t>
            </a:r>
            <a:r>
              <a:rPr lang="en-US" sz="1400" kern="0" err="1">
                <a:solidFill>
                  <a:schemeClr val="tx1">
                    <a:lumMod val="75000"/>
                    <a:lumOff val="25000"/>
                  </a:schemeClr>
                </a:solidFill>
                <a:latin typeface="Arial Narrow" panose="020B0606020202030204" pitchFamily="34" charset="0"/>
              </a:rPr>
              <a:t>ABTools</a:t>
            </a:r>
            <a:r>
              <a:rPr lang="en-US" sz="1400" kern="0">
                <a:solidFill>
                  <a:schemeClr val="tx1">
                    <a:lumMod val="75000"/>
                    <a:lumOff val="25000"/>
                  </a:schemeClr>
                </a:solidFill>
                <a:latin typeface="Arial Narrow" panose="020B0606020202030204" pitchFamily="34" charset="0"/>
              </a:rPr>
              <a:t> shows us just a whole paragraph and it is irritating</a:t>
            </a:r>
          </a:p>
          <a:p>
            <a:pPr marL="684213" lvl="1" indent="-342900">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Notes: (1) make the comments box bigger (2) or click it so I can see the whole notes (3) if I can click view all notes, I can see it, but the shape is all gone, it ruins layout</a:t>
            </a:r>
          </a:p>
          <a:p>
            <a:pPr marL="684213" lvl="1" indent="-342900">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It would be nice if we could update another person’s comment. Say typing error on </a:t>
            </a:r>
            <a:br>
              <a:rPr lang="en-US" sz="1400" kern="0">
                <a:solidFill>
                  <a:schemeClr val="tx1">
                    <a:lumMod val="75000"/>
                    <a:lumOff val="25000"/>
                  </a:schemeClr>
                </a:solidFill>
                <a:latin typeface="Arial Narrow" panose="020B0606020202030204" pitchFamily="34" charset="0"/>
              </a:rPr>
            </a:br>
            <a:r>
              <a:rPr lang="en-US" sz="1400" kern="0">
                <a:solidFill>
                  <a:schemeClr val="tx1">
                    <a:lumMod val="75000"/>
                    <a:lumOff val="25000"/>
                  </a:schemeClr>
                </a:solidFill>
                <a:latin typeface="Arial Narrow" panose="020B0606020202030204" pitchFamily="34" charset="0"/>
              </a:rPr>
              <a:t>a </a:t>
            </a:r>
            <a:r>
              <a:rPr lang="en-US" sz="1400" kern="0" err="1">
                <a:solidFill>
                  <a:schemeClr val="tx1">
                    <a:lumMod val="75000"/>
                    <a:lumOff val="25000"/>
                  </a:schemeClr>
                </a:solidFill>
                <a:latin typeface="Arial Narrow" panose="020B0606020202030204" pitchFamily="34" charset="0"/>
              </a:rPr>
              <a:t>ph</a:t>
            </a:r>
            <a:r>
              <a:rPr lang="en-US" sz="1400" kern="0">
                <a:solidFill>
                  <a:schemeClr val="tx1">
                    <a:lumMod val="75000"/>
                    <a:lumOff val="25000"/>
                  </a:schemeClr>
                </a:solidFill>
                <a:latin typeface="Arial Narrow" panose="020B0606020202030204" pitchFamily="34" charset="0"/>
              </a:rPr>
              <a:t> or </a:t>
            </a:r>
            <a:r>
              <a:rPr lang="en-US" sz="1400" kern="0" err="1">
                <a:solidFill>
                  <a:schemeClr val="tx1">
                    <a:lumMod val="75000"/>
                    <a:lumOff val="25000"/>
                  </a:schemeClr>
                </a:solidFill>
                <a:latin typeface="Arial Narrow" panose="020B0606020202030204" pitchFamily="34" charset="0"/>
              </a:rPr>
              <a:t>fx</a:t>
            </a:r>
            <a:r>
              <a:rPr lang="en-US" sz="1400" kern="0">
                <a:solidFill>
                  <a:schemeClr val="tx1">
                    <a:lumMod val="75000"/>
                    <a:lumOff val="25000"/>
                  </a:schemeClr>
                </a:solidFill>
                <a:latin typeface="Arial Narrow" panose="020B0606020202030204" pitchFamily="34" charset="0"/>
              </a:rPr>
              <a:t>#. would be nice to be able to update that without having to contact them</a:t>
            </a:r>
          </a:p>
          <a:p>
            <a:pPr marL="684213" lvl="1" indent="-342900">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Viewing comments on the application, it is not user friendly, it is hard to read, </a:t>
            </a:r>
            <a:br>
              <a:rPr lang="en-US" sz="1400" kern="0">
                <a:solidFill>
                  <a:schemeClr val="tx1">
                    <a:lumMod val="75000"/>
                    <a:lumOff val="25000"/>
                  </a:schemeClr>
                </a:solidFill>
                <a:latin typeface="Arial Narrow" panose="020B0606020202030204" pitchFamily="34" charset="0"/>
              </a:rPr>
            </a:br>
            <a:r>
              <a:rPr lang="en-US" sz="1400" kern="0">
                <a:solidFill>
                  <a:schemeClr val="tx1">
                    <a:lumMod val="75000"/>
                    <a:lumOff val="25000"/>
                  </a:schemeClr>
                </a:solidFill>
                <a:latin typeface="Arial Narrow" panose="020B0606020202030204" pitchFamily="34" charset="0"/>
              </a:rPr>
              <a:t>it is just on one sentence; it is hard to quickly decide what to review</a:t>
            </a:r>
          </a:p>
          <a:p>
            <a:pPr marL="684213" lvl="1" indent="-342900">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I would really like to see the comments box bigger, </a:t>
            </a:r>
            <a:br>
              <a:rPr lang="en-US" sz="1400" kern="0">
                <a:solidFill>
                  <a:schemeClr val="tx1">
                    <a:lumMod val="75000"/>
                    <a:lumOff val="25000"/>
                  </a:schemeClr>
                </a:solidFill>
                <a:latin typeface="Arial Narrow" panose="020B0606020202030204" pitchFamily="34" charset="0"/>
              </a:rPr>
            </a:br>
            <a:r>
              <a:rPr lang="en-US" sz="1400" kern="0">
                <a:solidFill>
                  <a:schemeClr val="tx1">
                    <a:lumMod val="75000"/>
                    <a:lumOff val="25000"/>
                  </a:schemeClr>
                </a:solidFill>
                <a:latin typeface="Arial Narrow" panose="020B0606020202030204" pitchFamily="34" charset="0"/>
              </a:rPr>
              <a:t>the previous </a:t>
            </a:r>
            <a:r>
              <a:rPr lang="en-US" sz="1400" kern="0" err="1">
                <a:solidFill>
                  <a:schemeClr val="tx1">
                    <a:lumMod val="75000"/>
                    <a:lumOff val="25000"/>
                  </a:schemeClr>
                </a:solidFill>
                <a:latin typeface="Arial Narrow" panose="020B0606020202030204" pitchFamily="34" charset="0"/>
              </a:rPr>
              <a:t>ABTools</a:t>
            </a:r>
            <a:r>
              <a:rPr lang="en-US" sz="1400" kern="0">
                <a:solidFill>
                  <a:schemeClr val="tx1">
                    <a:lumMod val="75000"/>
                    <a:lumOff val="25000"/>
                  </a:schemeClr>
                </a:solidFill>
                <a:latin typeface="Arial Narrow" panose="020B0606020202030204" pitchFamily="34" charset="0"/>
              </a:rPr>
              <a:t> was better with the comments and notes</a:t>
            </a:r>
          </a:p>
          <a:p>
            <a:pPr marL="684213" lvl="1" indent="-342900">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View all comments: too much at once, I like the compact view, </a:t>
            </a:r>
            <a:br>
              <a:rPr lang="en-US" sz="1400" kern="0">
                <a:solidFill>
                  <a:schemeClr val="tx1">
                    <a:lumMod val="75000"/>
                    <a:lumOff val="25000"/>
                  </a:schemeClr>
                </a:solidFill>
                <a:latin typeface="Arial Narrow" panose="020B0606020202030204" pitchFamily="34" charset="0"/>
              </a:rPr>
            </a:br>
            <a:r>
              <a:rPr lang="en-US" sz="1400" kern="0">
                <a:solidFill>
                  <a:schemeClr val="tx1">
                    <a:lumMod val="75000"/>
                    <a:lumOff val="25000"/>
                  </a:schemeClr>
                </a:solidFill>
                <a:latin typeface="Arial Narrow" panose="020B0606020202030204" pitchFamily="34" charset="0"/>
              </a:rPr>
              <a:t>but such a small box to read</a:t>
            </a:r>
          </a:p>
          <a:p>
            <a:pPr marL="684213" lvl="1" indent="-342900">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The comments are all together, I typed in very well layout with spaces, </a:t>
            </a:r>
            <a:br>
              <a:rPr lang="en-US" sz="1400" kern="0">
                <a:solidFill>
                  <a:schemeClr val="tx1">
                    <a:lumMod val="75000"/>
                    <a:lumOff val="25000"/>
                  </a:schemeClr>
                </a:solidFill>
                <a:latin typeface="Arial Narrow" panose="020B0606020202030204" pitchFamily="34" charset="0"/>
              </a:rPr>
            </a:br>
            <a:r>
              <a:rPr lang="en-US" sz="1400" kern="0">
                <a:solidFill>
                  <a:schemeClr val="tx1">
                    <a:lumMod val="75000"/>
                    <a:lumOff val="25000"/>
                  </a:schemeClr>
                </a:solidFill>
                <a:latin typeface="Arial Narrow" panose="020B0606020202030204" pitchFamily="34" charset="0"/>
              </a:rPr>
              <a:t>but it shows us as a big chunk it is hard to read</a:t>
            </a:r>
          </a:p>
          <a:p>
            <a:pPr marL="684213" lvl="1" indent="-342900">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Be able to view and navigate the comments more efficiently </a:t>
            </a:r>
          </a:p>
          <a:p>
            <a:pPr marL="684213" lvl="1" indent="-342900">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It doesn't make sense when it is squeezed together</a:t>
            </a:r>
          </a:p>
          <a:p>
            <a:pPr marL="684213" lvl="1" indent="-342900">
              <a:buFont typeface="Arial" panose="020B0604020202020204" pitchFamily="34" charset="0"/>
              <a:buChar char="•"/>
            </a:pPr>
            <a:r>
              <a:rPr lang="en-US" sz="1400" kern="0">
                <a:solidFill>
                  <a:schemeClr val="tx1">
                    <a:lumMod val="75000"/>
                    <a:lumOff val="25000"/>
                  </a:schemeClr>
                </a:solidFill>
                <a:latin typeface="Arial Narrow" panose="020B0606020202030204" pitchFamily="34" charset="0"/>
              </a:rPr>
              <a:t>Too small to see</a:t>
            </a:r>
          </a:p>
          <a:p>
            <a:pPr marL="684213" lvl="1" indent="-342900">
              <a:buFont typeface="Arial" panose="020B0604020202020204" pitchFamily="34" charset="0"/>
              <a:buChar char="•"/>
            </a:pPr>
            <a:endParaRPr lang="en-US" sz="1400" kern="0">
              <a:solidFill>
                <a:schemeClr val="tx1">
                  <a:lumMod val="75000"/>
                  <a:lumOff val="25000"/>
                </a:schemeClr>
              </a:solidFill>
              <a:latin typeface="Arial Narrow" panose="020B0606020202030204" pitchFamily="34" charset="0"/>
            </a:endParaRPr>
          </a:p>
          <a:p>
            <a:pPr marL="684213" lvl="1" indent="-342900">
              <a:buFont typeface="Arial" panose="020B0604020202020204" pitchFamily="34" charset="0"/>
              <a:buChar char="•"/>
            </a:pPr>
            <a:endParaRPr lang="en-US" sz="1400" kern="0">
              <a:solidFill>
                <a:schemeClr val="tx1">
                  <a:lumMod val="75000"/>
                  <a:lumOff val="25000"/>
                </a:schemeClr>
              </a:solidFill>
              <a:latin typeface="Arial Narrow" panose="020B0606020202030204" pitchFamily="34" charset="0"/>
            </a:endParaRPr>
          </a:p>
          <a:p>
            <a:pPr marL="684213" lvl="1" indent="-342900">
              <a:buFont typeface="Arial" panose="020B0604020202020204" pitchFamily="34" charset="0"/>
              <a:buChar char="•"/>
            </a:pPr>
            <a:endParaRPr lang="en-US" sz="1400" kern="0">
              <a:solidFill>
                <a:schemeClr val="tx1">
                  <a:lumMod val="75000"/>
                  <a:lumOff val="25000"/>
                </a:schemeClr>
              </a:solidFill>
              <a:latin typeface="Arial Narrow" panose="020B0606020202030204" pitchFamily="34" charset="0"/>
            </a:endParaRPr>
          </a:p>
          <a:p>
            <a:pPr marL="684213" lvl="1" indent="-342900">
              <a:buFont typeface="Arial" panose="020B0604020202020204" pitchFamily="34" charset="0"/>
              <a:buChar char="•"/>
            </a:pPr>
            <a:endParaRPr lang="en-US" sz="1400" kern="0">
              <a:solidFill>
                <a:schemeClr val="tx1">
                  <a:lumMod val="75000"/>
                  <a:lumOff val="25000"/>
                </a:schemeClr>
              </a:solidFill>
              <a:latin typeface="Arial Narrow" panose="020B0606020202030204" pitchFamily="34" charset="0"/>
            </a:endParaRPr>
          </a:p>
          <a:p>
            <a:pPr marL="684213" lvl="1" indent="-342900">
              <a:buFont typeface="Arial" panose="020B0604020202020204" pitchFamily="34" charset="0"/>
              <a:buChar char="•"/>
            </a:pPr>
            <a:endParaRPr lang="en-US" sz="1400" kern="0">
              <a:solidFill>
                <a:schemeClr val="tx1">
                  <a:lumMod val="75000"/>
                  <a:lumOff val="25000"/>
                </a:schemeClr>
              </a:solidFill>
              <a:latin typeface="Arial Narrow" panose="020B0606020202030204" pitchFamily="34" charset="0"/>
            </a:endParaRPr>
          </a:p>
          <a:p>
            <a:pPr marL="684213" lvl="1" indent="-342900">
              <a:buFont typeface="Arial" panose="020B0604020202020204" pitchFamily="34" charset="0"/>
              <a:buChar char="•"/>
            </a:pPr>
            <a:endParaRPr lang="en-US" sz="1400" kern="0">
              <a:solidFill>
                <a:schemeClr val="tx1">
                  <a:lumMod val="75000"/>
                  <a:lumOff val="25000"/>
                </a:schemeClr>
              </a:solidFill>
              <a:latin typeface="Arial Narrow" panose="020B0606020202030204" pitchFamily="34" charset="0"/>
            </a:endParaRPr>
          </a:p>
          <a:p>
            <a:endParaRPr lang="en-US" sz="1400" kern="0">
              <a:solidFill>
                <a:schemeClr val="tx1">
                  <a:lumMod val="75000"/>
                  <a:lumOff val="25000"/>
                </a:schemeClr>
              </a:solidFill>
              <a:latin typeface="Arial Narrow" panose="020B0606020202030204" pitchFamily="34" charset="0"/>
            </a:endParaRPr>
          </a:p>
        </p:txBody>
      </p:sp>
      <p:sp>
        <p:nvSpPr>
          <p:cNvPr id="21" name="Text Placeholder 3">
            <a:extLst>
              <a:ext uri="{FF2B5EF4-FFF2-40B4-BE49-F238E27FC236}">
                <a16:creationId xmlns:a16="http://schemas.microsoft.com/office/drawing/2014/main" id="{F128058C-6FF3-4D9C-A792-A87A1D06B23C}"/>
              </a:ext>
            </a:extLst>
          </p:cNvPr>
          <p:cNvSpPr txBox="1">
            <a:spLocks/>
          </p:cNvSpPr>
          <p:nvPr/>
        </p:nvSpPr>
        <p:spPr>
          <a:xfrm>
            <a:off x="15423" y="466752"/>
            <a:ext cx="1325494" cy="2006178"/>
          </a:xfrm>
          <a:prstGeom prst="rect">
            <a:avLst/>
          </a:prstGeom>
        </p:spPr>
        <p:txBody>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r>
              <a:rPr lang="en-US" sz="18000" kern="0">
                <a:solidFill>
                  <a:schemeClr val="bg1">
                    <a:lumMod val="75000"/>
                  </a:schemeClr>
                </a:solidFill>
                <a:latin typeface="Arial Nova" panose="020B0504020202020204" pitchFamily="34" charset="0"/>
              </a:rPr>
              <a:t>“</a:t>
            </a:r>
          </a:p>
        </p:txBody>
      </p:sp>
      <p:sp>
        <p:nvSpPr>
          <p:cNvPr id="22" name="Text Placeholder 3">
            <a:extLst>
              <a:ext uri="{FF2B5EF4-FFF2-40B4-BE49-F238E27FC236}">
                <a16:creationId xmlns:a16="http://schemas.microsoft.com/office/drawing/2014/main" id="{3A8C04E3-14DC-4113-AF17-11B50598FBA6}"/>
              </a:ext>
            </a:extLst>
          </p:cNvPr>
          <p:cNvSpPr txBox="1">
            <a:spLocks/>
          </p:cNvSpPr>
          <p:nvPr/>
        </p:nvSpPr>
        <p:spPr>
          <a:xfrm>
            <a:off x="7430126" y="452673"/>
            <a:ext cx="1325494" cy="2006178"/>
          </a:xfrm>
          <a:prstGeom prst="rect">
            <a:avLst/>
          </a:prstGeom>
        </p:spPr>
        <p:txBody>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r>
              <a:rPr lang="en-US" sz="18000" kern="0">
                <a:solidFill>
                  <a:schemeClr val="bg1">
                    <a:lumMod val="75000"/>
                  </a:schemeClr>
                </a:solidFill>
                <a:latin typeface="Arial Nova" panose="020B0504020202020204" pitchFamily="34" charset="0"/>
              </a:rPr>
              <a:t>”</a:t>
            </a:r>
          </a:p>
        </p:txBody>
      </p:sp>
    </p:spTree>
    <p:extLst>
      <p:ext uri="{BB962C8B-B14F-4D97-AF65-F5344CB8AC3E}">
        <p14:creationId xmlns:p14="http://schemas.microsoft.com/office/powerpoint/2010/main" val="21027533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4BF771C-6135-4C48-AA73-7CBC9572DB0B}"/>
              </a:ext>
            </a:extLst>
          </p:cNvPr>
          <p:cNvSpPr/>
          <p:nvPr/>
        </p:nvSpPr>
        <p:spPr>
          <a:xfrm>
            <a:off x="1" y="893"/>
            <a:ext cx="12196474" cy="6856214"/>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t" anchorCtr="0" forceAA="0" compatLnSpc="1">
            <a:prstTxWarp prst="textNoShape">
              <a:avLst/>
            </a:prstTxWarp>
            <a:noAutofit/>
          </a:bodyPr>
          <a:lstStyle/>
          <a:p>
            <a:pPr algn="ctr">
              <a:lnSpc>
                <a:spcPct val="110000"/>
              </a:lnSpc>
              <a:spcAft>
                <a:spcPts val="900"/>
              </a:spcAft>
            </a:pPr>
            <a:endParaRPr lang="en-US" sz="1999" spc="40">
              <a:solidFill>
                <a:srgbClr val="000000"/>
              </a:solidFill>
              <a:latin typeface="Arial" charset="0"/>
            </a:endParaRPr>
          </a:p>
        </p:txBody>
      </p:sp>
      <p:sp>
        <p:nvSpPr>
          <p:cNvPr id="9" name="Rectangle 75">
            <a:extLst>
              <a:ext uri="{FF2B5EF4-FFF2-40B4-BE49-F238E27FC236}">
                <a16:creationId xmlns:a16="http://schemas.microsoft.com/office/drawing/2014/main" id="{0E62F7C1-E850-490F-8ADC-69B29EB8865C}"/>
              </a:ext>
            </a:extLst>
          </p:cNvPr>
          <p:cNvSpPr/>
          <p:nvPr/>
        </p:nvSpPr>
        <p:spPr>
          <a:xfrm>
            <a:off x="5525511" y="577208"/>
            <a:ext cx="5058387" cy="6291184"/>
          </a:xfrm>
          <a:custGeom>
            <a:avLst/>
            <a:gdLst>
              <a:gd name="connsiteX0" fmla="*/ 0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0 w 5006146"/>
              <a:gd name="connsiteY4" fmla="*/ 0 h 6432884"/>
              <a:gd name="connsiteX0" fmla="*/ 1868557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1868557 w 5006146"/>
              <a:gd name="connsiteY4" fmla="*/ 0 h 6432884"/>
              <a:gd name="connsiteX0" fmla="*/ 4823792 w 7961381"/>
              <a:gd name="connsiteY0" fmla="*/ 0 h 6432884"/>
              <a:gd name="connsiteX1" fmla="*/ 7961381 w 7961381"/>
              <a:gd name="connsiteY1" fmla="*/ 0 h 6432884"/>
              <a:gd name="connsiteX2" fmla="*/ 7961381 w 7961381"/>
              <a:gd name="connsiteY2" fmla="*/ 6432884 h 6432884"/>
              <a:gd name="connsiteX3" fmla="*/ 0 w 7961381"/>
              <a:gd name="connsiteY3" fmla="*/ 6353371 h 6432884"/>
              <a:gd name="connsiteX4" fmla="*/ 4823792 w 7961381"/>
              <a:gd name="connsiteY4" fmla="*/ 0 h 6432884"/>
              <a:gd name="connsiteX0" fmla="*/ 5049079 w 8186668"/>
              <a:gd name="connsiteY0" fmla="*/ 0 h 6432884"/>
              <a:gd name="connsiteX1" fmla="*/ 8186668 w 8186668"/>
              <a:gd name="connsiteY1" fmla="*/ 0 h 6432884"/>
              <a:gd name="connsiteX2" fmla="*/ 8186668 w 8186668"/>
              <a:gd name="connsiteY2" fmla="*/ 6432884 h 6432884"/>
              <a:gd name="connsiteX3" fmla="*/ 0 w 8186668"/>
              <a:gd name="connsiteY3" fmla="*/ 6379876 h 6432884"/>
              <a:gd name="connsiteX4" fmla="*/ 5049079 w 8186668"/>
              <a:gd name="connsiteY4" fmla="*/ 0 h 6432884"/>
              <a:gd name="connsiteX0" fmla="*/ 5102088 w 8239677"/>
              <a:gd name="connsiteY0" fmla="*/ 0 h 6432884"/>
              <a:gd name="connsiteX1" fmla="*/ 8239677 w 8239677"/>
              <a:gd name="connsiteY1" fmla="*/ 0 h 6432884"/>
              <a:gd name="connsiteX2" fmla="*/ 8239677 w 8239677"/>
              <a:gd name="connsiteY2" fmla="*/ 6432884 h 6432884"/>
              <a:gd name="connsiteX3" fmla="*/ 0 w 8239677"/>
              <a:gd name="connsiteY3" fmla="*/ 6393128 h 6432884"/>
              <a:gd name="connsiteX4" fmla="*/ 5102088 w 8239677"/>
              <a:gd name="connsiteY4" fmla="*/ 0 h 6432884"/>
              <a:gd name="connsiteX0" fmla="*/ 5102088 w 8239677"/>
              <a:gd name="connsiteY0" fmla="*/ 0 h 6418433"/>
              <a:gd name="connsiteX1" fmla="*/ 8239677 w 8239677"/>
              <a:gd name="connsiteY1" fmla="*/ 0 h 6418433"/>
              <a:gd name="connsiteX2" fmla="*/ 363933 w 8239677"/>
              <a:gd name="connsiteY2" fmla="*/ 6418433 h 6418433"/>
              <a:gd name="connsiteX3" fmla="*/ 0 w 8239677"/>
              <a:gd name="connsiteY3" fmla="*/ 6393128 h 6418433"/>
              <a:gd name="connsiteX4" fmla="*/ 5102088 w 8239677"/>
              <a:gd name="connsiteY4" fmla="*/ 0 h 6418433"/>
              <a:gd name="connsiteX0" fmla="*/ 5102088 w 5479554"/>
              <a:gd name="connsiteY0" fmla="*/ 0 h 6418433"/>
              <a:gd name="connsiteX1" fmla="*/ 5479554 w 5479554"/>
              <a:gd name="connsiteY1" fmla="*/ 14451 h 6418433"/>
              <a:gd name="connsiteX2" fmla="*/ 363933 w 5479554"/>
              <a:gd name="connsiteY2" fmla="*/ 6418433 h 6418433"/>
              <a:gd name="connsiteX3" fmla="*/ 0 w 5479554"/>
              <a:gd name="connsiteY3" fmla="*/ 6393128 h 6418433"/>
              <a:gd name="connsiteX4" fmla="*/ 5102088 w 5479554"/>
              <a:gd name="connsiteY4" fmla="*/ 0 h 6418433"/>
              <a:gd name="connsiteX0" fmla="*/ 5120384 w 5497850"/>
              <a:gd name="connsiteY0" fmla="*/ 0 h 6448015"/>
              <a:gd name="connsiteX1" fmla="*/ 5497850 w 5497850"/>
              <a:gd name="connsiteY1" fmla="*/ 14451 h 6448015"/>
              <a:gd name="connsiteX2" fmla="*/ 382229 w 5497850"/>
              <a:gd name="connsiteY2" fmla="*/ 6418433 h 6448015"/>
              <a:gd name="connsiteX3" fmla="*/ 0 w 5497850"/>
              <a:gd name="connsiteY3" fmla="*/ 6448015 h 6448015"/>
              <a:gd name="connsiteX4" fmla="*/ 5120384 w 5497850"/>
              <a:gd name="connsiteY4" fmla="*/ 0 h 6448015"/>
              <a:gd name="connsiteX0" fmla="*/ 5120384 w 5497850"/>
              <a:gd name="connsiteY0" fmla="*/ 0 h 6448015"/>
              <a:gd name="connsiteX1" fmla="*/ 5497850 w 5497850"/>
              <a:gd name="connsiteY1" fmla="*/ 14451 h 6448015"/>
              <a:gd name="connsiteX2" fmla="*/ 418820 w 5497850"/>
              <a:gd name="connsiteY2" fmla="*/ 6436729 h 6448015"/>
              <a:gd name="connsiteX3" fmla="*/ 0 w 5497850"/>
              <a:gd name="connsiteY3" fmla="*/ 6448015 h 6448015"/>
              <a:gd name="connsiteX4" fmla="*/ 5120384 w 5497850"/>
              <a:gd name="connsiteY4" fmla="*/ 0 h 6448015"/>
              <a:gd name="connsiteX0" fmla="*/ 5129532 w 5506998"/>
              <a:gd name="connsiteY0" fmla="*/ 0 h 6438867"/>
              <a:gd name="connsiteX1" fmla="*/ 5506998 w 5506998"/>
              <a:gd name="connsiteY1" fmla="*/ 14451 h 6438867"/>
              <a:gd name="connsiteX2" fmla="*/ 427968 w 5506998"/>
              <a:gd name="connsiteY2" fmla="*/ 6436729 h 6438867"/>
              <a:gd name="connsiteX3" fmla="*/ 0 w 5506998"/>
              <a:gd name="connsiteY3" fmla="*/ 6438867 h 6438867"/>
              <a:gd name="connsiteX4" fmla="*/ 5129532 w 5506998"/>
              <a:gd name="connsiteY4" fmla="*/ 0 h 6438867"/>
              <a:gd name="connsiteX0" fmla="*/ 5129532 w 5506998"/>
              <a:gd name="connsiteY0" fmla="*/ 0 h 6438867"/>
              <a:gd name="connsiteX1" fmla="*/ 5506998 w 5506998"/>
              <a:gd name="connsiteY1" fmla="*/ 14451 h 6438867"/>
              <a:gd name="connsiteX2" fmla="*/ 427968 w 5506998"/>
              <a:gd name="connsiteY2" fmla="*/ 6436729 h 6438867"/>
              <a:gd name="connsiteX3" fmla="*/ 0 w 5506998"/>
              <a:gd name="connsiteY3" fmla="*/ 6438867 h 6438867"/>
              <a:gd name="connsiteX4" fmla="*/ 5129532 w 5506998"/>
              <a:gd name="connsiteY4" fmla="*/ 0 h 6438867"/>
              <a:gd name="connsiteX0" fmla="*/ 5129532 w 5517385"/>
              <a:gd name="connsiteY0" fmla="*/ 0 h 6438867"/>
              <a:gd name="connsiteX1" fmla="*/ 5517385 w 5517385"/>
              <a:gd name="connsiteY1" fmla="*/ 4705 h 6438867"/>
              <a:gd name="connsiteX2" fmla="*/ 427968 w 5517385"/>
              <a:gd name="connsiteY2" fmla="*/ 6436729 h 6438867"/>
              <a:gd name="connsiteX3" fmla="*/ 0 w 5517385"/>
              <a:gd name="connsiteY3" fmla="*/ 6438867 h 6438867"/>
              <a:gd name="connsiteX4" fmla="*/ 5129532 w 5517385"/>
              <a:gd name="connsiteY4" fmla="*/ 0 h 643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7385" h="6438867">
                <a:moveTo>
                  <a:pt x="5129532" y="0"/>
                </a:moveTo>
                <a:lnTo>
                  <a:pt x="5517385" y="4705"/>
                </a:lnTo>
                <a:lnTo>
                  <a:pt x="427968" y="6436729"/>
                </a:lnTo>
                <a:lnTo>
                  <a:pt x="0" y="6438867"/>
                </a:lnTo>
                <a:lnTo>
                  <a:pt x="5129532" y="0"/>
                </a:lnTo>
                <a:close/>
              </a:path>
            </a:pathLst>
          </a:custGeom>
          <a:solidFill>
            <a:schemeClr val="tx1">
              <a:alpha val="2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ctr" anchorCtr="0" forceAA="0" compatLnSpc="1">
            <a:prstTxWarp prst="textNoShape">
              <a:avLst/>
            </a:prstTxWarp>
            <a:noAutofit/>
          </a:bodyPr>
          <a:lstStyle/>
          <a:p>
            <a:pPr marL="2921711" algn="ctr">
              <a:lnSpc>
                <a:spcPct val="110000"/>
              </a:lnSpc>
              <a:spcAft>
                <a:spcPts val="900"/>
              </a:spcAft>
            </a:pPr>
            <a:endParaRPr lang="en-US" sz="5998" spc="40">
              <a:solidFill>
                <a:schemeClr val="bg1"/>
              </a:solidFill>
              <a:latin typeface="Arial" charset="0"/>
            </a:endParaRPr>
          </a:p>
        </p:txBody>
      </p:sp>
      <p:sp>
        <p:nvSpPr>
          <p:cNvPr id="10" name="Rectangle 75">
            <a:extLst>
              <a:ext uri="{FF2B5EF4-FFF2-40B4-BE49-F238E27FC236}">
                <a16:creationId xmlns:a16="http://schemas.microsoft.com/office/drawing/2014/main" id="{84D232F2-2D8F-45C0-B312-28FD042D0FE1}"/>
              </a:ext>
            </a:extLst>
          </p:cNvPr>
          <p:cNvSpPr/>
          <p:nvPr/>
        </p:nvSpPr>
        <p:spPr>
          <a:xfrm>
            <a:off x="5923956" y="316"/>
            <a:ext cx="6282787" cy="6856792"/>
          </a:xfrm>
          <a:custGeom>
            <a:avLst/>
            <a:gdLst>
              <a:gd name="connsiteX0" fmla="*/ 0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0 w 5006146"/>
              <a:gd name="connsiteY4" fmla="*/ 0 h 6432884"/>
              <a:gd name="connsiteX0" fmla="*/ 1868557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1868557 w 5006146"/>
              <a:gd name="connsiteY4" fmla="*/ 0 h 6432884"/>
              <a:gd name="connsiteX0" fmla="*/ 4823792 w 7961381"/>
              <a:gd name="connsiteY0" fmla="*/ 0 h 6432884"/>
              <a:gd name="connsiteX1" fmla="*/ 7961381 w 7961381"/>
              <a:gd name="connsiteY1" fmla="*/ 0 h 6432884"/>
              <a:gd name="connsiteX2" fmla="*/ 7961381 w 7961381"/>
              <a:gd name="connsiteY2" fmla="*/ 6432884 h 6432884"/>
              <a:gd name="connsiteX3" fmla="*/ 0 w 7961381"/>
              <a:gd name="connsiteY3" fmla="*/ 6353371 h 6432884"/>
              <a:gd name="connsiteX4" fmla="*/ 4823792 w 7961381"/>
              <a:gd name="connsiteY4" fmla="*/ 0 h 6432884"/>
              <a:gd name="connsiteX0" fmla="*/ 5049079 w 8186668"/>
              <a:gd name="connsiteY0" fmla="*/ 0 h 6432884"/>
              <a:gd name="connsiteX1" fmla="*/ 8186668 w 8186668"/>
              <a:gd name="connsiteY1" fmla="*/ 0 h 6432884"/>
              <a:gd name="connsiteX2" fmla="*/ 8186668 w 8186668"/>
              <a:gd name="connsiteY2" fmla="*/ 6432884 h 6432884"/>
              <a:gd name="connsiteX3" fmla="*/ 0 w 8186668"/>
              <a:gd name="connsiteY3" fmla="*/ 6379876 h 6432884"/>
              <a:gd name="connsiteX4" fmla="*/ 5049079 w 8186668"/>
              <a:gd name="connsiteY4" fmla="*/ 0 h 6432884"/>
              <a:gd name="connsiteX0" fmla="*/ 5102088 w 8239677"/>
              <a:gd name="connsiteY0" fmla="*/ 0 h 6432884"/>
              <a:gd name="connsiteX1" fmla="*/ 8239677 w 8239677"/>
              <a:gd name="connsiteY1" fmla="*/ 0 h 6432884"/>
              <a:gd name="connsiteX2" fmla="*/ 8239677 w 8239677"/>
              <a:gd name="connsiteY2" fmla="*/ 6432884 h 6432884"/>
              <a:gd name="connsiteX3" fmla="*/ 0 w 8239677"/>
              <a:gd name="connsiteY3" fmla="*/ 6393128 h 6432884"/>
              <a:gd name="connsiteX4" fmla="*/ 5102088 w 8239677"/>
              <a:gd name="connsiteY4" fmla="*/ 0 h 6432884"/>
              <a:gd name="connsiteX0" fmla="*/ 5093699 w 8231288"/>
              <a:gd name="connsiteY0" fmla="*/ 0 h 6435073"/>
              <a:gd name="connsiteX1" fmla="*/ 8231288 w 8231288"/>
              <a:gd name="connsiteY1" fmla="*/ 0 h 6435073"/>
              <a:gd name="connsiteX2" fmla="*/ 8231288 w 8231288"/>
              <a:gd name="connsiteY2" fmla="*/ 6432884 h 6435073"/>
              <a:gd name="connsiteX3" fmla="*/ 0 w 8231288"/>
              <a:gd name="connsiteY3" fmla="*/ 6435073 h 6435073"/>
              <a:gd name="connsiteX4" fmla="*/ 5093699 w 8231288"/>
              <a:gd name="connsiteY4" fmla="*/ 0 h 6435073"/>
              <a:gd name="connsiteX0" fmla="*/ 5093699 w 8231288"/>
              <a:gd name="connsiteY0" fmla="*/ 0 h 6435073"/>
              <a:gd name="connsiteX1" fmla="*/ 6242067 w 8231288"/>
              <a:gd name="connsiteY1" fmla="*/ 0 h 6435073"/>
              <a:gd name="connsiteX2" fmla="*/ 8231288 w 8231288"/>
              <a:gd name="connsiteY2" fmla="*/ 6432884 h 6435073"/>
              <a:gd name="connsiteX3" fmla="*/ 0 w 8231288"/>
              <a:gd name="connsiteY3" fmla="*/ 6435073 h 6435073"/>
              <a:gd name="connsiteX4" fmla="*/ 5093699 w 8231288"/>
              <a:gd name="connsiteY4" fmla="*/ 0 h 6435073"/>
              <a:gd name="connsiteX0" fmla="*/ 5093699 w 6274151"/>
              <a:gd name="connsiteY0" fmla="*/ 0 h 6435073"/>
              <a:gd name="connsiteX1" fmla="*/ 6242067 w 6274151"/>
              <a:gd name="connsiteY1" fmla="*/ 0 h 6435073"/>
              <a:gd name="connsiteX2" fmla="*/ 6274151 w 6274151"/>
              <a:gd name="connsiteY2" fmla="*/ 6432884 h 6435073"/>
              <a:gd name="connsiteX3" fmla="*/ 0 w 6274151"/>
              <a:gd name="connsiteY3" fmla="*/ 6435073 h 6435073"/>
              <a:gd name="connsiteX4" fmla="*/ 5093699 w 6274151"/>
              <a:gd name="connsiteY4" fmla="*/ 0 h 6435073"/>
              <a:gd name="connsiteX0" fmla="*/ 5093699 w 6274151"/>
              <a:gd name="connsiteY0" fmla="*/ 0 h 6435073"/>
              <a:gd name="connsiteX1" fmla="*/ 6258109 w 6274151"/>
              <a:gd name="connsiteY1" fmla="*/ 16042 h 6435073"/>
              <a:gd name="connsiteX2" fmla="*/ 6274151 w 6274151"/>
              <a:gd name="connsiteY2" fmla="*/ 6432884 h 6435073"/>
              <a:gd name="connsiteX3" fmla="*/ 0 w 6274151"/>
              <a:gd name="connsiteY3" fmla="*/ 6435073 h 6435073"/>
              <a:gd name="connsiteX4" fmla="*/ 5093699 w 6274151"/>
              <a:gd name="connsiteY4" fmla="*/ 0 h 6435073"/>
              <a:gd name="connsiteX0" fmla="*/ 5093699 w 6284424"/>
              <a:gd name="connsiteY0" fmla="*/ 542 h 6435615"/>
              <a:gd name="connsiteX1" fmla="*/ 6283509 w 6284424"/>
              <a:gd name="connsiteY1" fmla="*/ 1688 h 6435615"/>
              <a:gd name="connsiteX2" fmla="*/ 6274151 w 6284424"/>
              <a:gd name="connsiteY2" fmla="*/ 6433426 h 6435615"/>
              <a:gd name="connsiteX3" fmla="*/ 0 w 6284424"/>
              <a:gd name="connsiteY3" fmla="*/ 6435615 h 6435615"/>
              <a:gd name="connsiteX4" fmla="*/ 5093699 w 6284424"/>
              <a:gd name="connsiteY4" fmla="*/ 542 h 6435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84424" h="6435615">
                <a:moveTo>
                  <a:pt x="5093699" y="542"/>
                </a:moveTo>
                <a:cubicBezTo>
                  <a:pt x="5481836" y="5889"/>
                  <a:pt x="5895372" y="-3659"/>
                  <a:pt x="6283509" y="1688"/>
                </a:cubicBezTo>
                <a:cubicBezTo>
                  <a:pt x="6288856" y="2140635"/>
                  <a:pt x="6268804" y="4294479"/>
                  <a:pt x="6274151" y="6433426"/>
                </a:cubicBezTo>
                <a:lnTo>
                  <a:pt x="0" y="6435615"/>
                </a:lnTo>
                <a:lnTo>
                  <a:pt x="5093699" y="542"/>
                </a:lnTo>
                <a:close/>
              </a:path>
            </a:pathLst>
          </a:custGeom>
          <a:solidFill>
            <a:schemeClr val="tx1">
              <a:alpha val="3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ctr" anchorCtr="0" forceAA="0" compatLnSpc="1">
            <a:prstTxWarp prst="textNoShape">
              <a:avLst/>
            </a:prstTxWarp>
            <a:noAutofit/>
          </a:bodyPr>
          <a:lstStyle/>
          <a:p>
            <a:pPr marL="2921711" algn="ctr">
              <a:lnSpc>
                <a:spcPct val="110000"/>
              </a:lnSpc>
              <a:spcAft>
                <a:spcPts val="900"/>
              </a:spcAft>
            </a:pPr>
            <a:endParaRPr lang="en-US" sz="5998" spc="40">
              <a:solidFill>
                <a:schemeClr val="bg1"/>
              </a:solidFill>
              <a:latin typeface="Arial" charset="0"/>
            </a:endParaRPr>
          </a:p>
        </p:txBody>
      </p:sp>
      <p:sp>
        <p:nvSpPr>
          <p:cNvPr id="6" name="Title 1">
            <a:extLst>
              <a:ext uri="{FF2B5EF4-FFF2-40B4-BE49-F238E27FC236}">
                <a16:creationId xmlns:a16="http://schemas.microsoft.com/office/drawing/2014/main" id="{919F9C14-1333-4FA0-B627-256705CEBADC}"/>
              </a:ext>
            </a:extLst>
          </p:cNvPr>
          <p:cNvSpPr txBox="1">
            <a:spLocks/>
          </p:cNvSpPr>
          <p:nvPr/>
        </p:nvSpPr>
        <p:spPr>
          <a:xfrm>
            <a:off x="736840" y="452673"/>
            <a:ext cx="6861172" cy="498475"/>
          </a:xfrm>
          <a:prstGeom prst="rect">
            <a:avLst/>
          </a:prstGeom>
        </p:spPr>
        <p:txBody>
          <a:bodyPr/>
          <a:lstStyle>
            <a:lvl1pPr algn="l" rtl="0" eaLnBrk="1" fontAlgn="base" hangingPunct="1">
              <a:lnSpc>
                <a:spcPts val="32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r>
              <a:rPr lang="en-US" kern="0"/>
              <a:t>Usability</a:t>
            </a:r>
          </a:p>
        </p:txBody>
      </p:sp>
      <p:sp>
        <p:nvSpPr>
          <p:cNvPr id="7" name="Oval 6">
            <a:extLst>
              <a:ext uri="{FF2B5EF4-FFF2-40B4-BE49-F238E27FC236}">
                <a16:creationId xmlns:a16="http://schemas.microsoft.com/office/drawing/2014/main" id="{FA434762-D3B4-4C1E-BEEC-18034B0DA070}"/>
              </a:ext>
            </a:extLst>
          </p:cNvPr>
          <p:cNvSpPr/>
          <p:nvPr/>
        </p:nvSpPr>
        <p:spPr>
          <a:xfrm>
            <a:off x="9285671" y="3360214"/>
            <a:ext cx="2011680" cy="2011680"/>
          </a:xfrm>
          <a:prstGeom prst="ellipse">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pPr algn="ctr">
              <a:lnSpc>
                <a:spcPct val="110000"/>
              </a:lnSpc>
              <a:spcAft>
                <a:spcPts val="900"/>
              </a:spcAft>
            </a:pPr>
            <a:endParaRPr lang="en-US" sz="1400" b="0" spc="40">
              <a:solidFill>
                <a:schemeClr val="tx1">
                  <a:lumMod val="75000"/>
                  <a:lumOff val="25000"/>
                </a:schemeClr>
              </a:solidFill>
              <a:latin typeface="Arial Narrow" panose="020B0606020202030204" pitchFamily="34" charset="0"/>
            </a:endParaRPr>
          </a:p>
        </p:txBody>
      </p:sp>
      <p:sp>
        <p:nvSpPr>
          <p:cNvPr id="11" name="Oval 10">
            <a:extLst>
              <a:ext uri="{FF2B5EF4-FFF2-40B4-BE49-F238E27FC236}">
                <a16:creationId xmlns:a16="http://schemas.microsoft.com/office/drawing/2014/main" id="{B07754A3-B98C-4C0F-A92B-1F2716D6C57A}"/>
              </a:ext>
            </a:extLst>
          </p:cNvPr>
          <p:cNvSpPr/>
          <p:nvPr/>
        </p:nvSpPr>
        <p:spPr>
          <a:xfrm>
            <a:off x="8266499" y="4615855"/>
            <a:ext cx="1188720" cy="1188720"/>
          </a:xfrm>
          <a:prstGeom prst="ellipse">
            <a:avLst/>
          </a:prstGeom>
          <a:solidFill>
            <a:schemeClr val="accent4">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pPr algn="ctr">
              <a:lnSpc>
                <a:spcPct val="110000"/>
              </a:lnSpc>
              <a:spcAft>
                <a:spcPts val="900"/>
              </a:spcAft>
            </a:pPr>
            <a:endParaRPr lang="en-US" sz="900" b="0" spc="40">
              <a:solidFill>
                <a:schemeClr val="tx1">
                  <a:lumMod val="75000"/>
                  <a:lumOff val="25000"/>
                </a:schemeClr>
              </a:solidFill>
              <a:latin typeface="Arial Narrow" panose="020B0606020202030204" pitchFamily="34" charset="0"/>
            </a:endParaRPr>
          </a:p>
        </p:txBody>
      </p:sp>
      <p:sp>
        <p:nvSpPr>
          <p:cNvPr id="12" name="TextBox 11">
            <a:extLst>
              <a:ext uri="{FF2B5EF4-FFF2-40B4-BE49-F238E27FC236}">
                <a16:creationId xmlns:a16="http://schemas.microsoft.com/office/drawing/2014/main" id="{5DF6E9EE-18AC-48DD-B4FE-0CE0845F7C0F}"/>
              </a:ext>
            </a:extLst>
          </p:cNvPr>
          <p:cNvSpPr txBox="1"/>
          <p:nvPr/>
        </p:nvSpPr>
        <p:spPr>
          <a:xfrm>
            <a:off x="9285670" y="3348929"/>
            <a:ext cx="2011680" cy="2017462"/>
          </a:xfrm>
          <a:prstGeom prst="rect">
            <a:avLst/>
          </a:prstGeom>
          <a:noFill/>
        </p:spPr>
        <p:txBody>
          <a:bodyPr wrap="none" lIns="0" tIns="0" rIns="0" bIns="0" rtlCol="0" anchor="ctr">
            <a:noAutofit/>
          </a:bodyPr>
          <a:lstStyle/>
          <a:p>
            <a:pPr algn="ctr">
              <a:lnSpc>
                <a:spcPct val="110000"/>
              </a:lnSpc>
              <a:spcAft>
                <a:spcPts val="900"/>
              </a:spcAft>
            </a:pPr>
            <a:r>
              <a:rPr lang="en-US" sz="2000" b="0" spc="40">
                <a:solidFill>
                  <a:schemeClr val="tx1">
                    <a:lumMod val="50000"/>
                    <a:lumOff val="50000"/>
                  </a:schemeClr>
                </a:solidFill>
                <a:latin typeface="Arial Narrow" panose="020B0606020202030204" pitchFamily="34" charset="0"/>
              </a:rPr>
              <a:t>Notes</a:t>
            </a:r>
            <a:br>
              <a:rPr lang="en-US" sz="2000" b="0" spc="40">
                <a:solidFill>
                  <a:schemeClr val="tx1">
                    <a:lumMod val="50000"/>
                    <a:lumOff val="50000"/>
                  </a:schemeClr>
                </a:solidFill>
                <a:latin typeface="Arial Narrow" panose="020B0606020202030204" pitchFamily="34" charset="0"/>
              </a:rPr>
            </a:br>
            <a:r>
              <a:rPr lang="en-US" sz="1600" b="0" spc="40">
                <a:solidFill>
                  <a:schemeClr val="tx1">
                    <a:lumMod val="50000"/>
                    <a:lumOff val="50000"/>
                  </a:schemeClr>
                </a:solidFill>
                <a:latin typeface="Arial Narrow" panose="020B0606020202030204" pitchFamily="34" charset="0"/>
              </a:rPr>
              <a:t>(16)</a:t>
            </a:r>
            <a:endParaRPr lang="en-US" sz="2000" b="0" spc="40">
              <a:solidFill>
                <a:schemeClr val="tx1">
                  <a:lumMod val="50000"/>
                  <a:lumOff val="50000"/>
                </a:schemeClr>
              </a:solidFill>
              <a:latin typeface="Arial Narrow" panose="020B0606020202030204" pitchFamily="34" charset="0"/>
            </a:endParaRPr>
          </a:p>
        </p:txBody>
      </p:sp>
      <p:sp>
        <p:nvSpPr>
          <p:cNvPr id="13" name="TextBox 12">
            <a:extLst>
              <a:ext uri="{FF2B5EF4-FFF2-40B4-BE49-F238E27FC236}">
                <a16:creationId xmlns:a16="http://schemas.microsoft.com/office/drawing/2014/main" id="{EA5CA859-7264-44BC-BFF7-3CD08FCC6FCD}"/>
              </a:ext>
            </a:extLst>
          </p:cNvPr>
          <p:cNvSpPr txBox="1"/>
          <p:nvPr/>
        </p:nvSpPr>
        <p:spPr>
          <a:xfrm>
            <a:off x="8266499" y="4615854"/>
            <a:ext cx="1188720" cy="1188721"/>
          </a:xfrm>
          <a:prstGeom prst="rect">
            <a:avLst/>
          </a:prstGeom>
          <a:noFill/>
        </p:spPr>
        <p:txBody>
          <a:bodyPr wrap="none" lIns="0" tIns="0" rIns="0" bIns="0" rtlCol="0" anchor="ctr">
            <a:noAutofit/>
          </a:bodyPr>
          <a:lstStyle/>
          <a:p>
            <a:pPr algn="ctr">
              <a:lnSpc>
                <a:spcPct val="110000"/>
              </a:lnSpc>
              <a:spcAft>
                <a:spcPts val="900"/>
              </a:spcAft>
            </a:pPr>
            <a:r>
              <a:rPr lang="en-US" b="0" spc="40">
                <a:solidFill>
                  <a:schemeClr val="bg1"/>
                </a:solidFill>
                <a:latin typeface="Arial Narrow" panose="020B0606020202030204" pitchFamily="34" charset="0"/>
              </a:rPr>
              <a:t>Usability</a:t>
            </a:r>
            <a:br>
              <a:rPr lang="en-US" b="0" spc="40">
                <a:solidFill>
                  <a:schemeClr val="bg1"/>
                </a:solidFill>
                <a:latin typeface="Arial Narrow" panose="020B0606020202030204" pitchFamily="34" charset="0"/>
              </a:rPr>
            </a:br>
            <a:r>
              <a:rPr lang="en-US" sz="1400" b="0" spc="40">
                <a:solidFill>
                  <a:schemeClr val="bg1"/>
                </a:solidFill>
                <a:latin typeface="Arial Narrow" panose="020B0606020202030204" pitchFamily="34" charset="0"/>
              </a:rPr>
              <a:t>(6)</a:t>
            </a:r>
            <a:endParaRPr lang="en-US" b="0" spc="40">
              <a:solidFill>
                <a:schemeClr val="bg1"/>
              </a:solidFill>
              <a:latin typeface="Arial Narrow" panose="020B0606020202030204" pitchFamily="34" charset="0"/>
            </a:endParaRPr>
          </a:p>
        </p:txBody>
      </p:sp>
      <p:sp>
        <p:nvSpPr>
          <p:cNvPr id="14" name="Oval 13">
            <a:extLst>
              <a:ext uri="{FF2B5EF4-FFF2-40B4-BE49-F238E27FC236}">
                <a16:creationId xmlns:a16="http://schemas.microsoft.com/office/drawing/2014/main" id="{E6AB2A0D-4DF6-45DB-BB7B-D8885FC33EBA}"/>
              </a:ext>
            </a:extLst>
          </p:cNvPr>
          <p:cNvSpPr/>
          <p:nvPr/>
        </p:nvSpPr>
        <p:spPr>
          <a:xfrm>
            <a:off x="9323222" y="5366392"/>
            <a:ext cx="914400" cy="914400"/>
          </a:xfrm>
          <a:prstGeom prst="ellipse">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pPr algn="ctr">
              <a:lnSpc>
                <a:spcPct val="110000"/>
              </a:lnSpc>
              <a:spcAft>
                <a:spcPts val="900"/>
              </a:spcAft>
            </a:pPr>
            <a:endParaRPr lang="en-US" sz="900" b="0" spc="40">
              <a:solidFill>
                <a:schemeClr val="tx1">
                  <a:lumMod val="75000"/>
                  <a:lumOff val="25000"/>
                </a:schemeClr>
              </a:solidFill>
              <a:latin typeface="Arial Narrow" panose="020B0606020202030204" pitchFamily="34" charset="0"/>
            </a:endParaRPr>
          </a:p>
        </p:txBody>
      </p:sp>
      <p:sp>
        <p:nvSpPr>
          <p:cNvPr id="15" name="TextBox 14">
            <a:extLst>
              <a:ext uri="{FF2B5EF4-FFF2-40B4-BE49-F238E27FC236}">
                <a16:creationId xmlns:a16="http://schemas.microsoft.com/office/drawing/2014/main" id="{4F1B3044-E6C0-4E08-B993-2432008F7303}"/>
              </a:ext>
            </a:extLst>
          </p:cNvPr>
          <p:cNvSpPr txBox="1"/>
          <p:nvPr/>
        </p:nvSpPr>
        <p:spPr>
          <a:xfrm>
            <a:off x="9323221" y="5377676"/>
            <a:ext cx="914399" cy="903115"/>
          </a:xfrm>
          <a:prstGeom prst="rect">
            <a:avLst/>
          </a:prstGeom>
          <a:noFill/>
        </p:spPr>
        <p:txBody>
          <a:bodyPr wrap="none" lIns="0" tIns="0" rIns="0" bIns="0" rtlCol="0" anchor="ctr">
            <a:noAutofit/>
          </a:bodyPr>
          <a:lstStyle/>
          <a:p>
            <a:pPr algn="ctr">
              <a:lnSpc>
                <a:spcPct val="110000"/>
              </a:lnSpc>
              <a:spcAft>
                <a:spcPts val="900"/>
              </a:spcAft>
            </a:pPr>
            <a:r>
              <a:rPr lang="en-US" sz="1200" b="0" spc="40">
                <a:solidFill>
                  <a:schemeClr val="tx1">
                    <a:lumMod val="50000"/>
                    <a:lumOff val="50000"/>
                  </a:schemeClr>
                </a:solidFill>
                <a:latin typeface="Arial Narrow" panose="020B0606020202030204" pitchFamily="34" charset="0"/>
              </a:rPr>
              <a:t>Efficiency</a:t>
            </a:r>
            <a:br>
              <a:rPr lang="en-US" sz="1200" b="0" spc="40">
                <a:solidFill>
                  <a:schemeClr val="tx1">
                    <a:lumMod val="50000"/>
                    <a:lumOff val="50000"/>
                  </a:schemeClr>
                </a:solidFill>
                <a:latin typeface="Arial Narrow" panose="020B0606020202030204" pitchFamily="34" charset="0"/>
              </a:rPr>
            </a:br>
            <a:r>
              <a:rPr lang="en-US" sz="1050" b="0" spc="40">
                <a:solidFill>
                  <a:schemeClr val="tx1">
                    <a:lumMod val="50000"/>
                    <a:lumOff val="50000"/>
                  </a:schemeClr>
                </a:solidFill>
                <a:latin typeface="Arial Narrow" panose="020B0606020202030204" pitchFamily="34" charset="0"/>
              </a:rPr>
              <a:t>(5)</a:t>
            </a:r>
            <a:endParaRPr lang="en-US" sz="1200" b="0" spc="40">
              <a:solidFill>
                <a:schemeClr val="tx1">
                  <a:lumMod val="50000"/>
                  <a:lumOff val="50000"/>
                </a:schemeClr>
              </a:solidFill>
              <a:latin typeface="Arial Narrow" panose="020B0606020202030204" pitchFamily="34" charset="0"/>
            </a:endParaRPr>
          </a:p>
        </p:txBody>
      </p:sp>
      <p:sp>
        <p:nvSpPr>
          <p:cNvPr id="16" name="Oval 15">
            <a:extLst>
              <a:ext uri="{FF2B5EF4-FFF2-40B4-BE49-F238E27FC236}">
                <a16:creationId xmlns:a16="http://schemas.microsoft.com/office/drawing/2014/main" id="{E87CC59B-1161-42EE-9B89-3C95127CC4A1}"/>
              </a:ext>
            </a:extLst>
          </p:cNvPr>
          <p:cNvSpPr/>
          <p:nvPr/>
        </p:nvSpPr>
        <p:spPr>
          <a:xfrm>
            <a:off x="10282275" y="5355441"/>
            <a:ext cx="914400" cy="914400"/>
          </a:xfrm>
          <a:prstGeom prst="ellipse">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pPr algn="ctr">
              <a:lnSpc>
                <a:spcPct val="110000"/>
              </a:lnSpc>
              <a:spcAft>
                <a:spcPts val="900"/>
              </a:spcAft>
            </a:pPr>
            <a:endParaRPr lang="en-US" sz="900" b="0" spc="40">
              <a:solidFill>
                <a:schemeClr val="tx1">
                  <a:lumMod val="75000"/>
                  <a:lumOff val="25000"/>
                </a:schemeClr>
              </a:solidFill>
              <a:latin typeface="Arial Narrow" panose="020B0606020202030204" pitchFamily="34" charset="0"/>
            </a:endParaRPr>
          </a:p>
        </p:txBody>
      </p:sp>
      <p:sp>
        <p:nvSpPr>
          <p:cNvPr id="17" name="TextBox 16">
            <a:extLst>
              <a:ext uri="{FF2B5EF4-FFF2-40B4-BE49-F238E27FC236}">
                <a16:creationId xmlns:a16="http://schemas.microsoft.com/office/drawing/2014/main" id="{14F8F8B6-1950-408F-94B6-C30F10CE1D42}"/>
              </a:ext>
            </a:extLst>
          </p:cNvPr>
          <p:cNvSpPr txBox="1"/>
          <p:nvPr/>
        </p:nvSpPr>
        <p:spPr>
          <a:xfrm>
            <a:off x="10282274" y="5377676"/>
            <a:ext cx="914399" cy="892164"/>
          </a:xfrm>
          <a:prstGeom prst="rect">
            <a:avLst/>
          </a:prstGeom>
          <a:noFill/>
        </p:spPr>
        <p:txBody>
          <a:bodyPr wrap="none" lIns="0" tIns="0" rIns="0" bIns="0" rtlCol="0" anchor="ctr">
            <a:noAutofit/>
          </a:bodyPr>
          <a:lstStyle/>
          <a:p>
            <a:pPr algn="ctr">
              <a:lnSpc>
                <a:spcPct val="110000"/>
              </a:lnSpc>
              <a:spcAft>
                <a:spcPts val="900"/>
              </a:spcAft>
            </a:pPr>
            <a:r>
              <a:rPr lang="en-US" sz="1200" b="0" spc="40">
                <a:solidFill>
                  <a:schemeClr val="tx1">
                    <a:lumMod val="50000"/>
                    <a:lumOff val="50000"/>
                  </a:schemeClr>
                </a:solidFill>
                <a:latin typeface="Arial Narrow" panose="020B0606020202030204" pitchFamily="34" charset="0"/>
              </a:rPr>
              <a:t>New Feature</a:t>
            </a:r>
            <a:br>
              <a:rPr lang="en-US" sz="1200" b="0" spc="40">
                <a:solidFill>
                  <a:schemeClr val="tx1">
                    <a:lumMod val="50000"/>
                    <a:lumOff val="50000"/>
                  </a:schemeClr>
                </a:solidFill>
                <a:latin typeface="Arial Narrow" panose="020B0606020202030204" pitchFamily="34" charset="0"/>
              </a:rPr>
            </a:br>
            <a:r>
              <a:rPr lang="en-US" sz="1050" b="0" spc="40">
                <a:solidFill>
                  <a:schemeClr val="tx1">
                    <a:lumMod val="50000"/>
                    <a:lumOff val="50000"/>
                  </a:schemeClr>
                </a:solidFill>
                <a:latin typeface="Arial Narrow" panose="020B0606020202030204" pitchFamily="34" charset="0"/>
              </a:rPr>
              <a:t>(5)</a:t>
            </a:r>
            <a:endParaRPr lang="en-US" sz="1200" b="0" spc="40">
              <a:solidFill>
                <a:schemeClr val="tx1">
                  <a:lumMod val="50000"/>
                  <a:lumOff val="50000"/>
                </a:schemeClr>
              </a:solidFill>
              <a:latin typeface="Arial Narrow" panose="020B0606020202030204" pitchFamily="34" charset="0"/>
            </a:endParaRPr>
          </a:p>
        </p:txBody>
      </p:sp>
      <p:sp>
        <p:nvSpPr>
          <p:cNvPr id="18" name="Oval 17">
            <a:extLst>
              <a:ext uri="{FF2B5EF4-FFF2-40B4-BE49-F238E27FC236}">
                <a16:creationId xmlns:a16="http://schemas.microsoft.com/office/drawing/2014/main" id="{83627A06-2A16-445D-BC3C-A906907DA071}"/>
              </a:ext>
            </a:extLst>
          </p:cNvPr>
          <p:cNvSpPr/>
          <p:nvPr/>
        </p:nvSpPr>
        <p:spPr>
          <a:xfrm>
            <a:off x="11037243" y="4933583"/>
            <a:ext cx="640080" cy="640080"/>
          </a:xfrm>
          <a:prstGeom prst="ellipse">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pPr algn="ctr">
              <a:lnSpc>
                <a:spcPct val="110000"/>
              </a:lnSpc>
              <a:spcAft>
                <a:spcPts val="900"/>
              </a:spcAft>
            </a:pPr>
            <a:endParaRPr lang="en-US" sz="900" b="0" spc="40">
              <a:solidFill>
                <a:schemeClr val="tx1">
                  <a:lumMod val="75000"/>
                  <a:lumOff val="25000"/>
                </a:schemeClr>
              </a:solidFill>
              <a:latin typeface="Arial Narrow" panose="020B0606020202030204" pitchFamily="34" charset="0"/>
            </a:endParaRPr>
          </a:p>
        </p:txBody>
      </p:sp>
      <p:sp>
        <p:nvSpPr>
          <p:cNvPr id="19" name="TextBox 18">
            <a:extLst>
              <a:ext uri="{FF2B5EF4-FFF2-40B4-BE49-F238E27FC236}">
                <a16:creationId xmlns:a16="http://schemas.microsoft.com/office/drawing/2014/main" id="{DFB9CFC6-7A81-49C9-915A-E4BE634E0B18}"/>
              </a:ext>
            </a:extLst>
          </p:cNvPr>
          <p:cNvSpPr txBox="1"/>
          <p:nvPr/>
        </p:nvSpPr>
        <p:spPr>
          <a:xfrm>
            <a:off x="11037242" y="4933582"/>
            <a:ext cx="640080" cy="640081"/>
          </a:xfrm>
          <a:prstGeom prst="rect">
            <a:avLst/>
          </a:prstGeom>
          <a:noFill/>
        </p:spPr>
        <p:txBody>
          <a:bodyPr wrap="none" lIns="0" tIns="0" rIns="0" bIns="0" rtlCol="0" anchor="ctr">
            <a:noAutofit/>
          </a:bodyPr>
          <a:lstStyle/>
          <a:p>
            <a:pPr algn="ctr">
              <a:lnSpc>
                <a:spcPct val="110000"/>
              </a:lnSpc>
              <a:spcAft>
                <a:spcPts val="900"/>
              </a:spcAft>
            </a:pPr>
            <a:r>
              <a:rPr lang="en-US" sz="1200" b="0" spc="40">
                <a:solidFill>
                  <a:schemeClr val="tx1">
                    <a:lumMod val="50000"/>
                    <a:lumOff val="50000"/>
                  </a:schemeClr>
                </a:solidFill>
                <a:latin typeface="Arial Narrow" panose="020B0606020202030204" pitchFamily="34" charset="0"/>
              </a:rPr>
              <a:t>Others</a:t>
            </a:r>
            <a:br>
              <a:rPr lang="en-US" sz="1200" b="0" spc="40">
                <a:solidFill>
                  <a:schemeClr val="tx1">
                    <a:lumMod val="50000"/>
                    <a:lumOff val="50000"/>
                  </a:schemeClr>
                </a:solidFill>
                <a:latin typeface="Arial Narrow" panose="020B0606020202030204" pitchFamily="34" charset="0"/>
              </a:rPr>
            </a:br>
            <a:r>
              <a:rPr lang="en-US" sz="1050" b="0" spc="40">
                <a:solidFill>
                  <a:schemeClr val="tx1">
                    <a:lumMod val="50000"/>
                    <a:lumOff val="50000"/>
                  </a:schemeClr>
                </a:solidFill>
                <a:latin typeface="Arial Narrow" panose="020B0606020202030204" pitchFamily="34" charset="0"/>
              </a:rPr>
              <a:t>(3)</a:t>
            </a:r>
            <a:endParaRPr lang="en-US" sz="1200" b="0" spc="40">
              <a:solidFill>
                <a:schemeClr val="tx1">
                  <a:lumMod val="50000"/>
                  <a:lumOff val="50000"/>
                </a:schemeClr>
              </a:solidFill>
              <a:latin typeface="Arial Narrow" panose="020B0606020202030204" pitchFamily="34" charset="0"/>
            </a:endParaRPr>
          </a:p>
        </p:txBody>
      </p:sp>
      <p:sp>
        <p:nvSpPr>
          <p:cNvPr id="21" name="Text Placeholder 3">
            <a:extLst>
              <a:ext uri="{FF2B5EF4-FFF2-40B4-BE49-F238E27FC236}">
                <a16:creationId xmlns:a16="http://schemas.microsoft.com/office/drawing/2014/main" id="{E30D59E8-A36F-4B9B-9878-2782C6767DC9}"/>
              </a:ext>
            </a:extLst>
          </p:cNvPr>
          <p:cNvSpPr txBox="1">
            <a:spLocks/>
          </p:cNvSpPr>
          <p:nvPr/>
        </p:nvSpPr>
        <p:spPr>
          <a:xfrm>
            <a:off x="668518" y="1527050"/>
            <a:ext cx="6972594" cy="5033241"/>
          </a:xfrm>
          <a:prstGeom prst="rect">
            <a:avLst/>
          </a:prstGeom>
        </p:spPr>
        <p:txBody>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pPr marL="684213" lvl="1" indent="-342900">
              <a:buFont typeface="Arial" panose="020B0604020202020204" pitchFamily="34" charset="0"/>
              <a:buChar char="•"/>
            </a:pPr>
            <a:r>
              <a:rPr lang="en-US" sz="1800" kern="0">
                <a:solidFill>
                  <a:schemeClr val="tx1">
                    <a:lumMod val="75000"/>
                    <a:lumOff val="25000"/>
                  </a:schemeClr>
                </a:solidFill>
                <a:latin typeface="Arial Narrow" panose="020B0606020202030204" pitchFamily="34" charset="0"/>
              </a:rPr>
              <a:t>Browser zoom and out it is not easy to highlight</a:t>
            </a:r>
          </a:p>
          <a:p>
            <a:pPr marL="684213" lvl="1" indent="-342900">
              <a:buFont typeface="Arial" panose="020B0604020202020204" pitchFamily="34" charset="0"/>
              <a:buChar char="•"/>
            </a:pPr>
            <a:r>
              <a:rPr lang="en-US" sz="1800" kern="0">
                <a:solidFill>
                  <a:schemeClr val="tx1">
                    <a:lumMod val="75000"/>
                    <a:lumOff val="25000"/>
                  </a:schemeClr>
                </a:solidFill>
                <a:latin typeface="Arial Narrow" panose="020B0606020202030204" pitchFamily="34" charset="0"/>
              </a:rPr>
              <a:t>Especially in Notes – when you zoom in and out it doesn't change anything, it does not make the font size bigger</a:t>
            </a:r>
          </a:p>
          <a:p>
            <a:pPr marL="684213" lvl="1" indent="-342900">
              <a:buFont typeface="Arial" panose="020B0604020202020204" pitchFamily="34" charset="0"/>
              <a:buChar char="•"/>
            </a:pPr>
            <a:r>
              <a:rPr lang="en-US" sz="1800" kern="0">
                <a:solidFill>
                  <a:schemeClr val="tx1">
                    <a:lumMod val="75000"/>
                    <a:lumOff val="25000"/>
                  </a:schemeClr>
                </a:solidFill>
                <a:latin typeface="Arial Narrow" panose="020B0606020202030204" pitchFamily="34" charset="0"/>
              </a:rPr>
              <a:t>Other UI are changing but the font size isn't</a:t>
            </a:r>
          </a:p>
          <a:p>
            <a:pPr marL="684213" lvl="1" indent="-342900">
              <a:buFont typeface="Arial" panose="020B0604020202020204" pitchFamily="34" charset="0"/>
              <a:buChar char="•"/>
            </a:pPr>
            <a:r>
              <a:rPr lang="en-US" sz="1800" kern="0">
                <a:solidFill>
                  <a:schemeClr val="tx1">
                    <a:lumMod val="75000"/>
                    <a:lumOff val="25000"/>
                  </a:schemeClr>
                </a:solidFill>
                <a:latin typeface="Arial Narrow" panose="020B0606020202030204" pitchFamily="34" charset="0"/>
              </a:rPr>
              <a:t>Assign Credit Request – comment type should be default general</a:t>
            </a:r>
          </a:p>
          <a:p>
            <a:pPr marL="684213" lvl="1" indent="-342900">
              <a:buFont typeface="Arial" panose="020B0604020202020204" pitchFamily="34" charset="0"/>
              <a:buChar char="•"/>
            </a:pPr>
            <a:r>
              <a:rPr lang="en-US" sz="1800" kern="0">
                <a:solidFill>
                  <a:schemeClr val="tx1">
                    <a:lumMod val="75000"/>
                    <a:lumOff val="25000"/>
                  </a:schemeClr>
                </a:solidFill>
                <a:latin typeface="Arial Narrow" panose="020B0606020202030204" pitchFamily="34" charset="0"/>
              </a:rPr>
              <a:t>Be able to get to my worklist a little quicker – </a:t>
            </a:r>
            <a:br>
              <a:rPr lang="en-US" sz="1800" kern="0">
                <a:solidFill>
                  <a:schemeClr val="tx1">
                    <a:lumMod val="75000"/>
                    <a:lumOff val="25000"/>
                  </a:schemeClr>
                </a:solidFill>
                <a:latin typeface="Arial Narrow" panose="020B0606020202030204" pitchFamily="34" charset="0"/>
              </a:rPr>
            </a:br>
            <a:r>
              <a:rPr lang="en-US" sz="1800" kern="0">
                <a:solidFill>
                  <a:schemeClr val="tx1">
                    <a:lumMod val="75000"/>
                    <a:lumOff val="25000"/>
                  </a:schemeClr>
                </a:solidFill>
                <a:latin typeface="Arial Narrow" panose="020B0606020202030204" pitchFamily="34" charset="0"/>
              </a:rPr>
              <a:t>now you have to navigate and find your name in the work queue</a:t>
            </a:r>
          </a:p>
          <a:p>
            <a:pPr marL="684213" lvl="1" indent="-342900">
              <a:buFont typeface="Arial" panose="020B0604020202020204" pitchFamily="34" charset="0"/>
              <a:buChar char="•"/>
            </a:pPr>
            <a:r>
              <a:rPr lang="en-US" sz="1800" kern="0">
                <a:solidFill>
                  <a:schemeClr val="tx1">
                    <a:lumMod val="75000"/>
                    <a:lumOff val="25000"/>
                  </a:schemeClr>
                </a:solidFill>
                <a:latin typeface="Arial Narrow" panose="020B0606020202030204" pitchFamily="34" charset="0"/>
              </a:rPr>
              <a:t>When you click note overlay, you have to click "x" rather than </a:t>
            </a:r>
            <a:br>
              <a:rPr lang="en-US" sz="1800" kern="0">
                <a:solidFill>
                  <a:schemeClr val="tx1">
                    <a:lumMod val="75000"/>
                    <a:lumOff val="25000"/>
                  </a:schemeClr>
                </a:solidFill>
                <a:latin typeface="Arial Narrow" panose="020B0606020202030204" pitchFamily="34" charset="0"/>
              </a:rPr>
            </a:br>
            <a:r>
              <a:rPr lang="en-US" sz="1800" kern="0">
                <a:solidFill>
                  <a:schemeClr val="tx1">
                    <a:lumMod val="75000"/>
                    <a:lumOff val="25000"/>
                  </a:schemeClr>
                </a:solidFill>
                <a:latin typeface="Arial Narrow" panose="020B0606020202030204" pitchFamily="34" charset="0"/>
              </a:rPr>
              <a:t>click elsewhere</a:t>
            </a:r>
          </a:p>
          <a:p>
            <a:pPr marL="684213" lvl="1" indent="-342900">
              <a:buFont typeface="Arial" panose="020B0604020202020204" pitchFamily="34" charset="0"/>
              <a:buChar char="•"/>
            </a:pPr>
            <a:endParaRPr lang="en-US" sz="1800" kern="0">
              <a:solidFill>
                <a:schemeClr val="tx1">
                  <a:lumMod val="75000"/>
                  <a:lumOff val="25000"/>
                </a:schemeClr>
              </a:solidFill>
              <a:latin typeface="Arial Narrow" panose="020B0606020202030204" pitchFamily="34" charset="0"/>
            </a:endParaRPr>
          </a:p>
          <a:p>
            <a:pPr marL="684213" lvl="1" indent="-342900">
              <a:buFont typeface="Arial" panose="020B0604020202020204" pitchFamily="34" charset="0"/>
              <a:buChar char="•"/>
            </a:pPr>
            <a:endParaRPr lang="en-US" sz="1800" kern="0">
              <a:solidFill>
                <a:schemeClr val="tx1">
                  <a:lumMod val="75000"/>
                  <a:lumOff val="25000"/>
                </a:schemeClr>
              </a:solidFill>
              <a:latin typeface="Arial Narrow" panose="020B0606020202030204" pitchFamily="34" charset="0"/>
            </a:endParaRPr>
          </a:p>
          <a:p>
            <a:pPr marL="684213" lvl="1" indent="-342900">
              <a:buFont typeface="Arial" panose="020B0604020202020204" pitchFamily="34" charset="0"/>
              <a:buChar char="•"/>
            </a:pPr>
            <a:endParaRPr lang="en-US" sz="1800" kern="0">
              <a:solidFill>
                <a:schemeClr val="tx1">
                  <a:lumMod val="75000"/>
                  <a:lumOff val="25000"/>
                </a:schemeClr>
              </a:solidFill>
              <a:latin typeface="Arial Narrow" panose="020B0606020202030204" pitchFamily="34" charset="0"/>
            </a:endParaRPr>
          </a:p>
          <a:p>
            <a:pPr marL="684213" lvl="1" indent="-342900">
              <a:buFont typeface="Arial" panose="020B0604020202020204" pitchFamily="34" charset="0"/>
              <a:buChar char="•"/>
            </a:pPr>
            <a:endParaRPr lang="en-US" sz="1800" kern="0">
              <a:solidFill>
                <a:schemeClr val="tx1">
                  <a:lumMod val="75000"/>
                  <a:lumOff val="25000"/>
                </a:schemeClr>
              </a:solidFill>
              <a:latin typeface="Arial Narrow" panose="020B0606020202030204" pitchFamily="34" charset="0"/>
            </a:endParaRPr>
          </a:p>
          <a:p>
            <a:pPr marL="684213" lvl="1" indent="-342900">
              <a:buFont typeface="Arial" panose="020B0604020202020204" pitchFamily="34" charset="0"/>
              <a:buChar char="•"/>
            </a:pPr>
            <a:endParaRPr lang="en-US" sz="1800" kern="0">
              <a:solidFill>
                <a:schemeClr val="tx1">
                  <a:lumMod val="75000"/>
                  <a:lumOff val="25000"/>
                </a:schemeClr>
              </a:solidFill>
              <a:latin typeface="Arial Narrow" panose="020B0606020202030204" pitchFamily="34" charset="0"/>
            </a:endParaRPr>
          </a:p>
          <a:p>
            <a:pPr marL="684213" lvl="1" indent="-342900">
              <a:buFont typeface="Arial" panose="020B0604020202020204" pitchFamily="34" charset="0"/>
              <a:buChar char="•"/>
            </a:pPr>
            <a:endParaRPr lang="en-US" sz="1800" kern="0">
              <a:solidFill>
                <a:schemeClr val="tx1">
                  <a:lumMod val="75000"/>
                  <a:lumOff val="25000"/>
                </a:schemeClr>
              </a:solidFill>
              <a:latin typeface="Arial Narrow" panose="020B0606020202030204" pitchFamily="34" charset="0"/>
            </a:endParaRPr>
          </a:p>
          <a:p>
            <a:pPr marL="684213" lvl="1" indent="-342900">
              <a:buFont typeface="Arial" panose="020B0604020202020204" pitchFamily="34" charset="0"/>
              <a:buChar char="•"/>
            </a:pPr>
            <a:endParaRPr lang="en-US" sz="1800" kern="0">
              <a:solidFill>
                <a:schemeClr val="tx1">
                  <a:lumMod val="75000"/>
                  <a:lumOff val="25000"/>
                </a:schemeClr>
              </a:solidFill>
              <a:latin typeface="Arial Narrow" panose="020B0606020202030204" pitchFamily="34" charset="0"/>
            </a:endParaRPr>
          </a:p>
          <a:p>
            <a:endParaRPr lang="en-US" sz="1800" kern="0">
              <a:solidFill>
                <a:schemeClr val="tx1">
                  <a:lumMod val="75000"/>
                  <a:lumOff val="25000"/>
                </a:schemeClr>
              </a:solidFill>
              <a:latin typeface="Arial Narrow" panose="020B0606020202030204" pitchFamily="34" charset="0"/>
            </a:endParaRPr>
          </a:p>
        </p:txBody>
      </p:sp>
      <p:sp>
        <p:nvSpPr>
          <p:cNvPr id="22" name="Text Placeholder 3">
            <a:extLst>
              <a:ext uri="{FF2B5EF4-FFF2-40B4-BE49-F238E27FC236}">
                <a16:creationId xmlns:a16="http://schemas.microsoft.com/office/drawing/2014/main" id="{F357E732-D513-48B3-A954-30F08B4FDFCD}"/>
              </a:ext>
            </a:extLst>
          </p:cNvPr>
          <p:cNvSpPr txBox="1">
            <a:spLocks/>
          </p:cNvSpPr>
          <p:nvPr/>
        </p:nvSpPr>
        <p:spPr>
          <a:xfrm>
            <a:off x="15423" y="848493"/>
            <a:ext cx="1325494" cy="2006178"/>
          </a:xfrm>
          <a:prstGeom prst="rect">
            <a:avLst/>
          </a:prstGeom>
        </p:spPr>
        <p:txBody>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r>
              <a:rPr lang="en-US" sz="18000" kern="0">
                <a:solidFill>
                  <a:schemeClr val="bg1">
                    <a:lumMod val="75000"/>
                  </a:schemeClr>
                </a:solidFill>
                <a:latin typeface="Arial Nova" panose="020B0504020202020204" pitchFamily="34" charset="0"/>
              </a:rPr>
              <a:t>“</a:t>
            </a:r>
          </a:p>
        </p:txBody>
      </p:sp>
      <p:sp>
        <p:nvSpPr>
          <p:cNvPr id="23" name="Text Placeholder 3">
            <a:extLst>
              <a:ext uri="{FF2B5EF4-FFF2-40B4-BE49-F238E27FC236}">
                <a16:creationId xmlns:a16="http://schemas.microsoft.com/office/drawing/2014/main" id="{DC05BC9E-7018-4B3E-9A75-6321A7D8A510}"/>
              </a:ext>
            </a:extLst>
          </p:cNvPr>
          <p:cNvSpPr txBox="1">
            <a:spLocks/>
          </p:cNvSpPr>
          <p:nvPr/>
        </p:nvSpPr>
        <p:spPr>
          <a:xfrm>
            <a:off x="7254638" y="834414"/>
            <a:ext cx="1325494" cy="2006178"/>
          </a:xfrm>
          <a:prstGeom prst="rect">
            <a:avLst/>
          </a:prstGeom>
        </p:spPr>
        <p:txBody>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r>
              <a:rPr lang="en-US" sz="18000" kern="0">
                <a:solidFill>
                  <a:schemeClr val="bg1">
                    <a:lumMod val="75000"/>
                  </a:schemeClr>
                </a:solidFill>
                <a:latin typeface="Arial Nova" panose="020B0504020202020204" pitchFamily="34" charset="0"/>
              </a:rPr>
              <a:t>”</a:t>
            </a:r>
          </a:p>
        </p:txBody>
      </p:sp>
    </p:spTree>
    <p:extLst>
      <p:ext uri="{BB962C8B-B14F-4D97-AF65-F5344CB8AC3E}">
        <p14:creationId xmlns:p14="http://schemas.microsoft.com/office/powerpoint/2010/main" val="15793230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4BF771C-6135-4C48-AA73-7CBC9572DB0B}"/>
              </a:ext>
            </a:extLst>
          </p:cNvPr>
          <p:cNvSpPr/>
          <p:nvPr/>
        </p:nvSpPr>
        <p:spPr>
          <a:xfrm>
            <a:off x="1" y="893"/>
            <a:ext cx="12196474" cy="6856214"/>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t" anchorCtr="0" forceAA="0" compatLnSpc="1">
            <a:prstTxWarp prst="textNoShape">
              <a:avLst/>
            </a:prstTxWarp>
            <a:noAutofit/>
          </a:bodyPr>
          <a:lstStyle/>
          <a:p>
            <a:pPr algn="ctr">
              <a:lnSpc>
                <a:spcPct val="110000"/>
              </a:lnSpc>
              <a:spcAft>
                <a:spcPts val="900"/>
              </a:spcAft>
            </a:pPr>
            <a:endParaRPr lang="en-US" sz="1999" spc="40">
              <a:solidFill>
                <a:srgbClr val="000000"/>
              </a:solidFill>
              <a:latin typeface="Arial" charset="0"/>
            </a:endParaRPr>
          </a:p>
        </p:txBody>
      </p:sp>
      <p:sp>
        <p:nvSpPr>
          <p:cNvPr id="9" name="Rectangle 75">
            <a:extLst>
              <a:ext uri="{FF2B5EF4-FFF2-40B4-BE49-F238E27FC236}">
                <a16:creationId xmlns:a16="http://schemas.microsoft.com/office/drawing/2014/main" id="{0E62F7C1-E850-490F-8ADC-69B29EB8865C}"/>
              </a:ext>
            </a:extLst>
          </p:cNvPr>
          <p:cNvSpPr/>
          <p:nvPr/>
        </p:nvSpPr>
        <p:spPr>
          <a:xfrm>
            <a:off x="5525511" y="577208"/>
            <a:ext cx="5058387" cy="6291184"/>
          </a:xfrm>
          <a:custGeom>
            <a:avLst/>
            <a:gdLst>
              <a:gd name="connsiteX0" fmla="*/ 0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0 w 5006146"/>
              <a:gd name="connsiteY4" fmla="*/ 0 h 6432884"/>
              <a:gd name="connsiteX0" fmla="*/ 1868557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1868557 w 5006146"/>
              <a:gd name="connsiteY4" fmla="*/ 0 h 6432884"/>
              <a:gd name="connsiteX0" fmla="*/ 4823792 w 7961381"/>
              <a:gd name="connsiteY0" fmla="*/ 0 h 6432884"/>
              <a:gd name="connsiteX1" fmla="*/ 7961381 w 7961381"/>
              <a:gd name="connsiteY1" fmla="*/ 0 h 6432884"/>
              <a:gd name="connsiteX2" fmla="*/ 7961381 w 7961381"/>
              <a:gd name="connsiteY2" fmla="*/ 6432884 h 6432884"/>
              <a:gd name="connsiteX3" fmla="*/ 0 w 7961381"/>
              <a:gd name="connsiteY3" fmla="*/ 6353371 h 6432884"/>
              <a:gd name="connsiteX4" fmla="*/ 4823792 w 7961381"/>
              <a:gd name="connsiteY4" fmla="*/ 0 h 6432884"/>
              <a:gd name="connsiteX0" fmla="*/ 5049079 w 8186668"/>
              <a:gd name="connsiteY0" fmla="*/ 0 h 6432884"/>
              <a:gd name="connsiteX1" fmla="*/ 8186668 w 8186668"/>
              <a:gd name="connsiteY1" fmla="*/ 0 h 6432884"/>
              <a:gd name="connsiteX2" fmla="*/ 8186668 w 8186668"/>
              <a:gd name="connsiteY2" fmla="*/ 6432884 h 6432884"/>
              <a:gd name="connsiteX3" fmla="*/ 0 w 8186668"/>
              <a:gd name="connsiteY3" fmla="*/ 6379876 h 6432884"/>
              <a:gd name="connsiteX4" fmla="*/ 5049079 w 8186668"/>
              <a:gd name="connsiteY4" fmla="*/ 0 h 6432884"/>
              <a:gd name="connsiteX0" fmla="*/ 5102088 w 8239677"/>
              <a:gd name="connsiteY0" fmla="*/ 0 h 6432884"/>
              <a:gd name="connsiteX1" fmla="*/ 8239677 w 8239677"/>
              <a:gd name="connsiteY1" fmla="*/ 0 h 6432884"/>
              <a:gd name="connsiteX2" fmla="*/ 8239677 w 8239677"/>
              <a:gd name="connsiteY2" fmla="*/ 6432884 h 6432884"/>
              <a:gd name="connsiteX3" fmla="*/ 0 w 8239677"/>
              <a:gd name="connsiteY3" fmla="*/ 6393128 h 6432884"/>
              <a:gd name="connsiteX4" fmla="*/ 5102088 w 8239677"/>
              <a:gd name="connsiteY4" fmla="*/ 0 h 6432884"/>
              <a:gd name="connsiteX0" fmla="*/ 5102088 w 8239677"/>
              <a:gd name="connsiteY0" fmla="*/ 0 h 6418433"/>
              <a:gd name="connsiteX1" fmla="*/ 8239677 w 8239677"/>
              <a:gd name="connsiteY1" fmla="*/ 0 h 6418433"/>
              <a:gd name="connsiteX2" fmla="*/ 363933 w 8239677"/>
              <a:gd name="connsiteY2" fmla="*/ 6418433 h 6418433"/>
              <a:gd name="connsiteX3" fmla="*/ 0 w 8239677"/>
              <a:gd name="connsiteY3" fmla="*/ 6393128 h 6418433"/>
              <a:gd name="connsiteX4" fmla="*/ 5102088 w 8239677"/>
              <a:gd name="connsiteY4" fmla="*/ 0 h 6418433"/>
              <a:gd name="connsiteX0" fmla="*/ 5102088 w 5479554"/>
              <a:gd name="connsiteY0" fmla="*/ 0 h 6418433"/>
              <a:gd name="connsiteX1" fmla="*/ 5479554 w 5479554"/>
              <a:gd name="connsiteY1" fmla="*/ 14451 h 6418433"/>
              <a:gd name="connsiteX2" fmla="*/ 363933 w 5479554"/>
              <a:gd name="connsiteY2" fmla="*/ 6418433 h 6418433"/>
              <a:gd name="connsiteX3" fmla="*/ 0 w 5479554"/>
              <a:gd name="connsiteY3" fmla="*/ 6393128 h 6418433"/>
              <a:gd name="connsiteX4" fmla="*/ 5102088 w 5479554"/>
              <a:gd name="connsiteY4" fmla="*/ 0 h 6418433"/>
              <a:gd name="connsiteX0" fmla="*/ 5120384 w 5497850"/>
              <a:gd name="connsiteY0" fmla="*/ 0 h 6448015"/>
              <a:gd name="connsiteX1" fmla="*/ 5497850 w 5497850"/>
              <a:gd name="connsiteY1" fmla="*/ 14451 h 6448015"/>
              <a:gd name="connsiteX2" fmla="*/ 382229 w 5497850"/>
              <a:gd name="connsiteY2" fmla="*/ 6418433 h 6448015"/>
              <a:gd name="connsiteX3" fmla="*/ 0 w 5497850"/>
              <a:gd name="connsiteY3" fmla="*/ 6448015 h 6448015"/>
              <a:gd name="connsiteX4" fmla="*/ 5120384 w 5497850"/>
              <a:gd name="connsiteY4" fmla="*/ 0 h 6448015"/>
              <a:gd name="connsiteX0" fmla="*/ 5120384 w 5497850"/>
              <a:gd name="connsiteY0" fmla="*/ 0 h 6448015"/>
              <a:gd name="connsiteX1" fmla="*/ 5497850 w 5497850"/>
              <a:gd name="connsiteY1" fmla="*/ 14451 h 6448015"/>
              <a:gd name="connsiteX2" fmla="*/ 418820 w 5497850"/>
              <a:gd name="connsiteY2" fmla="*/ 6436729 h 6448015"/>
              <a:gd name="connsiteX3" fmla="*/ 0 w 5497850"/>
              <a:gd name="connsiteY3" fmla="*/ 6448015 h 6448015"/>
              <a:gd name="connsiteX4" fmla="*/ 5120384 w 5497850"/>
              <a:gd name="connsiteY4" fmla="*/ 0 h 6448015"/>
              <a:gd name="connsiteX0" fmla="*/ 5129532 w 5506998"/>
              <a:gd name="connsiteY0" fmla="*/ 0 h 6438867"/>
              <a:gd name="connsiteX1" fmla="*/ 5506998 w 5506998"/>
              <a:gd name="connsiteY1" fmla="*/ 14451 h 6438867"/>
              <a:gd name="connsiteX2" fmla="*/ 427968 w 5506998"/>
              <a:gd name="connsiteY2" fmla="*/ 6436729 h 6438867"/>
              <a:gd name="connsiteX3" fmla="*/ 0 w 5506998"/>
              <a:gd name="connsiteY3" fmla="*/ 6438867 h 6438867"/>
              <a:gd name="connsiteX4" fmla="*/ 5129532 w 5506998"/>
              <a:gd name="connsiteY4" fmla="*/ 0 h 6438867"/>
              <a:gd name="connsiteX0" fmla="*/ 5129532 w 5506998"/>
              <a:gd name="connsiteY0" fmla="*/ 0 h 6438867"/>
              <a:gd name="connsiteX1" fmla="*/ 5506998 w 5506998"/>
              <a:gd name="connsiteY1" fmla="*/ 14451 h 6438867"/>
              <a:gd name="connsiteX2" fmla="*/ 427968 w 5506998"/>
              <a:gd name="connsiteY2" fmla="*/ 6436729 h 6438867"/>
              <a:gd name="connsiteX3" fmla="*/ 0 w 5506998"/>
              <a:gd name="connsiteY3" fmla="*/ 6438867 h 6438867"/>
              <a:gd name="connsiteX4" fmla="*/ 5129532 w 5506998"/>
              <a:gd name="connsiteY4" fmla="*/ 0 h 6438867"/>
              <a:gd name="connsiteX0" fmla="*/ 5129532 w 5517385"/>
              <a:gd name="connsiteY0" fmla="*/ 0 h 6438867"/>
              <a:gd name="connsiteX1" fmla="*/ 5517385 w 5517385"/>
              <a:gd name="connsiteY1" fmla="*/ 4705 h 6438867"/>
              <a:gd name="connsiteX2" fmla="*/ 427968 w 5517385"/>
              <a:gd name="connsiteY2" fmla="*/ 6436729 h 6438867"/>
              <a:gd name="connsiteX3" fmla="*/ 0 w 5517385"/>
              <a:gd name="connsiteY3" fmla="*/ 6438867 h 6438867"/>
              <a:gd name="connsiteX4" fmla="*/ 5129532 w 5517385"/>
              <a:gd name="connsiteY4" fmla="*/ 0 h 643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7385" h="6438867">
                <a:moveTo>
                  <a:pt x="5129532" y="0"/>
                </a:moveTo>
                <a:lnTo>
                  <a:pt x="5517385" y="4705"/>
                </a:lnTo>
                <a:lnTo>
                  <a:pt x="427968" y="6436729"/>
                </a:lnTo>
                <a:lnTo>
                  <a:pt x="0" y="6438867"/>
                </a:lnTo>
                <a:lnTo>
                  <a:pt x="5129532" y="0"/>
                </a:lnTo>
                <a:close/>
              </a:path>
            </a:pathLst>
          </a:custGeom>
          <a:solidFill>
            <a:schemeClr val="tx1">
              <a:alpha val="2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ctr" anchorCtr="0" forceAA="0" compatLnSpc="1">
            <a:prstTxWarp prst="textNoShape">
              <a:avLst/>
            </a:prstTxWarp>
            <a:noAutofit/>
          </a:bodyPr>
          <a:lstStyle/>
          <a:p>
            <a:pPr marL="2921711" algn="ctr">
              <a:lnSpc>
                <a:spcPct val="110000"/>
              </a:lnSpc>
              <a:spcAft>
                <a:spcPts val="900"/>
              </a:spcAft>
            </a:pPr>
            <a:endParaRPr lang="en-US" sz="5998" spc="40">
              <a:solidFill>
                <a:schemeClr val="bg1"/>
              </a:solidFill>
              <a:latin typeface="Arial" charset="0"/>
            </a:endParaRPr>
          </a:p>
        </p:txBody>
      </p:sp>
      <p:sp>
        <p:nvSpPr>
          <p:cNvPr id="10" name="Rectangle 75">
            <a:extLst>
              <a:ext uri="{FF2B5EF4-FFF2-40B4-BE49-F238E27FC236}">
                <a16:creationId xmlns:a16="http://schemas.microsoft.com/office/drawing/2014/main" id="{84D232F2-2D8F-45C0-B312-28FD042D0FE1}"/>
              </a:ext>
            </a:extLst>
          </p:cNvPr>
          <p:cNvSpPr/>
          <p:nvPr/>
        </p:nvSpPr>
        <p:spPr>
          <a:xfrm>
            <a:off x="5923956" y="316"/>
            <a:ext cx="6282787" cy="6856792"/>
          </a:xfrm>
          <a:custGeom>
            <a:avLst/>
            <a:gdLst>
              <a:gd name="connsiteX0" fmla="*/ 0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0 w 5006146"/>
              <a:gd name="connsiteY4" fmla="*/ 0 h 6432884"/>
              <a:gd name="connsiteX0" fmla="*/ 1868557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1868557 w 5006146"/>
              <a:gd name="connsiteY4" fmla="*/ 0 h 6432884"/>
              <a:gd name="connsiteX0" fmla="*/ 4823792 w 7961381"/>
              <a:gd name="connsiteY0" fmla="*/ 0 h 6432884"/>
              <a:gd name="connsiteX1" fmla="*/ 7961381 w 7961381"/>
              <a:gd name="connsiteY1" fmla="*/ 0 h 6432884"/>
              <a:gd name="connsiteX2" fmla="*/ 7961381 w 7961381"/>
              <a:gd name="connsiteY2" fmla="*/ 6432884 h 6432884"/>
              <a:gd name="connsiteX3" fmla="*/ 0 w 7961381"/>
              <a:gd name="connsiteY3" fmla="*/ 6353371 h 6432884"/>
              <a:gd name="connsiteX4" fmla="*/ 4823792 w 7961381"/>
              <a:gd name="connsiteY4" fmla="*/ 0 h 6432884"/>
              <a:gd name="connsiteX0" fmla="*/ 5049079 w 8186668"/>
              <a:gd name="connsiteY0" fmla="*/ 0 h 6432884"/>
              <a:gd name="connsiteX1" fmla="*/ 8186668 w 8186668"/>
              <a:gd name="connsiteY1" fmla="*/ 0 h 6432884"/>
              <a:gd name="connsiteX2" fmla="*/ 8186668 w 8186668"/>
              <a:gd name="connsiteY2" fmla="*/ 6432884 h 6432884"/>
              <a:gd name="connsiteX3" fmla="*/ 0 w 8186668"/>
              <a:gd name="connsiteY3" fmla="*/ 6379876 h 6432884"/>
              <a:gd name="connsiteX4" fmla="*/ 5049079 w 8186668"/>
              <a:gd name="connsiteY4" fmla="*/ 0 h 6432884"/>
              <a:gd name="connsiteX0" fmla="*/ 5102088 w 8239677"/>
              <a:gd name="connsiteY0" fmla="*/ 0 h 6432884"/>
              <a:gd name="connsiteX1" fmla="*/ 8239677 w 8239677"/>
              <a:gd name="connsiteY1" fmla="*/ 0 h 6432884"/>
              <a:gd name="connsiteX2" fmla="*/ 8239677 w 8239677"/>
              <a:gd name="connsiteY2" fmla="*/ 6432884 h 6432884"/>
              <a:gd name="connsiteX3" fmla="*/ 0 w 8239677"/>
              <a:gd name="connsiteY3" fmla="*/ 6393128 h 6432884"/>
              <a:gd name="connsiteX4" fmla="*/ 5102088 w 8239677"/>
              <a:gd name="connsiteY4" fmla="*/ 0 h 6432884"/>
              <a:gd name="connsiteX0" fmla="*/ 5093699 w 8231288"/>
              <a:gd name="connsiteY0" fmla="*/ 0 h 6435073"/>
              <a:gd name="connsiteX1" fmla="*/ 8231288 w 8231288"/>
              <a:gd name="connsiteY1" fmla="*/ 0 h 6435073"/>
              <a:gd name="connsiteX2" fmla="*/ 8231288 w 8231288"/>
              <a:gd name="connsiteY2" fmla="*/ 6432884 h 6435073"/>
              <a:gd name="connsiteX3" fmla="*/ 0 w 8231288"/>
              <a:gd name="connsiteY3" fmla="*/ 6435073 h 6435073"/>
              <a:gd name="connsiteX4" fmla="*/ 5093699 w 8231288"/>
              <a:gd name="connsiteY4" fmla="*/ 0 h 6435073"/>
              <a:gd name="connsiteX0" fmla="*/ 5093699 w 8231288"/>
              <a:gd name="connsiteY0" fmla="*/ 0 h 6435073"/>
              <a:gd name="connsiteX1" fmla="*/ 6242067 w 8231288"/>
              <a:gd name="connsiteY1" fmla="*/ 0 h 6435073"/>
              <a:gd name="connsiteX2" fmla="*/ 8231288 w 8231288"/>
              <a:gd name="connsiteY2" fmla="*/ 6432884 h 6435073"/>
              <a:gd name="connsiteX3" fmla="*/ 0 w 8231288"/>
              <a:gd name="connsiteY3" fmla="*/ 6435073 h 6435073"/>
              <a:gd name="connsiteX4" fmla="*/ 5093699 w 8231288"/>
              <a:gd name="connsiteY4" fmla="*/ 0 h 6435073"/>
              <a:gd name="connsiteX0" fmla="*/ 5093699 w 6274151"/>
              <a:gd name="connsiteY0" fmla="*/ 0 h 6435073"/>
              <a:gd name="connsiteX1" fmla="*/ 6242067 w 6274151"/>
              <a:gd name="connsiteY1" fmla="*/ 0 h 6435073"/>
              <a:gd name="connsiteX2" fmla="*/ 6274151 w 6274151"/>
              <a:gd name="connsiteY2" fmla="*/ 6432884 h 6435073"/>
              <a:gd name="connsiteX3" fmla="*/ 0 w 6274151"/>
              <a:gd name="connsiteY3" fmla="*/ 6435073 h 6435073"/>
              <a:gd name="connsiteX4" fmla="*/ 5093699 w 6274151"/>
              <a:gd name="connsiteY4" fmla="*/ 0 h 6435073"/>
              <a:gd name="connsiteX0" fmla="*/ 5093699 w 6274151"/>
              <a:gd name="connsiteY0" fmla="*/ 0 h 6435073"/>
              <a:gd name="connsiteX1" fmla="*/ 6258109 w 6274151"/>
              <a:gd name="connsiteY1" fmla="*/ 16042 h 6435073"/>
              <a:gd name="connsiteX2" fmla="*/ 6274151 w 6274151"/>
              <a:gd name="connsiteY2" fmla="*/ 6432884 h 6435073"/>
              <a:gd name="connsiteX3" fmla="*/ 0 w 6274151"/>
              <a:gd name="connsiteY3" fmla="*/ 6435073 h 6435073"/>
              <a:gd name="connsiteX4" fmla="*/ 5093699 w 6274151"/>
              <a:gd name="connsiteY4" fmla="*/ 0 h 6435073"/>
              <a:gd name="connsiteX0" fmla="*/ 5093699 w 6284424"/>
              <a:gd name="connsiteY0" fmla="*/ 542 h 6435615"/>
              <a:gd name="connsiteX1" fmla="*/ 6283509 w 6284424"/>
              <a:gd name="connsiteY1" fmla="*/ 1688 h 6435615"/>
              <a:gd name="connsiteX2" fmla="*/ 6274151 w 6284424"/>
              <a:gd name="connsiteY2" fmla="*/ 6433426 h 6435615"/>
              <a:gd name="connsiteX3" fmla="*/ 0 w 6284424"/>
              <a:gd name="connsiteY3" fmla="*/ 6435615 h 6435615"/>
              <a:gd name="connsiteX4" fmla="*/ 5093699 w 6284424"/>
              <a:gd name="connsiteY4" fmla="*/ 542 h 6435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84424" h="6435615">
                <a:moveTo>
                  <a:pt x="5093699" y="542"/>
                </a:moveTo>
                <a:cubicBezTo>
                  <a:pt x="5481836" y="5889"/>
                  <a:pt x="5895372" y="-3659"/>
                  <a:pt x="6283509" y="1688"/>
                </a:cubicBezTo>
                <a:cubicBezTo>
                  <a:pt x="6288856" y="2140635"/>
                  <a:pt x="6268804" y="4294479"/>
                  <a:pt x="6274151" y="6433426"/>
                </a:cubicBezTo>
                <a:lnTo>
                  <a:pt x="0" y="6435615"/>
                </a:lnTo>
                <a:lnTo>
                  <a:pt x="5093699" y="542"/>
                </a:lnTo>
                <a:close/>
              </a:path>
            </a:pathLst>
          </a:custGeom>
          <a:solidFill>
            <a:schemeClr val="tx1">
              <a:alpha val="3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ctr" anchorCtr="0" forceAA="0" compatLnSpc="1">
            <a:prstTxWarp prst="textNoShape">
              <a:avLst/>
            </a:prstTxWarp>
            <a:noAutofit/>
          </a:bodyPr>
          <a:lstStyle/>
          <a:p>
            <a:pPr marL="2921711" algn="ctr">
              <a:lnSpc>
                <a:spcPct val="110000"/>
              </a:lnSpc>
              <a:spcAft>
                <a:spcPts val="900"/>
              </a:spcAft>
            </a:pPr>
            <a:endParaRPr lang="en-US" sz="5998" spc="40">
              <a:solidFill>
                <a:schemeClr val="bg1"/>
              </a:solidFill>
              <a:latin typeface="Arial" charset="0"/>
            </a:endParaRPr>
          </a:p>
        </p:txBody>
      </p:sp>
      <p:sp>
        <p:nvSpPr>
          <p:cNvPr id="6" name="Title 1">
            <a:extLst>
              <a:ext uri="{FF2B5EF4-FFF2-40B4-BE49-F238E27FC236}">
                <a16:creationId xmlns:a16="http://schemas.microsoft.com/office/drawing/2014/main" id="{919F9C14-1333-4FA0-B627-256705CEBADC}"/>
              </a:ext>
            </a:extLst>
          </p:cNvPr>
          <p:cNvSpPr txBox="1">
            <a:spLocks/>
          </p:cNvSpPr>
          <p:nvPr/>
        </p:nvSpPr>
        <p:spPr>
          <a:xfrm>
            <a:off x="736840" y="452673"/>
            <a:ext cx="6861172" cy="498475"/>
          </a:xfrm>
          <a:prstGeom prst="rect">
            <a:avLst/>
          </a:prstGeom>
        </p:spPr>
        <p:txBody>
          <a:bodyPr/>
          <a:lstStyle>
            <a:lvl1pPr algn="l" rtl="0" eaLnBrk="1" fontAlgn="base" hangingPunct="1">
              <a:lnSpc>
                <a:spcPts val="32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r>
              <a:rPr lang="en-US" kern="0"/>
              <a:t>Efficiency</a:t>
            </a:r>
          </a:p>
        </p:txBody>
      </p:sp>
      <p:sp>
        <p:nvSpPr>
          <p:cNvPr id="7" name="Oval 6">
            <a:extLst>
              <a:ext uri="{FF2B5EF4-FFF2-40B4-BE49-F238E27FC236}">
                <a16:creationId xmlns:a16="http://schemas.microsoft.com/office/drawing/2014/main" id="{FA434762-D3B4-4C1E-BEEC-18034B0DA070}"/>
              </a:ext>
            </a:extLst>
          </p:cNvPr>
          <p:cNvSpPr/>
          <p:nvPr/>
        </p:nvSpPr>
        <p:spPr>
          <a:xfrm>
            <a:off x="9285671" y="3360214"/>
            <a:ext cx="2011680" cy="2011680"/>
          </a:xfrm>
          <a:prstGeom prst="ellipse">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pPr algn="ctr">
              <a:lnSpc>
                <a:spcPct val="110000"/>
              </a:lnSpc>
              <a:spcAft>
                <a:spcPts val="900"/>
              </a:spcAft>
            </a:pPr>
            <a:endParaRPr lang="en-US" sz="1400" b="0" spc="40">
              <a:solidFill>
                <a:schemeClr val="tx1">
                  <a:lumMod val="75000"/>
                  <a:lumOff val="25000"/>
                </a:schemeClr>
              </a:solidFill>
              <a:latin typeface="Arial Narrow" panose="020B0606020202030204" pitchFamily="34" charset="0"/>
            </a:endParaRPr>
          </a:p>
        </p:txBody>
      </p:sp>
      <p:sp>
        <p:nvSpPr>
          <p:cNvPr id="11" name="Oval 10">
            <a:extLst>
              <a:ext uri="{FF2B5EF4-FFF2-40B4-BE49-F238E27FC236}">
                <a16:creationId xmlns:a16="http://schemas.microsoft.com/office/drawing/2014/main" id="{B07754A3-B98C-4C0F-A92B-1F2716D6C57A}"/>
              </a:ext>
            </a:extLst>
          </p:cNvPr>
          <p:cNvSpPr/>
          <p:nvPr/>
        </p:nvSpPr>
        <p:spPr>
          <a:xfrm>
            <a:off x="8266499" y="4615855"/>
            <a:ext cx="1188720" cy="1188720"/>
          </a:xfrm>
          <a:prstGeom prst="ellipse">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pPr algn="ctr">
              <a:lnSpc>
                <a:spcPct val="110000"/>
              </a:lnSpc>
              <a:spcAft>
                <a:spcPts val="900"/>
              </a:spcAft>
            </a:pPr>
            <a:endParaRPr lang="en-US" sz="900" b="0" spc="40">
              <a:solidFill>
                <a:schemeClr val="tx1">
                  <a:lumMod val="75000"/>
                  <a:lumOff val="25000"/>
                </a:schemeClr>
              </a:solidFill>
              <a:latin typeface="Arial Narrow" panose="020B0606020202030204" pitchFamily="34" charset="0"/>
            </a:endParaRPr>
          </a:p>
        </p:txBody>
      </p:sp>
      <p:sp>
        <p:nvSpPr>
          <p:cNvPr id="12" name="TextBox 11">
            <a:extLst>
              <a:ext uri="{FF2B5EF4-FFF2-40B4-BE49-F238E27FC236}">
                <a16:creationId xmlns:a16="http://schemas.microsoft.com/office/drawing/2014/main" id="{5DF6E9EE-18AC-48DD-B4FE-0CE0845F7C0F}"/>
              </a:ext>
            </a:extLst>
          </p:cNvPr>
          <p:cNvSpPr txBox="1"/>
          <p:nvPr/>
        </p:nvSpPr>
        <p:spPr>
          <a:xfrm>
            <a:off x="9285670" y="3360213"/>
            <a:ext cx="2011680" cy="2006177"/>
          </a:xfrm>
          <a:prstGeom prst="rect">
            <a:avLst/>
          </a:prstGeom>
          <a:noFill/>
        </p:spPr>
        <p:txBody>
          <a:bodyPr wrap="none" lIns="0" tIns="0" rIns="0" bIns="0" rtlCol="0" anchor="ctr">
            <a:noAutofit/>
          </a:bodyPr>
          <a:lstStyle/>
          <a:p>
            <a:pPr algn="ctr">
              <a:lnSpc>
                <a:spcPct val="110000"/>
              </a:lnSpc>
              <a:spcAft>
                <a:spcPts val="900"/>
              </a:spcAft>
            </a:pPr>
            <a:r>
              <a:rPr lang="en-US" sz="2000" b="0" spc="40">
                <a:solidFill>
                  <a:schemeClr val="tx1">
                    <a:lumMod val="50000"/>
                    <a:lumOff val="50000"/>
                  </a:schemeClr>
                </a:solidFill>
                <a:latin typeface="Arial Narrow" panose="020B0606020202030204" pitchFamily="34" charset="0"/>
              </a:rPr>
              <a:t>Notes</a:t>
            </a:r>
            <a:br>
              <a:rPr lang="en-US" sz="2000" b="0" spc="40">
                <a:solidFill>
                  <a:schemeClr val="tx1">
                    <a:lumMod val="50000"/>
                    <a:lumOff val="50000"/>
                  </a:schemeClr>
                </a:solidFill>
                <a:latin typeface="Arial Narrow" panose="020B0606020202030204" pitchFamily="34" charset="0"/>
              </a:rPr>
            </a:br>
            <a:r>
              <a:rPr lang="en-US" sz="1600" b="0" spc="40">
                <a:solidFill>
                  <a:schemeClr val="tx1">
                    <a:lumMod val="50000"/>
                    <a:lumOff val="50000"/>
                  </a:schemeClr>
                </a:solidFill>
                <a:latin typeface="Arial Narrow" panose="020B0606020202030204" pitchFamily="34" charset="0"/>
              </a:rPr>
              <a:t>(16)</a:t>
            </a:r>
            <a:endParaRPr lang="en-US" sz="2000" b="0" spc="40">
              <a:solidFill>
                <a:schemeClr val="tx1">
                  <a:lumMod val="50000"/>
                  <a:lumOff val="50000"/>
                </a:schemeClr>
              </a:solidFill>
              <a:latin typeface="Arial Narrow" panose="020B0606020202030204" pitchFamily="34" charset="0"/>
            </a:endParaRPr>
          </a:p>
        </p:txBody>
      </p:sp>
      <p:sp>
        <p:nvSpPr>
          <p:cNvPr id="13" name="TextBox 12">
            <a:extLst>
              <a:ext uri="{FF2B5EF4-FFF2-40B4-BE49-F238E27FC236}">
                <a16:creationId xmlns:a16="http://schemas.microsoft.com/office/drawing/2014/main" id="{EA5CA859-7264-44BC-BFF7-3CD08FCC6FCD}"/>
              </a:ext>
            </a:extLst>
          </p:cNvPr>
          <p:cNvSpPr txBox="1"/>
          <p:nvPr/>
        </p:nvSpPr>
        <p:spPr>
          <a:xfrm>
            <a:off x="8266499" y="4615854"/>
            <a:ext cx="1188720" cy="1188721"/>
          </a:xfrm>
          <a:prstGeom prst="rect">
            <a:avLst/>
          </a:prstGeom>
          <a:noFill/>
        </p:spPr>
        <p:txBody>
          <a:bodyPr wrap="none" lIns="0" tIns="0" rIns="0" bIns="0" rtlCol="0" anchor="ctr">
            <a:noAutofit/>
          </a:bodyPr>
          <a:lstStyle/>
          <a:p>
            <a:pPr algn="ctr">
              <a:lnSpc>
                <a:spcPct val="110000"/>
              </a:lnSpc>
              <a:spcAft>
                <a:spcPts val="900"/>
              </a:spcAft>
            </a:pPr>
            <a:r>
              <a:rPr lang="en-US" b="0" spc="40">
                <a:solidFill>
                  <a:schemeClr val="tx1">
                    <a:lumMod val="50000"/>
                    <a:lumOff val="50000"/>
                  </a:schemeClr>
                </a:solidFill>
                <a:latin typeface="Arial Narrow" panose="020B0606020202030204" pitchFamily="34" charset="0"/>
              </a:rPr>
              <a:t>Usability</a:t>
            </a:r>
            <a:br>
              <a:rPr lang="en-US" b="0" spc="40">
                <a:solidFill>
                  <a:schemeClr val="tx1">
                    <a:lumMod val="50000"/>
                    <a:lumOff val="50000"/>
                  </a:schemeClr>
                </a:solidFill>
                <a:latin typeface="Arial Narrow" panose="020B0606020202030204" pitchFamily="34" charset="0"/>
              </a:rPr>
            </a:br>
            <a:r>
              <a:rPr lang="en-US" sz="1400" b="0" spc="40">
                <a:solidFill>
                  <a:schemeClr val="tx1">
                    <a:lumMod val="50000"/>
                    <a:lumOff val="50000"/>
                  </a:schemeClr>
                </a:solidFill>
                <a:latin typeface="Arial Narrow" panose="020B0606020202030204" pitchFamily="34" charset="0"/>
              </a:rPr>
              <a:t>(6)</a:t>
            </a:r>
            <a:endParaRPr lang="en-US" b="0" spc="40">
              <a:solidFill>
                <a:schemeClr val="tx1">
                  <a:lumMod val="50000"/>
                  <a:lumOff val="50000"/>
                </a:schemeClr>
              </a:solidFill>
              <a:latin typeface="Arial Narrow" panose="020B0606020202030204" pitchFamily="34" charset="0"/>
            </a:endParaRPr>
          </a:p>
        </p:txBody>
      </p:sp>
      <p:sp>
        <p:nvSpPr>
          <p:cNvPr id="14" name="Oval 13">
            <a:extLst>
              <a:ext uri="{FF2B5EF4-FFF2-40B4-BE49-F238E27FC236}">
                <a16:creationId xmlns:a16="http://schemas.microsoft.com/office/drawing/2014/main" id="{E6AB2A0D-4DF6-45DB-BB7B-D8885FC33EBA}"/>
              </a:ext>
            </a:extLst>
          </p:cNvPr>
          <p:cNvSpPr/>
          <p:nvPr/>
        </p:nvSpPr>
        <p:spPr>
          <a:xfrm>
            <a:off x="9323222" y="5366392"/>
            <a:ext cx="914400" cy="914400"/>
          </a:xfrm>
          <a:prstGeom prst="ellipse">
            <a:avLst/>
          </a:prstGeom>
          <a:solidFill>
            <a:schemeClr val="accent4">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pPr algn="ctr">
              <a:lnSpc>
                <a:spcPct val="110000"/>
              </a:lnSpc>
              <a:spcAft>
                <a:spcPts val="900"/>
              </a:spcAft>
            </a:pPr>
            <a:endParaRPr lang="en-US" sz="900" b="0" spc="40">
              <a:solidFill>
                <a:schemeClr val="tx1">
                  <a:lumMod val="75000"/>
                  <a:lumOff val="25000"/>
                </a:schemeClr>
              </a:solidFill>
              <a:latin typeface="Arial Narrow" panose="020B0606020202030204" pitchFamily="34" charset="0"/>
            </a:endParaRPr>
          </a:p>
        </p:txBody>
      </p:sp>
      <p:sp>
        <p:nvSpPr>
          <p:cNvPr id="15" name="TextBox 14">
            <a:extLst>
              <a:ext uri="{FF2B5EF4-FFF2-40B4-BE49-F238E27FC236}">
                <a16:creationId xmlns:a16="http://schemas.microsoft.com/office/drawing/2014/main" id="{4F1B3044-E6C0-4E08-B993-2432008F7303}"/>
              </a:ext>
            </a:extLst>
          </p:cNvPr>
          <p:cNvSpPr txBox="1"/>
          <p:nvPr/>
        </p:nvSpPr>
        <p:spPr>
          <a:xfrm>
            <a:off x="9323221" y="5366392"/>
            <a:ext cx="914399" cy="914400"/>
          </a:xfrm>
          <a:prstGeom prst="rect">
            <a:avLst/>
          </a:prstGeom>
          <a:noFill/>
        </p:spPr>
        <p:txBody>
          <a:bodyPr wrap="none" lIns="0" tIns="0" rIns="0" bIns="0" rtlCol="0" anchor="ctr">
            <a:noAutofit/>
          </a:bodyPr>
          <a:lstStyle/>
          <a:p>
            <a:pPr algn="ctr">
              <a:lnSpc>
                <a:spcPct val="110000"/>
              </a:lnSpc>
              <a:spcAft>
                <a:spcPts val="900"/>
              </a:spcAft>
            </a:pPr>
            <a:r>
              <a:rPr lang="en-US" sz="1200" b="0" spc="40">
                <a:solidFill>
                  <a:schemeClr val="tx1">
                    <a:lumMod val="75000"/>
                    <a:lumOff val="25000"/>
                  </a:schemeClr>
                </a:solidFill>
                <a:latin typeface="Arial Narrow" panose="020B0606020202030204" pitchFamily="34" charset="0"/>
              </a:rPr>
              <a:t>Efficiency</a:t>
            </a:r>
            <a:br>
              <a:rPr lang="en-US" sz="1200" b="0" spc="40">
                <a:solidFill>
                  <a:schemeClr val="tx1">
                    <a:lumMod val="75000"/>
                    <a:lumOff val="25000"/>
                  </a:schemeClr>
                </a:solidFill>
                <a:latin typeface="Arial Narrow" panose="020B0606020202030204" pitchFamily="34" charset="0"/>
              </a:rPr>
            </a:br>
            <a:r>
              <a:rPr lang="en-US" sz="1050" b="0" spc="40">
                <a:solidFill>
                  <a:schemeClr val="tx1">
                    <a:lumMod val="75000"/>
                    <a:lumOff val="25000"/>
                  </a:schemeClr>
                </a:solidFill>
                <a:latin typeface="Arial Narrow" panose="020B0606020202030204" pitchFamily="34" charset="0"/>
              </a:rPr>
              <a:t>(5)</a:t>
            </a:r>
            <a:endParaRPr lang="en-US" sz="1200" b="0" spc="40">
              <a:solidFill>
                <a:schemeClr val="tx1">
                  <a:lumMod val="75000"/>
                  <a:lumOff val="25000"/>
                </a:schemeClr>
              </a:solidFill>
              <a:latin typeface="Arial Narrow" panose="020B0606020202030204" pitchFamily="34" charset="0"/>
            </a:endParaRPr>
          </a:p>
        </p:txBody>
      </p:sp>
      <p:sp>
        <p:nvSpPr>
          <p:cNvPr id="16" name="Oval 15">
            <a:extLst>
              <a:ext uri="{FF2B5EF4-FFF2-40B4-BE49-F238E27FC236}">
                <a16:creationId xmlns:a16="http://schemas.microsoft.com/office/drawing/2014/main" id="{E87CC59B-1161-42EE-9B89-3C95127CC4A1}"/>
              </a:ext>
            </a:extLst>
          </p:cNvPr>
          <p:cNvSpPr/>
          <p:nvPr/>
        </p:nvSpPr>
        <p:spPr>
          <a:xfrm>
            <a:off x="10282275" y="5355441"/>
            <a:ext cx="914400" cy="914400"/>
          </a:xfrm>
          <a:prstGeom prst="ellipse">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pPr algn="ctr">
              <a:lnSpc>
                <a:spcPct val="110000"/>
              </a:lnSpc>
              <a:spcAft>
                <a:spcPts val="900"/>
              </a:spcAft>
            </a:pPr>
            <a:endParaRPr lang="en-US" sz="900" b="0" spc="40">
              <a:solidFill>
                <a:schemeClr val="tx1">
                  <a:lumMod val="75000"/>
                  <a:lumOff val="25000"/>
                </a:schemeClr>
              </a:solidFill>
              <a:latin typeface="Arial Narrow" panose="020B0606020202030204" pitchFamily="34" charset="0"/>
            </a:endParaRPr>
          </a:p>
        </p:txBody>
      </p:sp>
      <p:sp>
        <p:nvSpPr>
          <p:cNvPr id="17" name="TextBox 16">
            <a:extLst>
              <a:ext uri="{FF2B5EF4-FFF2-40B4-BE49-F238E27FC236}">
                <a16:creationId xmlns:a16="http://schemas.microsoft.com/office/drawing/2014/main" id="{14F8F8B6-1950-408F-94B6-C30F10CE1D42}"/>
              </a:ext>
            </a:extLst>
          </p:cNvPr>
          <p:cNvSpPr txBox="1"/>
          <p:nvPr/>
        </p:nvSpPr>
        <p:spPr>
          <a:xfrm>
            <a:off x="10282274" y="5366391"/>
            <a:ext cx="914399" cy="903450"/>
          </a:xfrm>
          <a:prstGeom prst="rect">
            <a:avLst/>
          </a:prstGeom>
          <a:noFill/>
        </p:spPr>
        <p:txBody>
          <a:bodyPr wrap="none" lIns="0" tIns="0" rIns="0" bIns="0" rtlCol="0" anchor="ctr">
            <a:noAutofit/>
          </a:bodyPr>
          <a:lstStyle/>
          <a:p>
            <a:pPr algn="ctr">
              <a:lnSpc>
                <a:spcPct val="110000"/>
              </a:lnSpc>
              <a:spcAft>
                <a:spcPts val="900"/>
              </a:spcAft>
            </a:pPr>
            <a:r>
              <a:rPr lang="en-US" sz="1200" b="0" spc="40">
                <a:solidFill>
                  <a:schemeClr val="tx1">
                    <a:lumMod val="50000"/>
                    <a:lumOff val="50000"/>
                  </a:schemeClr>
                </a:solidFill>
                <a:latin typeface="Arial Narrow" panose="020B0606020202030204" pitchFamily="34" charset="0"/>
              </a:rPr>
              <a:t>New Feature</a:t>
            </a:r>
            <a:br>
              <a:rPr lang="en-US" sz="1200" b="0" spc="40">
                <a:solidFill>
                  <a:schemeClr val="tx1">
                    <a:lumMod val="50000"/>
                    <a:lumOff val="50000"/>
                  </a:schemeClr>
                </a:solidFill>
                <a:latin typeface="Arial Narrow" panose="020B0606020202030204" pitchFamily="34" charset="0"/>
              </a:rPr>
            </a:br>
            <a:r>
              <a:rPr lang="en-US" sz="1050" b="0" spc="40">
                <a:solidFill>
                  <a:schemeClr val="tx1">
                    <a:lumMod val="50000"/>
                    <a:lumOff val="50000"/>
                  </a:schemeClr>
                </a:solidFill>
                <a:latin typeface="Arial Narrow" panose="020B0606020202030204" pitchFamily="34" charset="0"/>
              </a:rPr>
              <a:t>(5)</a:t>
            </a:r>
            <a:endParaRPr lang="en-US" sz="1200" b="0" spc="40">
              <a:solidFill>
                <a:schemeClr val="tx1">
                  <a:lumMod val="50000"/>
                  <a:lumOff val="50000"/>
                </a:schemeClr>
              </a:solidFill>
              <a:latin typeface="Arial Narrow" panose="020B0606020202030204" pitchFamily="34" charset="0"/>
            </a:endParaRPr>
          </a:p>
        </p:txBody>
      </p:sp>
      <p:sp>
        <p:nvSpPr>
          <p:cNvPr id="18" name="Oval 17">
            <a:extLst>
              <a:ext uri="{FF2B5EF4-FFF2-40B4-BE49-F238E27FC236}">
                <a16:creationId xmlns:a16="http://schemas.microsoft.com/office/drawing/2014/main" id="{83627A06-2A16-445D-BC3C-A906907DA071}"/>
              </a:ext>
            </a:extLst>
          </p:cNvPr>
          <p:cNvSpPr/>
          <p:nvPr/>
        </p:nvSpPr>
        <p:spPr>
          <a:xfrm>
            <a:off x="11037243" y="4933583"/>
            <a:ext cx="640080" cy="640080"/>
          </a:xfrm>
          <a:prstGeom prst="ellipse">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pPr algn="ctr">
              <a:lnSpc>
                <a:spcPct val="110000"/>
              </a:lnSpc>
              <a:spcAft>
                <a:spcPts val="900"/>
              </a:spcAft>
            </a:pPr>
            <a:endParaRPr lang="en-US" sz="900" b="0" spc="40">
              <a:solidFill>
                <a:schemeClr val="tx1">
                  <a:lumMod val="75000"/>
                  <a:lumOff val="25000"/>
                </a:schemeClr>
              </a:solidFill>
              <a:latin typeface="Arial Narrow" panose="020B0606020202030204" pitchFamily="34" charset="0"/>
            </a:endParaRPr>
          </a:p>
        </p:txBody>
      </p:sp>
      <p:sp>
        <p:nvSpPr>
          <p:cNvPr id="19" name="TextBox 18">
            <a:extLst>
              <a:ext uri="{FF2B5EF4-FFF2-40B4-BE49-F238E27FC236}">
                <a16:creationId xmlns:a16="http://schemas.microsoft.com/office/drawing/2014/main" id="{DFB9CFC6-7A81-49C9-915A-E4BE634E0B18}"/>
              </a:ext>
            </a:extLst>
          </p:cNvPr>
          <p:cNvSpPr txBox="1"/>
          <p:nvPr/>
        </p:nvSpPr>
        <p:spPr>
          <a:xfrm>
            <a:off x="11037242" y="4933583"/>
            <a:ext cx="640080" cy="640079"/>
          </a:xfrm>
          <a:prstGeom prst="rect">
            <a:avLst/>
          </a:prstGeom>
          <a:noFill/>
        </p:spPr>
        <p:txBody>
          <a:bodyPr wrap="none" lIns="0" tIns="0" rIns="0" bIns="0" rtlCol="0" anchor="ctr">
            <a:noAutofit/>
          </a:bodyPr>
          <a:lstStyle/>
          <a:p>
            <a:pPr algn="ctr">
              <a:lnSpc>
                <a:spcPct val="110000"/>
              </a:lnSpc>
              <a:spcAft>
                <a:spcPts val="900"/>
              </a:spcAft>
            </a:pPr>
            <a:r>
              <a:rPr lang="en-US" sz="1200" b="0" spc="40">
                <a:solidFill>
                  <a:schemeClr val="tx1">
                    <a:lumMod val="50000"/>
                    <a:lumOff val="50000"/>
                  </a:schemeClr>
                </a:solidFill>
                <a:latin typeface="Arial Narrow" panose="020B0606020202030204" pitchFamily="34" charset="0"/>
              </a:rPr>
              <a:t>Others</a:t>
            </a:r>
            <a:br>
              <a:rPr lang="en-US" sz="1200" b="0" spc="40">
                <a:solidFill>
                  <a:schemeClr val="tx1">
                    <a:lumMod val="50000"/>
                    <a:lumOff val="50000"/>
                  </a:schemeClr>
                </a:solidFill>
                <a:latin typeface="Arial Narrow" panose="020B0606020202030204" pitchFamily="34" charset="0"/>
              </a:rPr>
            </a:br>
            <a:r>
              <a:rPr lang="en-US" sz="1050" b="0" spc="40">
                <a:solidFill>
                  <a:schemeClr val="tx1">
                    <a:lumMod val="50000"/>
                    <a:lumOff val="50000"/>
                  </a:schemeClr>
                </a:solidFill>
                <a:latin typeface="Arial Narrow" panose="020B0606020202030204" pitchFamily="34" charset="0"/>
              </a:rPr>
              <a:t>(3)</a:t>
            </a:r>
            <a:endParaRPr lang="en-US" sz="1200" b="0" spc="40">
              <a:solidFill>
                <a:schemeClr val="tx1">
                  <a:lumMod val="50000"/>
                  <a:lumOff val="50000"/>
                </a:schemeClr>
              </a:solidFill>
              <a:latin typeface="Arial Narrow" panose="020B0606020202030204" pitchFamily="34" charset="0"/>
            </a:endParaRPr>
          </a:p>
        </p:txBody>
      </p:sp>
      <p:sp>
        <p:nvSpPr>
          <p:cNvPr id="21" name="Text Placeholder 3">
            <a:extLst>
              <a:ext uri="{FF2B5EF4-FFF2-40B4-BE49-F238E27FC236}">
                <a16:creationId xmlns:a16="http://schemas.microsoft.com/office/drawing/2014/main" id="{EFEACFB9-B72C-4C3E-8BF2-EA223C1A6FBE}"/>
              </a:ext>
            </a:extLst>
          </p:cNvPr>
          <p:cNvSpPr txBox="1">
            <a:spLocks/>
          </p:cNvSpPr>
          <p:nvPr/>
        </p:nvSpPr>
        <p:spPr>
          <a:xfrm>
            <a:off x="668518" y="1145309"/>
            <a:ext cx="6596354" cy="5033241"/>
          </a:xfrm>
          <a:prstGeom prst="rect">
            <a:avLst/>
          </a:prstGeom>
        </p:spPr>
        <p:txBody>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pPr marL="684213" lvl="1" indent="-342900">
              <a:buFont typeface="Arial" panose="020B0604020202020204" pitchFamily="34" charset="0"/>
              <a:buChar char="•"/>
            </a:pPr>
            <a:r>
              <a:rPr lang="en-US" sz="1800" kern="0">
                <a:solidFill>
                  <a:schemeClr val="tx1">
                    <a:lumMod val="75000"/>
                    <a:lumOff val="25000"/>
                  </a:schemeClr>
                </a:solidFill>
                <a:latin typeface="Arial Narrow" panose="020B0606020202030204" pitchFamily="34" charset="0"/>
              </a:rPr>
              <a:t>Every time I search my name – it is not detecting me, and I wish it shows me only for me on the top</a:t>
            </a:r>
          </a:p>
          <a:p>
            <a:pPr marL="684213" lvl="1" indent="-342900">
              <a:buFont typeface="Arial" panose="020B0604020202020204" pitchFamily="34" charset="0"/>
              <a:buChar char="•"/>
            </a:pPr>
            <a:r>
              <a:rPr lang="en-US" sz="1800" kern="0">
                <a:solidFill>
                  <a:schemeClr val="tx1">
                    <a:lumMod val="75000"/>
                    <a:lumOff val="25000"/>
                  </a:schemeClr>
                </a:solidFill>
                <a:latin typeface="Arial Narrow" panose="020B0606020202030204" pitchFamily="34" charset="0"/>
              </a:rPr>
              <a:t>Click a button and sort only for you</a:t>
            </a:r>
          </a:p>
          <a:p>
            <a:pPr marL="684213" lvl="1" indent="-342900">
              <a:buFont typeface="Arial" panose="020B0604020202020204" pitchFamily="34" charset="0"/>
              <a:buChar char="•"/>
            </a:pPr>
            <a:r>
              <a:rPr lang="en-US" sz="1800" kern="0">
                <a:solidFill>
                  <a:schemeClr val="tx1">
                    <a:lumMod val="75000"/>
                    <a:lumOff val="25000"/>
                  </a:schemeClr>
                </a:solidFill>
                <a:latin typeface="Arial Narrow" panose="020B0606020202030204" pitchFamily="34" charset="0"/>
              </a:rPr>
              <a:t>Status history, view log, I would like to see record assigned to, what makes it come down to status history vs. view log, I cannot move the overlay modal to other place and check the information both modal and background screen</a:t>
            </a:r>
          </a:p>
          <a:p>
            <a:pPr marL="684213" lvl="1" indent="-342900">
              <a:buFont typeface="Arial" panose="020B0604020202020204" pitchFamily="34" charset="0"/>
              <a:buChar char="•"/>
            </a:pPr>
            <a:r>
              <a:rPr lang="en-US" sz="1800" kern="0">
                <a:solidFill>
                  <a:schemeClr val="tx1">
                    <a:lumMod val="75000"/>
                    <a:lumOff val="25000"/>
                  </a:schemeClr>
                </a:solidFill>
                <a:latin typeface="Arial Narrow" panose="020B0606020202030204" pitchFamily="34" charset="0"/>
              </a:rPr>
              <a:t>Work queue has like 136 items in it, 'credit request' and 'worklist' when you were out from the app, it is not showing the status so need to go back to the list to find what was I working on</a:t>
            </a:r>
          </a:p>
          <a:p>
            <a:pPr marL="684213" lvl="1" indent="-342900">
              <a:buFont typeface="Arial" panose="020B0604020202020204" pitchFamily="34" charset="0"/>
              <a:buChar char="•"/>
            </a:pPr>
            <a:r>
              <a:rPr lang="en-US" sz="1800" kern="0">
                <a:solidFill>
                  <a:schemeClr val="tx1">
                    <a:lumMod val="75000"/>
                    <a:lumOff val="25000"/>
                  </a:schemeClr>
                </a:solidFill>
                <a:latin typeface="Arial Narrow" panose="020B0606020202030204" pitchFamily="34" charset="0"/>
              </a:rPr>
              <a:t>If I am looking at something in wait for bank – </a:t>
            </a:r>
            <a:br>
              <a:rPr lang="en-US" sz="1800" kern="0">
                <a:solidFill>
                  <a:schemeClr val="tx1">
                    <a:lumMod val="75000"/>
                    <a:lumOff val="25000"/>
                  </a:schemeClr>
                </a:solidFill>
                <a:latin typeface="Arial Narrow" panose="020B0606020202030204" pitchFamily="34" charset="0"/>
              </a:rPr>
            </a:br>
            <a:r>
              <a:rPr lang="en-US" sz="1800" kern="0">
                <a:solidFill>
                  <a:schemeClr val="tx1">
                    <a:lumMod val="75000"/>
                    <a:lumOff val="25000"/>
                  </a:schemeClr>
                </a:solidFill>
                <a:latin typeface="Arial Narrow" panose="020B0606020202030204" pitchFamily="34" charset="0"/>
              </a:rPr>
              <a:t>previous system I could route to the bottom of the list, </a:t>
            </a:r>
            <a:br>
              <a:rPr lang="en-US" sz="1800" kern="0">
                <a:solidFill>
                  <a:schemeClr val="tx1">
                    <a:lumMod val="75000"/>
                    <a:lumOff val="25000"/>
                  </a:schemeClr>
                </a:solidFill>
                <a:latin typeface="Arial Narrow" panose="020B0606020202030204" pitchFamily="34" charset="0"/>
              </a:rPr>
            </a:br>
            <a:r>
              <a:rPr lang="en-US" sz="1800" kern="0">
                <a:solidFill>
                  <a:schemeClr val="tx1">
                    <a:lumMod val="75000"/>
                    <a:lumOff val="25000"/>
                  </a:schemeClr>
                </a:solidFill>
                <a:latin typeface="Arial Narrow" panose="020B0606020202030204" pitchFamily="34" charset="0"/>
              </a:rPr>
              <a:t>and it route to the bottom, now I have to route </a:t>
            </a:r>
            <a:br>
              <a:rPr lang="en-US" sz="1800" kern="0">
                <a:solidFill>
                  <a:schemeClr val="tx1">
                    <a:lumMod val="75000"/>
                    <a:lumOff val="25000"/>
                  </a:schemeClr>
                </a:solidFill>
                <a:latin typeface="Arial Narrow" panose="020B0606020202030204" pitchFamily="34" charset="0"/>
              </a:rPr>
            </a:br>
            <a:r>
              <a:rPr lang="en-US" sz="1800" kern="0">
                <a:solidFill>
                  <a:schemeClr val="tx1">
                    <a:lumMod val="75000"/>
                    <a:lumOff val="25000"/>
                  </a:schemeClr>
                </a:solidFill>
                <a:latin typeface="Arial Narrow" panose="020B0606020202030204" pitchFamily="34" charset="0"/>
              </a:rPr>
              <a:t>somewhere else and route back to, like a detour</a:t>
            </a:r>
          </a:p>
          <a:p>
            <a:pPr marL="684213" lvl="1" indent="-342900">
              <a:buFont typeface="Arial" panose="020B0604020202020204" pitchFamily="34" charset="0"/>
              <a:buChar char="•"/>
            </a:pPr>
            <a:endParaRPr lang="en-US" sz="1800" kern="0">
              <a:solidFill>
                <a:schemeClr val="tx1">
                  <a:lumMod val="75000"/>
                  <a:lumOff val="25000"/>
                </a:schemeClr>
              </a:solidFill>
              <a:latin typeface="Arial Narrow" panose="020B0606020202030204" pitchFamily="34" charset="0"/>
            </a:endParaRPr>
          </a:p>
          <a:p>
            <a:pPr marL="684213" lvl="1" indent="-342900">
              <a:buFont typeface="Arial" panose="020B0604020202020204" pitchFamily="34" charset="0"/>
              <a:buChar char="•"/>
            </a:pPr>
            <a:endParaRPr lang="en-US" sz="1800" kern="0">
              <a:solidFill>
                <a:schemeClr val="tx1">
                  <a:lumMod val="75000"/>
                  <a:lumOff val="25000"/>
                </a:schemeClr>
              </a:solidFill>
              <a:latin typeface="Arial Narrow" panose="020B0606020202030204" pitchFamily="34" charset="0"/>
            </a:endParaRPr>
          </a:p>
          <a:p>
            <a:pPr marL="684213" lvl="1" indent="-342900">
              <a:buFont typeface="Arial" panose="020B0604020202020204" pitchFamily="34" charset="0"/>
              <a:buChar char="•"/>
            </a:pPr>
            <a:endParaRPr lang="en-US" sz="1800" kern="0">
              <a:solidFill>
                <a:schemeClr val="tx1">
                  <a:lumMod val="75000"/>
                  <a:lumOff val="25000"/>
                </a:schemeClr>
              </a:solidFill>
              <a:latin typeface="Arial Narrow" panose="020B0606020202030204" pitchFamily="34" charset="0"/>
            </a:endParaRPr>
          </a:p>
          <a:p>
            <a:pPr marL="684213" lvl="1" indent="-342900">
              <a:buFont typeface="Arial" panose="020B0604020202020204" pitchFamily="34" charset="0"/>
              <a:buChar char="•"/>
            </a:pPr>
            <a:endParaRPr lang="en-US" sz="1800" kern="0">
              <a:solidFill>
                <a:schemeClr val="tx1">
                  <a:lumMod val="75000"/>
                  <a:lumOff val="25000"/>
                </a:schemeClr>
              </a:solidFill>
              <a:latin typeface="Arial Narrow" panose="020B0606020202030204" pitchFamily="34" charset="0"/>
            </a:endParaRPr>
          </a:p>
          <a:p>
            <a:pPr marL="684213" lvl="1" indent="-342900">
              <a:buFont typeface="Arial" panose="020B0604020202020204" pitchFamily="34" charset="0"/>
              <a:buChar char="•"/>
            </a:pPr>
            <a:endParaRPr lang="en-US" sz="1800" kern="0">
              <a:solidFill>
                <a:schemeClr val="tx1">
                  <a:lumMod val="75000"/>
                  <a:lumOff val="25000"/>
                </a:schemeClr>
              </a:solidFill>
              <a:latin typeface="Arial Narrow" panose="020B0606020202030204" pitchFamily="34" charset="0"/>
            </a:endParaRPr>
          </a:p>
          <a:p>
            <a:pPr marL="684213" lvl="1" indent="-342900">
              <a:buFont typeface="Arial" panose="020B0604020202020204" pitchFamily="34" charset="0"/>
              <a:buChar char="•"/>
            </a:pPr>
            <a:endParaRPr lang="en-US" sz="1800" kern="0">
              <a:solidFill>
                <a:schemeClr val="tx1">
                  <a:lumMod val="75000"/>
                  <a:lumOff val="25000"/>
                </a:schemeClr>
              </a:solidFill>
              <a:latin typeface="Arial Narrow" panose="020B0606020202030204" pitchFamily="34" charset="0"/>
            </a:endParaRPr>
          </a:p>
          <a:p>
            <a:pPr marL="684213" lvl="1" indent="-342900">
              <a:buFont typeface="Arial" panose="020B0604020202020204" pitchFamily="34" charset="0"/>
              <a:buChar char="•"/>
            </a:pPr>
            <a:endParaRPr lang="en-US" sz="1800" kern="0">
              <a:solidFill>
                <a:schemeClr val="tx1">
                  <a:lumMod val="75000"/>
                  <a:lumOff val="25000"/>
                </a:schemeClr>
              </a:solidFill>
              <a:latin typeface="Arial Narrow" panose="020B0606020202030204" pitchFamily="34" charset="0"/>
            </a:endParaRPr>
          </a:p>
          <a:p>
            <a:pPr marL="684213" lvl="1" indent="-342900">
              <a:buFont typeface="Arial" panose="020B0604020202020204" pitchFamily="34" charset="0"/>
              <a:buChar char="•"/>
            </a:pPr>
            <a:endParaRPr lang="en-US" sz="1800" kern="0">
              <a:solidFill>
                <a:schemeClr val="tx1">
                  <a:lumMod val="75000"/>
                  <a:lumOff val="25000"/>
                </a:schemeClr>
              </a:solidFill>
              <a:latin typeface="Arial Narrow" panose="020B0606020202030204" pitchFamily="34" charset="0"/>
            </a:endParaRPr>
          </a:p>
          <a:p>
            <a:pPr marL="684213" lvl="1" indent="-342900">
              <a:buFont typeface="Arial" panose="020B0604020202020204" pitchFamily="34" charset="0"/>
              <a:buChar char="•"/>
            </a:pPr>
            <a:endParaRPr lang="en-US" sz="1800" kern="0">
              <a:solidFill>
                <a:schemeClr val="tx1">
                  <a:lumMod val="75000"/>
                  <a:lumOff val="25000"/>
                </a:schemeClr>
              </a:solidFill>
              <a:latin typeface="Arial Narrow" panose="020B0606020202030204" pitchFamily="34" charset="0"/>
            </a:endParaRPr>
          </a:p>
          <a:p>
            <a:pPr marL="684213" lvl="1" indent="-342900">
              <a:buFont typeface="Arial" panose="020B0604020202020204" pitchFamily="34" charset="0"/>
              <a:buChar char="•"/>
            </a:pPr>
            <a:endParaRPr lang="en-US" sz="1800" kern="0">
              <a:solidFill>
                <a:schemeClr val="tx1">
                  <a:lumMod val="75000"/>
                  <a:lumOff val="25000"/>
                </a:schemeClr>
              </a:solidFill>
              <a:latin typeface="Arial Narrow" panose="020B0606020202030204" pitchFamily="34" charset="0"/>
            </a:endParaRPr>
          </a:p>
          <a:p>
            <a:endParaRPr lang="en-US" sz="1800" kern="0">
              <a:solidFill>
                <a:schemeClr val="tx1">
                  <a:lumMod val="75000"/>
                  <a:lumOff val="25000"/>
                </a:schemeClr>
              </a:solidFill>
              <a:latin typeface="Arial Narrow" panose="020B0606020202030204" pitchFamily="34" charset="0"/>
            </a:endParaRPr>
          </a:p>
        </p:txBody>
      </p:sp>
      <p:sp>
        <p:nvSpPr>
          <p:cNvPr id="22" name="Text Placeholder 3">
            <a:extLst>
              <a:ext uri="{FF2B5EF4-FFF2-40B4-BE49-F238E27FC236}">
                <a16:creationId xmlns:a16="http://schemas.microsoft.com/office/drawing/2014/main" id="{FB808A6E-1277-408E-AD37-277C60F145E8}"/>
              </a:ext>
            </a:extLst>
          </p:cNvPr>
          <p:cNvSpPr txBox="1">
            <a:spLocks/>
          </p:cNvSpPr>
          <p:nvPr/>
        </p:nvSpPr>
        <p:spPr>
          <a:xfrm>
            <a:off x="15423" y="466752"/>
            <a:ext cx="1325494" cy="2006178"/>
          </a:xfrm>
          <a:prstGeom prst="rect">
            <a:avLst/>
          </a:prstGeom>
        </p:spPr>
        <p:txBody>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r>
              <a:rPr lang="en-US" sz="18000" kern="0">
                <a:solidFill>
                  <a:schemeClr val="bg1">
                    <a:lumMod val="75000"/>
                  </a:schemeClr>
                </a:solidFill>
                <a:latin typeface="Arial Nova" panose="020B0504020202020204" pitchFamily="34" charset="0"/>
              </a:rPr>
              <a:t>“</a:t>
            </a:r>
          </a:p>
        </p:txBody>
      </p:sp>
      <p:sp>
        <p:nvSpPr>
          <p:cNvPr id="23" name="Text Placeholder 3">
            <a:extLst>
              <a:ext uri="{FF2B5EF4-FFF2-40B4-BE49-F238E27FC236}">
                <a16:creationId xmlns:a16="http://schemas.microsoft.com/office/drawing/2014/main" id="{A981CC13-30DA-4257-A5F5-33B8DFBF755B}"/>
              </a:ext>
            </a:extLst>
          </p:cNvPr>
          <p:cNvSpPr txBox="1">
            <a:spLocks/>
          </p:cNvSpPr>
          <p:nvPr/>
        </p:nvSpPr>
        <p:spPr>
          <a:xfrm>
            <a:off x="7254638" y="452673"/>
            <a:ext cx="1325494" cy="2006178"/>
          </a:xfrm>
          <a:prstGeom prst="rect">
            <a:avLst/>
          </a:prstGeom>
        </p:spPr>
        <p:txBody>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r>
              <a:rPr lang="en-US" sz="18000" kern="0">
                <a:solidFill>
                  <a:schemeClr val="bg1">
                    <a:lumMod val="75000"/>
                  </a:schemeClr>
                </a:solidFill>
                <a:latin typeface="Arial Nova" panose="020B0504020202020204" pitchFamily="34" charset="0"/>
              </a:rPr>
              <a:t>”</a:t>
            </a:r>
          </a:p>
        </p:txBody>
      </p:sp>
    </p:spTree>
    <p:extLst>
      <p:ext uri="{BB962C8B-B14F-4D97-AF65-F5344CB8AC3E}">
        <p14:creationId xmlns:p14="http://schemas.microsoft.com/office/powerpoint/2010/main" val="26203371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4BF771C-6135-4C48-AA73-7CBC9572DB0B}"/>
              </a:ext>
            </a:extLst>
          </p:cNvPr>
          <p:cNvSpPr/>
          <p:nvPr/>
        </p:nvSpPr>
        <p:spPr>
          <a:xfrm>
            <a:off x="1" y="893"/>
            <a:ext cx="12196474" cy="6856214"/>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t" anchorCtr="0" forceAA="0" compatLnSpc="1">
            <a:prstTxWarp prst="textNoShape">
              <a:avLst/>
            </a:prstTxWarp>
            <a:noAutofit/>
          </a:bodyPr>
          <a:lstStyle/>
          <a:p>
            <a:pPr algn="ctr">
              <a:lnSpc>
                <a:spcPct val="110000"/>
              </a:lnSpc>
              <a:spcAft>
                <a:spcPts val="900"/>
              </a:spcAft>
            </a:pPr>
            <a:endParaRPr lang="en-US" sz="1999" spc="40">
              <a:solidFill>
                <a:srgbClr val="000000"/>
              </a:solidFill>
              <a:latin typeface="Arial" charset="0"/>
            </a:endParaRPr>
          </a:p>
        </p:txBody>
      </p:sp>
      <p:sp>
        <p:nvSpPr>
          <p:cNvPr id="9" name="Rectangle 75">
            <a:extLst>
              <a:ext uri="{FF2B5EF4-FFF2-40B4-BE49-F238E27FC236}">
                <a16:creationId xmlns:a16="http://schemas.microsoft.com/office/drawing/2014/main" id="{0E62F7C1-E850-490F-8ADC-69B29EB8865C}"/>
              </a:ext>
            </a:extLst>
          </p:cNvPr>
          <p:cNvSpPr/>
          <p:nvPr/>
        </p:nvSpPr>
        <p:spPr>
          <a:xfrm>
            <a:off x="5525511" y="577208"/>
            <a:ext cx="5058387" cy="6291184"/>
          </a:xfrm>
          <a:custGeom>
            <a:avLst/>
            <a:gdLst>
              <a:gd name="connsiteX0" fmla="*/ 0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0 w 5006146"/>
              <a:gd name="connsiteY4" fmla="*/ 0 h 6432884"/>
              <a:gd name="connsiteX0" fmla="*/ 1868557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1868557 w 5006146"/>
              <a:gd name="connsiteY4" fmla="*/ 0 h 6432884"/>
              <a:gd name="connsiteX0" fmla="*/ 4823792 w 7961381"/>
              <a:gd name="connsiteY0" fmla="*/ 0 h 6432884"/>
              <a:gd name="connsiteX1" fmla="*/ 7961381 w 7961381"/>
              <a:gd name="connsiteY1" fmla="*/ 0 h 6432884"/>
              <a:gd name="connsiteX2" fmla="*/ 7961381 w 7961381"/>
              <a:gd name="connsiteY2" fmla="*/ 6432884 h 6432884"/>
              <a:gd name="connsiteX3" fmla="*/ 0 w 7961381"/>
              <a:gd name="connsiteY3" fmla="*/ 6353371 h 6432884"/>
              <a:gd name="connsiteX4" fmla="*/ 4823792 w 7961381"/>
              <a:gd name="connsiteY4" fmla="*/ 0 h 6432884"/>
              <a:gd name="connsiteX0" fmla="*/ 5049079 w 8186668"/>
              <a:gd name="connsiteY0" fmla="*/ 0 h 6432884"/>
              <a:gd name="connsiteX1" fmla="*/ 8186668 w 8186668"/>
              <a:gd name="connsiteY1" fmla="*/ 0 h 6432884"/>
              <a:gd name="connsiteX2" fmla="*/ 8186668 w 8186668"/>
              <a:gd name="connsiteY2" fmla="*/ 6432884 h 6432884"/>
              <a:gd name="connsiteX3" fmla="*/ 0 w 8186668"/>
              <a:gd name="connsiteY3" fmla="*/ 6379876 h 6432884"/>
              <a:gd name="connsiteX4" fmla="*/ 5049079 w 8186668"/>
              <a:gd name="connsiteY4" fmla="*/ 0 h 6432884"/>
              <a:gd name="connsiteX0" fmla="*/ 5102088 w 8239677"/>
              <a:gd name="connsiteY0" fmla="*/ 0 h 6432884"/>
              <a:gd name="connsiteX1" fmla="*/ 8239677 w 8239677"/>
              <a:gd name="connsiteY1" fmla="*/ 0 h 6432884"/>
              <a:gd name="connsiteX2" fmla="*/ 8239677 w 8239677"/>
              <a:gd name="connsiteY2" fmla="*/ 6432884 h 6432884"/>
              <a:gd name="connsiteX3" fmla="*/ 0 w 8239677"/>
              <a:gd name="connsiteY3" fmla="*/ 6393128 h 6432884"/>
              <a:gd name="connsiteX4" fmla="*/ 5102088 w 8239677"/>
              <a:gd name="connsiteY4" fmla="*/ 0 h 6432884"/>
              <a:gd name="connsiteX0" fmla="*/ 5102088 w 8239677"/>
              <a:gd name="connsiteY0" fmla="*/ 0 h 6418433"/>
              <a:gd name="connsiteX1" fmla="*/ 8239677 w 8239677"/>
              <a:gd name="connsiteY1" fmla="*/ 0 h 6418433"/>
              <a:gd name="connsiteX2" fmla="*/ 363933 w 8239677"/>
              <a:gd name="connsiteY2" fmla="*/ 6418433 h 6418433"/>
              <a:gd name="connsiteX3" fmla="*/ 0 w 8239677"/>
              <a:gd name="connsiteY3" fmla="*/ 6393128 h 6418433"/>
              <a:gd name="connsiteX4" fmla="*/ 5102088 w 8239677"/>
              <a:gd name="connsiteY4" fmla="*/ 0 h 6418433"/>
              <a:gd name="connsiteX0" fmla="*/ 5102088 w 5479554"/>
              <a:gd name="connsiteY0" fmla="*/ 0 h 6418433"/>
              <a:gd name="connsiteX1" fmla="*/ 5479554 w 5479554"/>
              <a:gd name="connsiteY1" fmla="*/ 14451 h 6418433"/>
              <a:gd name="connsiteX2" fmla="*/ 363933 w 5479554"/>
              <a:gd name="connsiteY2" fmla="*/ 6418433 h 6418433"/>
              <a:gd name="connsiteX3" fmla="*/ 0 w 5479554"/>
              <a:gd name="connsiteY3" fmla="*/ 6393128 h 6418433"/>
              <a:gd name="connsiteX4" fmla="*/ 5102088 w 5479554"/>
              <a:gd name="connsiteY4" fmla="*/ 0 h 6418433"/>
              <a:gd name="connsiteX0" fmla="*/ 5120384 w 5497850"/>
              <a:gd name="connsiteY0" fmla="*/ 0 h 6448015"/>
              <a:gd name="connsiteX1" fmla="*/ 5497850 w 5497850"/>
              <a:gd name="connsiteY1" fmla="*/ 14451 h 6448015"/>
              <a:gd name="connsiteX2" fmla="*/ 382229 w 5497850"/>
              <a:gd name="connsiteY2" fmla="*/ 6418433 h 6448015"/>
              <a:gd name="connsiteX3" fmla="*/ 0 w 5497850"/>
              <a:gd name="connsiteY3" fmla="*/ 6448015 h 6448015"/>
              <a:gd name="connsiteX4" fmla="*/ 5120384 w 5497850"/>
              <a:gd name="connsiteY4" fmla="*/ 0 h 6448015"/>
              <a:gd name="connsiteX0" fmla="*/ 5120384 w 5497850"/>
              <a:gd name="connsiteY0" fmla="*/ 0 h 6448015"/>
              <a:gd name="connsiteX1" fmla="*/ 5497850 w 5497850"/>
              <a:gd name="connsiteY1" fmla="*/ 14451 h 6448015"/>
              <a:gd name="connsiteX2" fmla="*/ 418820 w 5497850"/>
              <a:gd name="connsiteY2" fmla="*/ 6436729 h 6448015"/>
              <a:gd name="connsiteX3" fmla="*/ 0 w 5497850"/>
              <a:gd name="connsiteY3" fmla="*/ 6448015 h 6448015"/>
              <a:gd name="connsiteX4" fmla="*/ 5120384 w 5497850"/>
              <a:gd name="connsiteY4" fmla="*/ 0 h 6448015"/>
              <a:gd name="connsiteX0" fmla="*/ 5129532 w 5506998"/>
              <a:gd name="connsiteY0" fmla="*/ 0 h 6438867"/>
              <a:gd name="connsiteX1" fmla="*/ 5506998 w 5506998"/>
              <a:gd name="connsiteY1" fmla="*/ 14451 h 6438867"/>
              <a:gd name="connsiteX2" fmla="*/ 427968 w 5506998"/>
              <a:gd name="connsiteY2" fmla="*/ 6436729 h 6438867"/>
              <a:gd name="connsiteX3" fmla="*/ 0 w 5506998"/>
              <a:gd name="connsiteY3" fmla="*/ 6438867 h 6438867"/>
              <a:gd name="connsiteX4" fmla="*/ 5129532 w 5506998"/>
              <a:gd name="connsiteY4" fmla="*/ 0 h 6438867"/>
              <a:gd name="connsiteX0" fmla="*/ 5129532 w 5506998"/>
              <a:gd name="connsiteY0" fmla="*/ 0 h 6438867"/>
              <a:gd name="connsiteX1" fmla="*/ 5506998 w 5506998"/>
              <a:gd name="connsiteY1" fmla="*/ 14451 h 6438867"/>
              <a:gd name="connsiteX2" fmla="*/ 427968 w 5506998"/>
              <a:gd name="connsiteY2" fmla="*/ 6436729 h 6438867"/>
              <a:gd name="connsiteX3" fmla="*/ 0 w 5506998"/>
              <a:gd name="connsiteY3" fmla="*/ 6438867 h 6438867"/>
              <a:gd name="connsiteX4" fmla="*/ 5129532 w 5506998"/>
              <a:gd name="connsiteY4" fmla="*/ 0 h 6438867"/>
              <a:gd name="connsiteX0" fmla="*/ 5129532 w 5517385"/>
              <a:gd name="connsiteY0" fmla="*/ 0 h 6438867"/>
              <a:gd name="connsiteX1" fmla="*/ 5517385 w 5517385"/>
              <a:gd name="connsiteY1" fmla="*/ 4705 h 6438867"/>
              <a:gd name="connsiteX2" fmla="*/ 427968 w 5517385"/>
              <a:gd name="connsiteY2" fmla="*/ 6436729 h 6438867"/>
              <a:gd name="connsiteX3" fmla="*/ 0 w 5517385"/>
              <a:gd name="connsiteY3" fmla="*/ 6438867 h 6438867"/>
              <a:gd name="connsiteX4" fmla="*/ 5129532 w 5517385"/>
              <a:gd name="connsiteY4" fmla="*/ 0 h 643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7385" h="6438867">
                <a:moveTo>
                  <a:pt x="5129532" y="0"/>
                </a:moveTo>
                <a:lnTo>
                  <a:pt x="5517385" y="4705"/>
                </a:lnTo>
                <a:lnTo>
                  <a:pt x="427968" y="6436729"/>
                </a:lnTo>
                <a:lnTo>
                  <a:pt x="0" y="6438867"/>
                </a:lnTo>
                <a:lnTo>
                  <a:pt x="5129532" y="0"/>
                </a:lnTo>
                <a:close/>
              </a:path>
            </a:pathLst>
          </a:custGeom>
          <a:solidFill>
            <a:schemeClr val="tx1">
              <a:alpha val="2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ctr" anchorCtr="0" forceAA="0" compatLnSpc="1">
            <a:prstTxWarp prst="textNoShape">
              <a:avLst/>
            </a:prstTxWarp>
            <a:noAutofit/>
          </a:bodyPr>
          <a:lstStyle/>
          <a:p>
            <a:pPr marL="2921711" algn="ctr">
              <a:lnSpc>
                <a:spcPct val="110000"/>
              </a:lnSpc>
              <a:spcAft>
                <a:spcPts val="900"/>
              </a:spcAft>
            </a:pPr>
            <a:endParaRPr lang="en-US" sz="5998" spc="40">
              <a:solidFill>
                <a:schemeClr val="bg1"/>
              </a:solidFill>
              <a:latin typeface="Arial" charset="0"/>
            </a:endParaRPr>
          </a:p>
        </p:txBody>
      </p:sp>
      <p:sp>
        <p:nvSpPr>
          <p:cNvPr id="10" name="Rectangle 75">
            <a:extLst>
              <a:ext uri="{FF2B5EF4-FFF2-40B4-BE49-F238E27FC236}">
                <a16:creationId xmlns:a16="http://schemas.microsoft.com/office/drawing/2014/main" id="{84D232F2-2D8F-45C0-B312-28FD042D0FE1}"/>
              </a:ext>
            </a:extLst>
          </p:cNvPr>
          <p:cNvSpPr/>
          <p:nvPr/>
        </p:nvSpPr>
        <p:spPr>
          <a:xfrm>
            <a:off x="5923956" y="316"/>
            <a:ext cx="6282787" cy="6856792"/>
          </a:xfrm>
          <a:custGeom>
            <a:avLst/>
            <a:gdLst>
              <a:gd name="connsiteX0" fmla="*/ 0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0 w 5006146"/>
              <a:gd name="connsiteY4" fmla="*/ 0 h 6432884"/>
              <a:gd name="connsiteX0" fmla="*/ 1868557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1868557 w 5006146"/>
              <a:gd name="connsiteY4" fmla="*/ 0 h 6432884"/>
              <a:gd name="connsiteX0" fmla="*/ 4823792 w 7961381"/>
              <a:gd name="connsiteY0" fmla="*/ 0 h 6432884"/>
              <a:gd name="connsiteX1" fmla="*/ 7961381 w 7961381"/>
              <a:gd name="connsiteY1" fmla="*/ 0 h 6432884"/>
              <a:gd name="connsiteX2" fmla="*/ 7961381 w 7961381"/>
              <a:gd name="connsiteY2" fmla="*/ 6432884 h 6432884"/>
              <a:gd name="connsiteX3" fmla="*/ 0 w 7961381"/>
              <a:gd name="connsiteY3" fmla="*/ 6353371 h 6432884"/>
              <a:gd name="connsiteX4" fmla="*/ 4823792 w 7961381"/>
              <a:gd name="connsiteY4" fmla="*/ 0 h 6432884"/>
              <a:gd name="connsiteX0" fmla="*/ 5049079 w 8186668"/>
              <a:gd name="connsiteY0" fmla="*/ 0 h 6432884"/>
              <a:gd name="connsiteX1" fmla="*/ 8186668 w 8186668"/>
              <a:gd name="connsiteY1" fmla="*/ 0 h 6432884"/>
              <a:gd name="connsiteX2" fmla="*/ 8186668 w 8186668"/>
              <a:gd name="connsiteY2" fmla="*/ 6432884 h 6432884"/>
              <a:gd name="connsiteX3" fmla="*/ 0 w 8186668"/>
              <a:gd name="connsiteY3" fmla="*/ 6379876 h 6432884"/>
              <a:gd name="connsiteX4" fmla="*/ 5049079 w 8186668"/>
              <a:gd name="connsiteY4" fmla="*/ 0 h 6432884"/>
              <a:gd name="connsiteX0" fmla="*/ 5102088 w 8239677"/>
              <a:gd name="connsiteY0" fmla="*/ 0 h 6432884"/>
              <a:gd name="connsiteX1" fmla="*/ 8239677 w 8239677"/>
              <a:gd name="connsiteY1" fmla="*/ 0 h 6432884"/>
              <a:gd name="connsiteX2" fmla="*/ 8239677 w 8239677"/>
              <a:gd name="connsiteY2" fmla="*/ 6432884 h 6432884"/>
              <a:gd name="connsiteX3" fmla="*/ 0 w 8239677"/>
              <a:gd name="connsiteY3" fmla="*/ 6393128 h 6432884"/>
              <a:gd name="connsiteX4" fmla="*/ 5102088 w 8239677"/>
              <a:gd name="connsiteY4" fmla="*/ 0 h 6432884"/>
              <a:gd name="connsiteX0" fmla="*/ 5093699 w 8231288"/>
              <a:gd name="connsiteY0" fmla="*/ 0 h 6435073"/>
              <a:gd name="connsiteX1" fmla="*/ 8231288 w 8231288"/>
              <a:gd name="connsiteY1" fmla="*/ 0 h 6435073"/>
              <a:gd name="connsiteX2" fmla="*/ 8231288 w 8231288"/>
              <a:gd name="connsiteY2" fmla="*/ 6432884 h 6435073"/>
              <a:gd name="connsiteX3" fmla="*/ 0 w 8231288"/>
              <a:gd name="connsiteY3" fmla="*/ 6435073 h 6435073"/>
              <a:gd name="connsiteX4" fmla="*/ 5093699 w 8231288"/>
              <a:gd name="connsiteY4" fmla="*/ 0 h 6435073"/>
              <a:gd name="connsiteX0" fmla="*/ 5093699 w 8231288"/>
              <a:gd name="connsiteY0" fmla="*/ 0 h 6435073"/>
              <a:gd name="connsiteX1" fmla="*/ 6242067 w 8231288"/>
              <a:gd name="connsiteY1" fmla="*/ 0 h 6435073"/>
              <a:gd name="connsiteX2" fmla="*/ 8231288 w 8231288"/>
              <a:gd name="connsiteY2" fmla="*/ 6432884 h 6435073"/>
              <a:gd name="connsiteX3" fmla="*/ 0 w 8231288"/>
              <a:gd name="connsiteY3" fmla="*/ 6435073 h 6435073"/>
              <a:gd name="connsiteX4" fmla="*/ 5093699 w 8231288"/>
              <a:gd name="connsiteY4" fmla="*/ 0 h 6435073"/>
              <a:gd name="connsiteX0" fmla="*/ 5093699 w 6274151"/>
              <a:gd name="connsiteY0" fmla="*/ 0 h 6435073"/>
              <a:gd name="connsiteX1" fmla="*/ 6242067 w 6274151"/>
              <a:gd name="connsiteY1" fmla="*/ 0 h 6435073"/>
              <a:gd name="connsiteX2" fmla="*/ 6274151 w 6274151"/>
              <a:gd name="connsiteY2" fmla="*/ 6432884 h 6435073"/>
              <a:gd name="connsiteX3" fmla="*/ 0 w 6274151"/>
              <a:gd name="connsiteY3" fmla="*/ 6435073 h 6435073"/>
              <a:gd name="connsiteX4" fmla="*/ 5093699 w 6274151"/>
              <a:gd name="connsiteY4" fmla="*/ 0 h 6435073"/>
              <a:gd name="connsiteX0" fmla="*/ 5093699 w 6274151"/>
              <a:gd name="connsiteY0" fmla="*/ 0 h 6435073"/>
              <a:gd name="connsiteX1" fmla="*/ 6258109 w 6274151"/>
              <a:gd name="connsiteY1" fmla="*/ 16042 h 6435073"/>
              <a:gd name="connsiteX2" fmla="*/ 6274151 w 6274151"/>
              <a:gd name="connsiteY2" fmla="*/ 6432884 h 6435073"/>
              <a:gd name="connsiteX3" fmla="*/ 0 w 6274151"/>
              <a:gd name="connsiteY3" fmla="*/ 6435073 h 6435073"/>
              <a:gd name="connsiteX4" fmla="*/ 5093699 w 6274151"/>
              <a:gd name="connsiteY4" fmla="*/ 0 h 6435073"/>
              <a:gd name="connsiteX0" fmla="*/ 5093699 w 6284424"/>
              <a:gd name="connsiteY0" fmla="*/ 542 h 6435615"/>
              <a:gd name="connsiteX1" fmla="*/ 6283509 w 6284424"/>
              <a:gd name="connsiteY1" fmla="*/ 1688 h 6435615"/>
              <a:gd name="connsiteX2" fmla="*/ 6274151 w 6284424"/>
              <a:gd name="connsiteY2" fmla="*/ 6433426 h 6435615"/>
              <a:gd name="connsiteX3" fmla="*/ 0 w 6284424"/>
              <a:gd name="connsiteY3" fmla="*/ 6435615 h 6435615"/>
              <a:gd name="connsiteX4" fmla="*/ 5093699 w 6284424"/>
              <a:gd name="connsiteY4" fmla="*/ 542 h 6435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84424" h="6435615">
                <a:moveTo>
                  <a:pt x="5093699" y="542"/>
                </a:moveTo>
                <a:cubicBezTo>
                  <a:pt x="5481836" y="5889"/>
                  <a:pt x="5895372" y="-3659"/>
                  <a:pt x="6283509" y="1688"/>
                </a:cubicBezTo>
                <a:cubicBezTo>
                  <a:pt x="6288856" y="2140635"/>
                  <a:pt x="6268804" y="4294479"/>
                  <a:pt x="6274151" y="6433426"/>
                </a:cubicBezTo>
                <a:lnTo>
                  <a:pt x="0" y="6435615"/>
                </a:lnTo>
                <a:lnTo>
                  <a:pt x="5093699" y="542"/>
                </a:lnTo>
                <a:close/>
              </a:path>
            </a:pathLst>
          </a:custGeom>
          <a:solidFill>
            <a:schemeClr val="tx1">
              <a:alpha val="3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ctr" anchorCtr="0" forceAA="0" compatLnSpc="1">
            <a:prstTxWarp prst="textNoShape">
              <a:avLst/>
            </a:prstTxWarp>
            <a:noAutofit/>
          </a:bodyPr>
          <a:lstStyle/>
          <a:p>
            <a:pPr marL="2921711" algn="ctr">
              <a:lnSpc>
                <a:spcPct val="110000"/>
              </a:lnSpc>
              <a:spcAft>
                <a:spcPts val="900"/>
              </a:spcAft>
            </a:pPr>
            <a:endParaRPr lang="en-US" sz="5998" spc="40">
              <a:solidFill>
                <a:schemeClr val="bg1"/>
              </a:solidFill>
              <a:latin typeface="Arial" charset="0"/>
            </a:endParaRPr>
          </a:p>
        </p:txBody>
      </p:sp>
      <p:sp>
        <p:nvSpPr>
          <p:cNvPr id="6" name="Title 1">
            <a:extLst>
              <a:ext uri="{FF2B5EF4-FFF2-40B4-BE49-F238E27FC236}">
                <a16:creationId xmlns:a16="http://schemas.microsoft.com/office/drawing/2014/main" id="{919F9C14-1333-4FA0-B627-256705CEBADC}"/>
              </a:ext>
            </a:extLst>
          </p:cNvPr>
          <p:cNvSpPr txBox="1">
            <a:spLocks/>
          </p:cNvSpPr>
          <p:nvPr/>
        </p:nvSpPr>
        <p:spPr>
          <a:xfrm>
            <a:off x="736840" y="452673"/>
            <a:ext cx="6861172" cy="498475"/>
          </a:xfrm>
          <a:prstGeom prst="rect">
            <a:avLst/>
          </a:prstGeom>
        </p:spPr>
        <p:txBody>
          <a:bodyPr/>
          <a:lstStyle>
            <a:lvl1pPr algn="l" rtl="0" eaLnBrk="1" fontAlgn="base" hangingPunct="1">
              <a:lnSpc>
                <a:spcPts val="32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r>
              <a:rPr lang="en-US" kern="0"/>
              <a:t>New Features</a:t>
            </a:r>
          </a:p>
        </p:txBody>
      </p:sp>
      <p:sp>
        <p:nvSpPr>
          <p:cNvPr id="7" name="Oval 6">
            <a:extLst>
              <a:ext uri="{FF2B5EF4-FFF2-40B4-BE49-F238E27FC236}">
                <a16:creationId xmlns:a16="http://schemas.microsoft.com/office/drawing/2014/main" id="{FA434762-D3B4-4C1E-BEEC-18034B0DA070}"/>
              </a:ext>
            </a:extLst>
          </p:cNvPr>
          <p:cNvSpPr/>
          <p:nvPr/>
        </p:nvSpPr>
        <p:spPr>
          <a:xfrm>
            <a:off x="9285671" y="3360214"/>
            <a:ext cx="2011680" cy="2011680"/>
          </a:xfrm>
          <a:prstGeom prst="ellipse">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pPr algn="ctr">
              <a:lnSpc>
                <a:spcPct val="110000"/>
              </a:lnSpc>
              <a:spcAft>
                <a:spcPts val="900"/>
              </a:spcAft>
            </a:pPr>
            <a:endParaRPr lang="en-US" sz="1400" b="0" spc="40">
              <a:solidFill>
                <a:schemeClr val="tx1">
                  <a:lumMod val="75000"/>
                  <a:lumOff val="25000"/>
                </a:schemeClr>
              </a:solidFill>
              <a:latin typeface="Arial Narrow" panose="020B0606020202030204" pitchFamily="34" charset="0"/>
            </a:endParaRPr>
          </a:p>
        </p:txBody>
      </p:sp>
      <p:sp>
        <p:nvSpPr>
          <p:cNvPr id="11" name="Oval 10">
            <a:extLst>
              <a:ext uri="{FF2B5EF4-FFF2-40B4-BE49-F238E27FC236}">
                <a16:creationId xmlns:a16="http://schemas.microsoft.com/office/drawing/2014/main" id="{B07754A3-B98C-4C0F-A92B-1F2716D6C57A}"/>
              </a:ext>
            </a:extLst>
          </p:cNvPr>
          <p:cNvSpPr/>
          <p:nvPr/>
        </p:nvSpPr>
        <p:spPr>
          <a:xfrm>
            <a:off x="8266499" y="4615855"/>
            <a:ext cx="1188720" cy="1188720"/>
          </a:xfrm>
          <a:prstGeom prst="ellipse">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pPr algn="ctr">
              <a:lnSpc>
                <a:spcPct val="110000"/>
              </a:lnSpc>
              <a:spcAft>
                <a:spcPts val="900"/>
              </a:spcAft>
            </a:pPr>
            <a:endParaRPr lang="en-US" sz="900" b="0" spc="40">
              <a:solidFill>
                <a:schemeClr val="tx1">
                  <a:lumMod val="75000"/>
                  <a:lumOff val="25000"/>
                </a:schemeClr>
              </a:solidFill>
              <a:latin typeface="Arial Narrow" panose="020B0606020202030204" pitchFamily="34" charset="0"/>
            </a:endParaRPr>
          </a:p>
        </p:txBody>
      </p:sp>
      <p:sp>
        <p:nvSpPr>
          <p:cNvPr id="12" name="TextBox 11">
            <a:extLst>
              <a:ext uri="{FF2B5EF4-FFF2-40B4-BE49-F238E27FC236}">
                <a16:creationId xmlns:a16="http://schemas.microsoft.com/office/drawing/2014/main" id="{5DF6E9EE-18AC-48DD-B4FE-0CE0845F7C0F}"/>
              </a:ext>
            </a:extLst>
          </p:cNvPr>
          <p:cNvSpPr txBox="1"/>
          <p:nvPr/>
        </p:nvSpPr>
        <p:spPr>
          <a:xfrm>
            <a:off x="9285670" y="3360213"/>
            <a:ext cx="2011680" cy="2006177"/>
          </a:xfrm>
          <a:prstGeom prst="rect">
            <a:avLst/>
          </a:prstGeom>
          <a:noFill/>
        </p:spPr>
        <p:txBody>
          <a:bodyPr wrap="none" lIns="0" tIns="0" rIns="0" bIns="0" rtlCol="0" anchor="ctr">
            <a:noAutofit/>
          </a:bodyPr>
          <a:lstStyle/>
          <a:p>
            <a:pPr algn="ctr">
              <a:lnSpc>
                <a:spcPct val="110000"/>
              </a:lnSpc>
              <a:spcAft>
                <a:spcPts val="900"/>
              </a:spcAft>
            </a:pPr>
            <a:r>
              <a:rPr lang="en-US" sz="2000" b="0" spc="40">
                <a:solidFill>
                  <a:schemeClr val="tx1">
                    <a:lumMod val="50000"/>
                    <a:lumOff val="50000"/>
                  </a:schemeClr>
                </a:solidFill>
                <a:latin typeface="Arial Narrow" panose="020B0606020202030204" pitchFamily="34" charset="0"/>
              </a:rPr>
              <a:t>Notes</a:t>
            </a:r>
            <a:br>
              <a:rPr lang="en-US" sz="2000" b="0" spc="40">
                <a:solidFill>
                  <a:schemeClr val="tx1">
                    <a:lumMod val="50000"/>
                    <a:lumOff val="50000"/>
                  </a:schemeClr>
                </a:solidFill>
                <a:latin typeface="Arial Narrow" panose="020B0606020202030204" pitchFamily="34" charset="0"/>
              </a:rPr>
            </a:br>
            <a:r>
              <a:rPr lang="en-US" sz="1600" b="0" spc="40">
                <a:solidFill>
                  <a:schemeClr val="tx1">
                    <a:lumMod val="50000"/>
                    <a:lumOff val="50000"/>
                  </a:schemeClr>
                </a:solidFill>
                <a:latin typeface="Arial Narrow" panose="020B0606020202030204" pitchFamily="34" charset="0"/>
              </a:rPr>
              <a:t>(16)</a:t>
            </a:r>
            <a:endParaRPr lang="en-US" sz="2000" b="0" spc="40">
              <a:solidFill>
                <a:schemeClr val="tx1">
                  <a:lumMod val="50000"/>
                  <a:lumOff val="50000"/>
                </a:schemeClr>
              </a:solidFill>
              <a:latin typeface="Arial Narrow" panose="020B0606020202030204" pitchFamily="34" charset="0"/>
            </a:endParaRPr>
          </a:p>
        </p:txBody>
      </p:sp>
      <p:sp>
        <p:nvSpPr>
          <p:cNvPr id="13" name="TextBox 12">
            <a:extLst>
              <a:ext uri="{FF2B5EF4-FFF2-40B4-BE49-F238E27FC236}">
                <a16:creationId xmlns:a16="http://schemas.microsoft.com/office/drawing/2014/main" id="{EA5CA859-7264-44BC-BFF7-3CD08FCC6FCD}"/>
              </a:ext>
            </a:extLst>
          </p:cNvPr>
          <p:cNvSpPr txBox="1"/>
          <p:nvPr/>
        </p:nvSpPr>
        <p:spPr>
          <a:xfrm>
            <a:off x="8266499" y="4604570"/>
            <a:ext cx="1188720" cy="1200005"/>
          </a:xfrm>
          <a:prstGeom prst="rect">
            <a:avLst/>
          </a:prstGeom>
          <a:noFill/>
        </p:spPr>
        <p:txBody>
          <a:bodyPr wrap="none" lIns="0" tIns="0" rIns="0" bIns="0" rtlCol="0" anchor="ctr">
            <a:noAutofit/>
          </a:bodyPr>
          <a:lstStyle/>
          <a:p>
            <a:pPr algn="ctr">
              <a:lnSpc>
                <a:spcPct val="110000"/>
              </a:lnSpc>
              <a:spcAft>
                <a:spcPts val="900"/>
              </a:spcAft>
            </a:pPr>
            <a:r>
              <a:rPr lang="en-US" b="0" spc="40">
                <a:solidFill>
                  <a:schemeClr val="tx1">
                    <a:lumMod val="50000"/>
                    <a:lumOff val="50000"/>
                  </a:schemeClr>
                </a:solidFill>
                <a:latin typeface="Arial Narrow" panose="020B0606020202030204" pitchFamily="34" charset="0"/>
              </a:rPr>
              <a:t>Usability</a:t>
            </a:r>
            <a:br>
              <a:rPr lang="en-US" b="0" spc="40">
                <a:solidFill>
                  <a:schemeClr val="tx1">
                    <a:lumMod val="50000"/>
                    <a:lumOff val="50000"/>
                  </a:schemeClr>
                </a:solidFill>
                <a:latin typeface="Arial Narrow" panose="020B0606020202030204" pitchFamily="34" charset="0"/>
              </a:rPr>
            </a:br>
            <a:r>
              <a:rPr lang="en-US" sz="1400" b="0" spc="40">
                <a:solidFill>
                  <a:schemeClr val="tx1">
                    <a:lumMod val="50000"/>
                    <a:lumOff val="50000"/>
                  </a:schemeClr>
                </a:solidFill>
                <a:latin typeface="Arial Narrow" panose="020B0606020202030204" pitchFamily="34" charset="0"/>
              </a:rPr>
              <a:t>(6)</a:t>
            </a:r>
            <a:endParaRPr lang="en-US" b="0" spc="40">
              <a:solidFill>
                <a:schemeClr val="tx1">
                  <a:lumMod val="50000"/>
                  <a:lumOff val="50000"/>
                </a:schemeClr>
              </a:solidFill>
              <a:latin typeface="Arial Narrow" panose="020B0606020202030204" pitchFamily="34" charset="0"/>
            </a:endParaRPr>
          </a:p>
        </p:txBody>
      </p:sp>
      <p:sp>
        <p:nvSpPr>
          <p:cNvPr id="14" name="Oval 13">
            <a:extLst>
              <a:ext uri="{FF2B5EF4-FFF2-40B4-BE49-F238E27FC236}">
                <a16:creationId xmlns:a16="http://schemas.microsoft.com/office/drawing/2014/main" id="{E6AB2A0D-4DF6-45DB-BB7B-D8885FC33EBA}"/>
              </a:ext>
            </a:extLst>
          </p:cNvPr>
          <p:cNvSpPr/>
          <p:nvPr/>
        </p:nvSpPr>
        <p:spPr>
          <a:xfrm>
            <a:off x="9323222" y="5366392"/>
            <a:ext cx="914400" cy="914400"/>
          </a:xfrm>
          <a:prstGeom prst="ellipse">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pPr algn="ctr">
              <a:lnSpc>
                <a:spcPct val="110000"/>
              </a:lnSpc>
              <a:spcAft>
                <a:spcPts val="900"/>
              </a:spcAft>
            </a:pPr>
            <a:endParaRPr lang="en-US" sz="900" b="0" spc="40">
              <a:solidFill>
                <a:schemeClr val="tx1">
                  <a:lumMod val="75000"/>
                  <a:lumOff val="25000"/>
                </a:schemeClr>
              </a:solidFill>
              <a:latin typeface="Arial Narrow" panose="020B0606020202030204" pitchFamily="34" charset="0"/>
            </a:endParaRPr>
          </a:p>
        </p:txBody>
      </p:sp>
      <p:sp>
        <p:nvSpPr>
          <p:cNvPr id="15" name="TextBox 14">
            <a:extLst>
              <a:ext uri="{FF2B5EF4-FFF2-40B4-BE49-F238E27FC236}">
                <a16:creationId xmlns:a16="http://schemas.microsoft.com/office/drawing/2014/main" id="{4F1B3044-E6C0-4E08-B993-2432008F7303}"/>
              </a:ext>
            </a:extLst>
          </p:cNvPr>
          <p:cNvSpPr txBox="1"/>
          <p:nvPr/>
        </p:nvSpPr>
        <p:spPr>
          <a:xfrm>
            <a:off x="9323221" y="5366390"/>
            <a:ext cx="914399" cy="914401"/>
          </a:xfrm>
          <a:prstGeom prst="rect">
            <a:avLst/>
          </a:prstGeom>
          <a:noFill/>
        </p:spPr>
        <p:txBody>
          <a:bodyPr wrap="none" lIns="0" tIns="0" rIns="0" bIns="0" rtlCol="0" anchor="ctr">
            <a:noAutofit/>
          </a:bodyPr>
          <a:lstStyle/>
          <a:p>
            <a:pPr algn="ctr">
              <a:lnSpc>
                <a:spcPct val="110000"/>
              </a:lnSpc>
              <a:spcAft>
                <a:spcPts val="900"/>
              </a:spcAft>
            </a:pPr>
            <a:r>
              <a:rPr lang="en-US" sz="1200" b="0" spc="40">
                <a:solidFill>
                  <a:schemeClr val="tx1">
                    <a:lumMod val="50000"/>
                    <a:lumOff val="50000"/>
                  </a:schemeClr>
                </a:solidFill>
                <a:latin typeface="Arial Narrow" panose="020B0606020202030204" pitchFamily="34" charset="0"/>
              </a:rPr>
              <a:t>Efficiency</a:t>
            </a:r>
            <a:br>
              <a:rPr lang="en-US" sz="1200" b="0" spc="40">
                <a:solidFill>
                  <a:schemeClr val="tx1">
                    <a:lumMod val="50000"/>
                    <a:lumOff val="50000"/>
                  </a:schemeClr>
                </a:solidFill>
                <a:latin typeface="Arial Narrow" panose="020B0606020202030204" pitchFamily="34" charset="0"/>
              </a:rPr>
            </a:br>
            <a:r>
              <a:rPr lang="en-US" sz="1050" b="0" spc="40">
                <a:solidFill>
                  <a:schemeClr val="tx1">
                    <a:lumMod val="50000"/>
                    <a:lumOff val="50000"/>
                  </a:schemeClr>
                </a:solidFill>
                <a:latin typeface="Arial Narrow" panose="020B0606020202030204" pitchFamily="34" charset="0"/>
              </a:rPr>
              <a:t>(5)</a:t>
            </a:r>
            <a:endParaRPr lang="en-US" sz="1200" b="0" spc="40">
              <a:solidFill>
                <a:schemeClr val="tx1">
                  <a:lumMod val="50000"/>
                  <a:lumOff val="50000"/>
                </a:schemeClr>
              </a:solidFill>
              <a:latin typeface="Arial Narrow" panose="020B0606020202030204" pitchFamily="34" charset="0"/>
            </a:endParaRPr>
          </a:p>
        </p:txBody>
      </p:sp>
      <p:sp>
        <p:nvSpPr>
          <p:cNvPr id="16" name="Oval 15">
            <a:extLst>
              <a:ext uri="{FF2B5EF4-FFF2-40B4-BE49-F238E27FC236}">
                <a16:creationId xmlns:a16="http://schemas.microsoft.com/office/drawing/2014/main" id="{E87CC59B-1161-42EE-9B89-3C95127CC4A1}"/>
              </a:ext>
            </a:extLst>
          </p:cNvPr>
          <p:cNvSpPr/>
          <p:nvPr/>
        </p:nvSpPr>
        <p:spPr>
          <a:xfrm>
            <a:off x="10282275" y="5355441"/>
            <a:ext cx="914400" cy="914400"/>
          </a:xfrm>
          <a:prstGeom prst="ellipse">
            <a:avLst/>
          </a:prstGeom>
          <a:solidFill>
            <a:schemeClr val="accent4">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pPr algn="ctr">
              <a:lnSpc>
                <a:spcPct val="110000"/>
              </a:lnSpc>
              <a:spcAft>
                <a:spcPts val="900"/>
              </a:spcAft>
            </a:pPr>
            <a:endParaRPr lang="en-US" sz="900" b="0" spc="40">
              <a:solidFill>
                <a:schemeClr val="tx1">
                  <a:lumMod val="75000"/>
                  <a:lumOff val="25000"/>
                </a:schemeClr>
              </a:solidFill>
              <a:latin typeface="Arial Narrow" panose="020B0606020202030204" pitchFamily="34" charset="0"/>
            </a:endParaRPr>
          </a:p>
        </p:txBody>
      </p:sp>
      <p:sp>
        <p:nvSpPr>
          <p:cNvPr id="17" name="TextBox 16">
            <a:extLst>
              <a:ext uri="{FF2B5EF4-FFF2-40B4-BE49-F238E27FC236}">
                <a16:creationId xmlns:a16="http://schemas.microsoft.com/office/drawing/2014/main" id="{14F8F8B6-1950-408F-94B6-C30F10CE1D42}"/>
              </a:ext>
            </a:extLst>
          </p:cNvPr>
          <p:cNvSpPr txBox="1"/>
          <p:nvPr/>
        </p:nvSpPr>
        <p:spPr>
          <a:xfrm>
            <a:off x="10282274" y="5366391"/>
            <a:ext cx="914399" cy="903450"/>
          </a:xfrm>
          <a:prstGeom prst="rect">
            <a:avLst/>
          </a:prstGeom>
          <a:noFill/>
        </p:spPr>
        <p:txBody>
          <a:bodyPr wrap="none" lIns="0" tIns="0" rIns="0" bIns="0" rtlCol="0" anchor="ctr">
            <a:noAutofit/>
          </a:bodyPr>
          <a:lstStyle/>
          <a:p>
            <a:pPr algn="ctr">
              <a:lnSpc>
                <a:spcPct val="110000"/>
              </a:lnSpc>
              <a:spcAft>
                <a:spcPts val="900"/>
              </a:spcAft>
            </a:pPr>
            <a:r>
              <a:rPr lang="en-US" sz="1200" b="0" spc="40">
                <a:solidFill>
                  <a:schemeClr val="tx1">
                    <a:lumMod val="75000"/>
                    <a:lumOff val="25000"/>
                  </a:schemeClr>
                </a:solidFill>
                <a:latin typeface="Arial Narrow" panose="020B0606020202030204" pitchFamily="34" charset="0"/>
              </a:rPr>
              <a:t>New Feature</a:t>
            </a:r>
            <a:br>
              <a:rPr lang="en-US" sz="1200" b="0" spc="40">
                <a:solidFill>
                  <a:schemeClr val="tx1">
                    <a:lumMod val="75000"/>
                    <a:lumOff val="25000"/>
                  </a:schemeClr>
                </a:solidFill>
                <a:latin typeface="Arial Narrow" panose="020B0606020202030204" pitchFamily="34" charset="0"/>
              </a:rPr>
            </a:br>
            <a:r>
              <a:rPr lang="en-US" sz="1050" b="0" spc="40">
                <a:solidFill>
                  <a:schemeClr val="tx1">
                    <a:lumMod val="75000"/>
                    <a:lumOff val="25000"/>
                  </a:schemeClr>
                </a:solidFill>
                <a:latin typeface="Arial Narrow" panose="020B0606020202030204" pitchFamily="34" charset="0"/>
              </a:rPr>
              <a:t>(5)</a:t>
            </a:r>
            <a:endParaRPr lang="en-US" sz="1200" b="0" spc="40">
              <a:solidFill>
                <a:schemeClr val="tx1">
                  <a:lumMod val="75000"/>
                  <a:lumOff val="25000"/>
                </a:schemeClr>
              </a:solidFill>
              <a:latin typeface="Arial Narrow" panose="020B0606020202030204" pitchFamily="34" charset="0"/>
            </a:endParaRPr>
          </a:p>
        </p:txBody>
      </p:sp>
      <p:sp>
        <p:nvSpPr>
          <p:cNvPr id="18" name="Oval 17">
            <a:extLst>
              <a:ext uri="{FF2B5EF4-FFF2-40B4-BE49-F238E27FC236}">
                <a16:creationId xmlns:a16="http://schemas.microsoft.com/office/drawing/2014/main" id="{83627A06-2A16-445D-BC3C-A906907DA071}"/>
              </a:ext>
            </a:extLst>
          </p:cNvPr>
          <p:cNvSpPr/>
          <p:nvPr/>
        </p:nvSpPr>
        <p:spPr>
          <a:xfrm>
            <a:off x="11037243" y="4933583"/>
            <a:ext cx="640080" cy="640080"/>
          </a:xfrm>
          <a:prstGeom prst="ellipse">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pPr algn="ctr">
              <a:lnSpc>
                <a:spcPct val="110000"/>
              </a:lnSpc>
              <a:spcAft>
                <a:spcPts val="900"/>
              </a:spcAft>
            </a:pPr>
            <a:endParaRPr lang="en-US" sz="900" b="0" spc="40">
              <a:solidFill>
                <a:schemeClr val="tx1">
                  <a:lumMod val="75000"/>
                  <a:lumOff val="25000"/>
                </a:schemeClr>
              </a:solidFill>
              <a:latin typeface="Arial Narrow" panose="020B0606020202030204" pitchFamily="34" charset="0"/>
            </a:endParaRPr>
          </a:p>
        </p:txBody>
      </p:sp>
      <p:sp>
        <p:nvSpPr>
          <p:cNvPr id="19" name="TextBox 18">
            <a:extLst>
              <a:ext uri="{FF2B5EF4-FFF2-40B4-BE49-F238E27FC236}">
                <a16:creationId xmlns:a16="http://schemas.microsoft.com/office/drawing/2014/main" id="{DFB9CFC6-7A81-49C9-915A-E4BE634E0B18}"/>
              </a:ext>
            </a:extLst>
          </p:cNvPr>
          <p:cNvSpPr txBox="1"/>
          <p:nvPr/>
        </p:nvSpPr>
        <p:spPr>
          <a:xfrm>
            <a:off x="11037242" y="4933583"/>
            <a:ext cx="640080" cy="640080"/>
          </a:xfrm>
          <a:prstGeom prst="rect">
            <a:avLst/>
          </a:prstGeom>
          <a:noFill/>
        </p:spPr>
        <p:txBody>
          <a:bodyPr wrap="none" lIns="0" tIns="0" rIns="0" bIns="0" rtlCol="0" anchor="ctr">
            <a:noAutofit/>
          </a:bodyPr>
          <a:lstStyle/>
          <a:p>
            <a:pPr algn="ctr">
              <a:lnSpc>
                <a:spcPct val="110000"/>
              </a:lnSpc>
              <a:spcAft>
                <a:spcPts val="900"/>
              </a:spcAft>
            </a:pPr>
            <a:r>
              <a:rPr lang="en-US" sz="1200" b="0" spc="40">
                <a:solidFill>
                  <a:schemeClr val="tx1">
                    <a:lumMod val="50000"/>
                    <a:lumOff val="50000"/>
                  </a:schemeClr>
                </a:solidFill>
                <a:latin typeface="Arial Narrow" panose="020B0606020202030204" pitchFamily="34" charset="0"/>
              </a:rPr>
              <a:t>Others</a:t>
            </a:r>
            <a:br>
              <a:rPr lang="en-US" sz="1200" b="0" spc="40">
                <a:solidFill>
                  <a:schemeClr val="tx1">
                    <a:lumMod val="50000"/>
                    <a:lumOff val="50000"/>
                  </a:schemeClr>
                </a:solidFill>
                <a:latin typeface="Arial Narrow" panose="020B0606020202030204" pitchFamily="34" charset="0"/>
              </a:rPr>
            </a:br>
            <a:r>
              <a:rPr lang="en-US" sz="1050" b="0" spc="40">
                <a:solidFill>
                  <a:schemeClr val="tx1">
                    <a:lumMod val="50000"/>
                    <a:lumOff val="50000"/>
                  </a:schemeClr>
                </a:solidFill>
                <a:latin typeface="Arial Narrow" panose="020B0606020202030204" pitchFamily="34" charset="0"/>
              </a:rPr>
              <a:t>(3)</a:t>
            </a:r>
            <a:endParaRPr lang="en-US" sz="1200" b="0" spc="40">
              <a:solidFill>
                <a:schemeClr val="tx1">
                  <a:lumMod val="50000"/>
                  <a:lumOff val="50000"/>
                </a:schemeClr>
              </a:solidFill>
              <a:latin typeface="Arial Narrow" panose="020B0606020202030204" pitchFamily="34" charset="0"/>
            </a:endParaRPr>
          </a:p>
        </p:txBody>
      </p:sp>
      <p:sp>
        <p:nvSpPr>
          <p:cNvPr id="21" name="Text Placeholder 3">
            <a:extLst>
              <a:ext uri="{FF2B5EF4-FFF2-40B4-BE49-F238E27FC236}">
                <a16:creationId xmlns:a16="http://schemas.microsoft.com/office/drawing/2014/main" id="{C30DA02C-CDAB-48B9-9E73-4E1A4A985002}"/>
              </a:ext>
            </a:extLst>
          </p:cNvPr>
          <p:cNvSpPr txBox="1">
            <a:spLocks/>
          </p:cNvSpPr>
          <p:nvPr/>
        </p:nvSpPr>
        <p:spPr>
          <a:xfrm>
            <a:off x="988115" y="1482664"/>
            <a:ext cx="6596354" cy="5033241"/>
          </a:xfrm>
          <a:prstGeom prst="rect">
            <a:avLst/>
          </a:prstGeom>
        </p:spPr>
        <p:txBody>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pPr marL="684213" lvl="1" indent="-342900">
              <a:buFont typeface="Arial" panose="020B0604020202020204" pitchFamily="34" charset="0"/>
              <a:buChar char="•"/>
            </a:pPr>
            <a:r>
              <a:rPr lang="en-US" sz="1800" kern="0">
                <a:solidFill>
                  <a:schemeClr val="tx1">
                    <a:lumMod val="75000"/>
                    <a:lumOff val="25000"/>
                  </a:schemeClr>
                </a:solidFill>
                <a:latin typeface="Arial Narrow" panose="020B0606020202030204" pitchFamily="34" charset="0"/>
              </a:rPr>
              <a:t>One thing could be nice, I wish have a refresh button or </a:t>
            </a:r>
            <a:br>
              <a:rPr lang="en-US" sz="1800" kern="0">
                <a:solidFill>
                  <a:schemeClr val="tx1">
                    <a:lumMod val="75000"/>
                    <a:lumOff val="25000"/>
                  </a:schemeClr>
                </a:solidFill>
                <a:latin typeface="Arial Narrow" panose="020B0606020202030204" pitchFamily="34" charset="0"/>
              </a:rPr>
            </a:br>
            <a:r>
              <a:rPr lang="en-US" sz="1800" kern="0">
                <a:solidFill>
                  <a:schemeClr val="tx1">
                    <a:lumMod val="75000"/>
                    <a:lumOff val="25000"/>
                  </a:schemeClr>
                </a:solidFill>
                <a:latin typeface="Arial Narrow" panose="020B0606020202030204" pitchFamily="34" charset="0"/>
              </a:rPr>
              <a:t>refresh info like every 5 minutes, because new deals, </a:t>
            </a:r>
            <a:br>
              <a:rPr lang="en-US" sz="1800" kern="0">
                <a:solidFill>
                  <a:schemeClr val="tx1">
                    <a:lumMod val="75000"/>
                    <a:lumOff val="25000"/>
                  </a:schemeClr>
                </a:solidFill>
                <a:latin typeface="Arial Narrow" panose="020B0606020202030204" pitchFamily="34" charset="0"/>
              </a:rPr>
            </a:br>
            <a:r>
              <a:rPr lang="en-US" sz="1800" kern="0">
                <a:solidFill>
                  <a:schemeClr val="tx1">
                    <a:lumMod val="75000"/>
                    <a:lumOff val="25000"/>
                  </a:schemeClr>
                </a:solidFill>
                <a:latin typeface="Arial Narrow" panose="020B0606020202030204" pitchFamily="34" charset="0"/>
              </a:rPr>
              <a:t>I go to home and come back here. Work Queue – Worklist</a:t>
            </a:r>
          </a:p>
          <a:p>
            <a:pPr marL="684213" lvl="1" indent="-342900">
              <a:buFont typeface="Arial" panose="020B0604020202020204" pitchFamily="34" charset="0"/>
              <a:buChar char="•"/>
            </a:pPr>
            <a:r>
              <a:rPr lang="en-US" sz="1800" kern="0">
                <a:solidFill>
                  <a:schemeClr val="tx1">
                    <a:lumMod val="75000"/>
                    <a:lumOff val="25000"/>
                  </a:schemeClr>
                </a:solidFill>
                <a:latin typeface="Arial Narrow" panose="020B0606020202030204" pitchFamily="34" charset="0"/>
              </a:rPr>
              <a:t>It would be nice is ‘Pin it’ the name that you can pin it as top</a:t>
            </a:r>
          </a:p>
          <a:p>
            <a:pPr marL="684213" lvl="1" indent="-342900">
              <a:buFont typeface="Arial" panose="020B0604020202020204" pitchFamily="34" charset="0"/>
              <a:buChar char="•"/>
            </a:pPr>
            <a:r>
              <a:rPr lang="en-US" sz="1800" kern="0">
                <a:solidFill>
                  <a:schemeClr val="tx1">
                    <a:lumMod val="75000"/>
                    <a:lumOff val="25000"/>
                  </a:schemeClr>
                </a:solidFill>
                <a:latin typeface="Arial Narrow" panose="020B0606020202030204" pitchFamily="34" charset="0"/>
              </a:rPr>
              <a:t>Export Excel format of both work queue and credit requests, probably items in the list</a:t>
            </a:r>
          </a:p>
          <a:p>
            <a:pPr marL="684213" lvl="1" indent="-342900">
              <a:buFont typeface="Arial" panose="020B0604020202020204" pitchFamily="34" charset="0"/>
              <a:buChar char="•"/>
            </a:pPr>
            <a:r>
              <a:rPr lang="en-US" sz="1800" kern="0">
                <a:solidFill>
                  <a:schemeClr val="tx1">
                    <a:lumMod val="75000"/>
                    <a:lumOff val="25000"/>
                  </a:schemeClr>
                </a:solidFill>
                <a:latin typeface="Arial Narrow" panose="020B0606020202030204" pitchFamily="34" charset="0"/>
              </a:rPr>
              <a:t>“How many do I need to call" there is no good way, </a:t>
            </a:r>
            <a:br>
              <a:rPr lang="en-US" sz="1800" kern="0">
                <a:solidFill>
                  <a:schemeClr val="tx1">
                    <a:lumMod val="75000"/>
                    <a:lumOff val="25000"/>
                  </a:schemeClr>
                </a:solidFill>
                <a:latin typeface="Arial Narrow" panose="020B0606020202030204" pitchFamily="34" charset="0"/>
              </a:rPr>
            </a:br>
            <a:r>
              <a:rPr lang="en-US" sz="1800" kern="0">
                <a:solidFill>
                  <a:schemeClr val="tx1">
                    <a:lumMod val="75000"/>
                    <a:lumOff val="25000"/>
                  </a:schemeClr>
                </a:solidFill>
                <a:latin typeface="Arial Narrow" panose="020B0606020202030204" pitchFamily="34" charset="0"/>
              </a:rPr>
              <a:t>something that I would like to know</a:t>
            </a:r>
          </a:p>
          <a:p>
            <a:pPr marL="684213" lvl="1" indent="-342900">
              <a:buFont typeface="Arial" panose="020B0604020202020204" pitchFamily="34" charset="0"/>
              <a:buChar char="•"/>
            </a:pPr>
            <a:r>
              <a:rPr lang="en-US" sz="1800" kern="0">
                <a:solidFill>
                  <a:schemeClr val="tx1">
                    <a:lumMod val="75000"/>
                    <a:lumOff val="25000"/>
                  </a:schemeClr>
                </a:solidFill>
                <a:latin typeface="Arial Narrow" panose="020B0606020202030204" pitchFamily="34" charset="0"/>
              </a:rPr>
              <a:t>The link from </a:t>
            </a:r>
            <a:r>
              <a:rPr lang="en-US" sz="1800" kern="0" err="1">
                <a:solidFill>
                  <a:schemeClr val="tx1">
                    <a:lumMod val="75000"/>
                    <a:lumOff val="25000"/>
                  </a:schemeClr>
                </a:solidFill>
                <a:latin typeface="Arial Narrow" panose="020B0606020202030204" pitchFamily="34" charset="0"/>
              </a:rPr>
              <a:t>ABTools</a:t>
            </a:r>
            <a:r>
              <a:rPr lang="en-US" sz="1800" kern="0">
                <a:solidFill>
                  <a:schemeClr val="tx1">
                    <a:lumMod val="75000"/>
                    <a:lumOff val="25000"/>
                  </a:schemeClr>
                </a:solidFill>
                <a:latin typeface="Arial Narrow" panose="020B0606020202030204" pitchFamily="34" charset="0"/>
              </a:rPr>
              <a:t> to FileNet</a:t>
            </a:r>
          </a:p>
          <a:p>
            <a:pPr marL="684213" lvl="1" indent="-342900">
              <a:buFont typeface="Arial" panose="020B0604020202020204" pitchFamily="34" charset="0"/>
              <a:buChar char="•"/>
            </a:pPr>
            <a:endParaRPr lang="en-US" sz="1800" kern="0">
              <a:solidFill>
                <a:schemeClr val="tx1">
                  <a:lumMod val="75000"/>
                  <a:lumOff val="25000"/>
                </a:schemeClr>
              </a:solidFill>
              <a:latin typeface="Arial Narrow" panose="020B0606020202030204" pitchFamily="34" charset="0"/>
            </a:endParaRPr>
          </a:p>
          <a:p>
            <a:pPr marL="684213" lvl="1" indent="-342900">
              <a:buFont typeface="Arial" panose="020B0604020202020204" pitchFamily="34" charset="0"/>
              <a:buChar char="•"/>
            </a:pPr>
            <a:endParaRPr lang="en-US" sz="1800" kern="0">
              <a:solidFill>
                <a:schemeClr val="tx1">
                  <a:lumMod val="75000"/>
                  <a:lumOff val="25000"/>
                </a:schemeClr>
              </a:solidFill>
              <a:latin typeface="Arial Narrow" panose="020B0606020202030204" pitchFamily="34" charset="0"/>
            </a:endParaRPr>
          </a:p>
          <a:p>
            <a:pPr marL="684213" lvl="1" indent="-342900">
              <a:buFont typeface="Arial" panose="020B0604020202020204" pitchFamily="34" charset="0"/>
              <a:buChar char="•"/>
            </a:pPr>
            <a:endParaRPr lang="en-US" sz="1800" kern="0">
              <a:solidFill>
                <a:schemeClr val="tx1">
                  <a:lumMod val="75000"/>
                  <a:lumOff val="25000"/>
                </a:schemeClr>
              </a:solidFill>
              <a:latin typeface="Arial Narrow" panose="020B0606020202030204" pitchFamily="34" charset="0"/>
            </a:endParaRPr>
          </a:p>
          <a:p>
            <a:pPr marL="684213" lvl="1" indent="-342900">
              <a:buFont typeface="Arial" panose="020B0604020202020204" pitchFamily="34" charset="0"/>
              <a:buChar char="•"/>
            </a:pPr>
            <a:endParaRPr lang="en-US" sz="1800" kern="0">
              <a:solidFill>
                <a:schemeClr val="tx1">
                  <a:lumMod val="75000"/>
                  <a:lumOff val="25000"/>
                </a:schemeClr>
              </a:solidFill>
              <a:latin typeface="Arial Narrow" panose="020B0606020202030204" pitchFamily="34" charset="0"/>
            </a:endParaRPr>
          </a:p>
          <a:p>
            <a:pPr marL="684213" lvl="1" indent="-342900">
              <a:buFont typeface="Arial" panose="020B0604020202020204" pitchFamily="34" charset="0"/>
              <a:buChar char="•"/>
            </a:pPr>
            <a:endParaRPr lang="en-US" sz="1800" kern="0">
              <a:solidFill>
                <a:schemeClr val="tx1">
                  <a:lumMod val="75000"/>
                  <a:lumOff val="25000"/>
                </a:schemeClr>
              </a:solidFill>
              <a:latin typeface="Arial Narrow" panose="020B0606020202030204" pitchFamily="34" charset="0"/>
            </a:endParaRPr>
          </a:p>
          <a:p>
            <a:pPr marL="684213" lvl="1" indent="-342900">
              <a:buFont typeface="Arial" panose="020B0604020202020204" pitchFamily="34" charset="0"/>
              <a:buChar char="•"/>
            </a:pPr>
            <a:endParaRPr lang="en-US" sz="1800" kern="0">
              <a:solidFill>
                <a:schemeClr val="tx1">
                  <a:lumMod val="75000"/>
                  <a:lumOff val="25000"/>
                </a:schemeClr>
              </a:solidFill>
              <a:latin typeface="Arial Narrow" panose="020B0606020202030204" pitchFamily="34" charset="0"/>
            </a:endParaRPr>
          </a:p>
          <a:p>
            <a:pPr marL="684213" lvl="1" indent="-342900">
              <a:buFont typeface="Arial" panose="020B0604020202020204" pitchFamily="34" charset="0"/>
              <a:buChar char="•"/>
            </a:pPr>
            <a:endParaRPr lang="en-US" sz="1800" kern="0">
              <a:solidFill>
                <a:schemeClr val="tx1">
                  <a:lumMod val="75000"/>
                  <a:lumOff val="25000"/>
                </a:schemeClr>
              </a:solidFill>
              <a:latin typeface="Arial Narrow" panose="020B0606020202030204" pitchFamily="34" charset="0"/>
            </a:endParaRPr>
          </a:p>
          <a:p>
            <a:pPr marL="684213" lvl="1" indent="-342900">
              <a:buFont typeface="Arial" panose="020B0604020202020204" pitchFamily="34" charset="0"/>
              <a:buChar char="•"/>
            </a:pPr>
            <a:endParaRPr lang="en-US" sz="1800" kern="0">
              <a:solidFill>
                <a:schemeClr val="tx1">
                  <a:lumMod val="75000"/>
                  <a:lumOff val="25000"/>
                </a:schemeClr>
              </a:solidFill>
              <a:latin typeface="Arial Narrow" panose="020B0606020202030204" pitchFamily="34" charset="0"/>
            </a:endParaRPr>
          </a:p>
          <a:p>
            <a:pPr marL="684213" lvl="1" indent="-342900">
              <a:buFont typeface="Arial" panose="020B0604020202020204" pitchFamily="34" charset="0"/>
              <a:buChar char="•"/>
            </a:pPr>
            <a:endParaRPr lang="en-US" sz="1800" kern="0">
              <a:solidFill>
                <a:schemeClr val="tx1">
                  <a:lumMod val="75000"/>
                  <a:lumOff val="25000"/>
                </a:schemeClr>
              </a:solidFill>
              <a:latin typeface="Arial Narrow" panose="020B0606020202030204" pitchFamily="34" charset="0"/>
            </a:endParaRPr>
          </a:p>
          <a:p>
            <a:endParaRPr lang="en-US" sz="1800" kern="0">
              <a:solidFill>
                <a:schemeClr val="tx1">
                  <a:lumMod val="75000"/>
                  <a:lumOff val="25000"/>
                </a:schemeClr>
              </a:solidFill>
              <a:latin typeface="Arial Narrow" panose="020B0606020202030204" pitchFamily="34" charset="0"/>
            </a:endParaRPr>
          </a:p>
        </p:txBody>
      </p:sp>
      <p:sp>
        <p:nvSpPr>
          <p:cNvPr id="22" name="Text Placeholder 3">
            <a:extLst>
              <a:ext uri="{FF2B5EF4-FFF2-40B4-BE49-F238E27FC236}">
                <a16:creationId xmlns:a16="http://schemas.microsoft.com/office/drawing/2014/main" id="{E3089620-F12C-450D-BB55-87F3C9FA965C}"/>
              </a:ext>
            </a:extLst>
          </p:cNvPr>
          <p:cNvSpPr txBox="1">
            <a:spLocks/>
          </p:cNvSpPr>
          <p:nvPr/>
        </p:nvSpPr>
        <p:spPr>
          <a:xfrm>
            <a:off x="104200" y="804107"/>
            <a:ext cx="1325494" cy="2006178"/>
          </a:xfrm>
          <a:prstGeom prst="rect">
            <a:avLst/>
          </a:prstGeom>
        </p:spPr>
        <p:txBody>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r>
              <a:rPr lang="en-US" sz="18000" kern="0">
                <a:solidFill>
                  <a:schemeClr val="bg1">
                    <a:lumMod val="75000"/>
                  </a:schemeClr>
                </a:solidFill>
                <a:latin typeface="Arial Nova" panose="020B0504020202020204" pitchFamily="34" charset="0"/>
              </a:rPr>
              <a:t>“</a:t>
            </a:r>
          </a:p>
        </p:txBody>
      </p:sp>
      <p:sp>
        <p:nvSpPr>
          <p:cNvPr id="23" name="Text Placeholder 3">
            <a:extLst>
              <a:ext uri="{FF2B5EF4-FFF2-40B4-BE49-F238E27FC236}">
                <a16:creationId xmlns:a16="http://schemas.microsoft.com/office/drawing/2014/main" id="{B65BE19D-035D-4829-967E-36B09F64E959}"/>
              </a:ext>
            </a:extLst>
          </p:cNvPr>
          <p:cNvSpPr txBox="1">
            <a:spLocks/>
          </p:cNvSpPr>
          <p:nvPr/>
        </p:nvSpPr>
        <p:spPr>
          <a:xfrm>
            <a:off x="7103718" y="790028"/>
            <a:ext cx="1325494" cy="2006178"/>
          </a:xfrm>
          <a:prstGeom prst="rect">
            <a:avLst/>
          </a:prstGeom>
        </p:spPr>
        <p:txBody>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r>
              <a:rPr lang="en-US" sz="18000" kern="0">
                <a:solidFill>
                  <a:schemeClr val="bg1">
                    <a:lumMod val="75000"/>
                  </a:schemeClr>
                </a:solidFill>
                <a:latin typeface="Arial Nova" panose="020B0504020202020204" pitchFamily="34" charset="0"/>
              </a:rPr>
              <a:t>”</a:t>
            </a:r>
          </a:p>
        </p:txBody>
      </p:sp>
    </p:spTree>
    <p:extLst>
      <p:ext uri="{BB962C8B-B14F-4D97-AF65-F5344CB8AC3E}">
        <p14:creationId xmlns:p14="http://schemas.microsoft.com/office/powerpoint/2010/main" val="29730499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4BF771C-6135-4C48-AA73-7CBC9572DB0B}"/>
              </a:ext>
            </a:extLst>
          </p:cNvPr>
          <p:cNvSpPr/>
          <p:nvPr/>
        </p:nvSpPr>
        <p:spPr>
          <a:xfrm>
            <a:off x="1" y="893"/>
            <a:ext cx="12196474" cy="6856214"/>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t" anchorCtr="0" forceAA="0" compatLnSpc="1">
            <a:prstTxWarp prst="textNoShape">
              <a:avLst/>
            </a:prstTxWarp>
            <a:noAutofit/>
          </a:bodyPr>
          <a:lstStyle/>
          <a:p>
            <a:pPr algn="ctr">
              <a:lnSpc>
                <a:spcPct val="110000"/>
              </a:lnSpc>
              <a:spcAft>
                <a:spcPts val="900"/>
              </a:spcAft>
            </a:pPr>
            <a:endParaRPr lang="en-US" sz="1999" spc="40">
              <a:solidFill>
                <a:srgbClr val="000000"/>
              </a:solidFill>
              <a:latin typeface="Arial" charset="0"/>
            </a:endParaRPr>
          </a:p>
        </p:txBody>
      </p:sp>
      <p:sp>
        <p:nvSpPr>
          <p:cNvPr id="9" name="Rectangle 75">
            <a:extLst>
              <a:ext uri="{FF2B5EF4-FFF2-40B4-BE49-F238E27FC236}">
                <a16:creationId xmlns:a16="http://schemas.microsoft.com/office/drawing/2014/main" id="{0E62F7C1-E850-490F-8ADC-69B29EB8865C}"/>
              </a:ext>
            </a:extLst>
          </p:cNvPr>
          <p:cNvSpPr/>
          <p:nvPr/>
        </p:nvSpPr>
        <p:spPr>
          <a:xfrm>
            <a:off x="5525511" y="577208"/>
            <a:ext cx="5058387" cy="6291184"/>
          </a:xfrm>
          <a:custGeom>
            <a:avLst/>
            <a:gdLst>
              <a:gd name="connsiteX0" fmla="*/ 0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0 w 5006146"/>
              <a:gd name="connsiteY4" fmla="*/ 0 h 6432884"/>
              <a:gd name="connsiteX0" fmla="*/ 1868557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1868557 w 5006146"/>
              <a:gd name="connsiteY4" fmla="*/ 0 h 6432884"/>
              <a:gd name="connsiteX0" fmla="*/ 4823792 w 7961381"/>
              <a:gd name="connsiteY0" fmla="*/ 0 h 6432884"/>
              <a:gd name="connsiteX1" fmla="*/ 7961381 w 7961381"/>
              <a:gd name="connsiteY1" fmla="*/ 0 h 6432884"/>
              <a:gd name="connsiteX2" fmla="*/ 7961381 w 7961381"/>
              <a:gd name="connsiteY2" fmla="*/ 6432884 h 6432884"/>
              <a:gd name="connsiteX3" fmla="*/ 0 w 7961381"/>
              <a:gd name="connsiteY3" fmla="*/ 6353371 h 6432884"/>
              <a:gd name="connsiteX4" fmla="*/ 4823792 w 7961381"/>
              <a:gd name="connsiteY4" fmla="*/ 0 h 6432884"/>
              <a:gd name="connsiteX0" fmla="*/ 5049079 w 8186668"/>
              <a:gd name="connsiteY0" fmla="*/ 0 h 6432884"/>
              <a:gd name="connsiteX1" fmla="*/ 8186668 w 8186668"/>
              <a:gd name="connsiteY1" fmla="*/ 0 h 6432884"/>
              <a:gd name="connsiteX2" fmla="*/ 8186668 w 8186668"/>
              <a:gd name="connsiteY2" fmla="*/ 6432884 h 6432884"/>
              <a:gd name="connsiteX3" fmla="*/ 0 w 8186668"/>
              <a:gd name="connsiteY3" fmla="*/ 6379876 h 6432884"/>
              <a:gd name="connsiteX4" fmla="*/ 5049079 w 8186668"/>
              <a:gd name="connsiteY4" fmla="*/ 0 h 6432884"/>
              <a:gd name="connsiteX0" fmla="*/ 5102088 w 8239677"/>
              <a:gd name="connsiteY0" fmla="*/ 0 h 6432884"/>
              <a:gd name="connsiteX1" fmla="*/ 8239677 w 8239677"/>
              <a:gd name="connsiteY1" fmla="*/ 0 h 6432884"/>
              <a:gd name="connsiteX2" fmla="*/ 8239677 w 8239677"/>
              <a:gd name="connsiteY2" fmla="*/ 6432884 h 6432884"/>
              <a:gd name="connsiteX3" fmla="*/ 0 w 8239677"/>
              <a:gd name="connsiteY3" fmla="*/ 6393128 h 6432884"/>
              <a:gd name="connsiteX4" fmla="*/ 5102088 w 8239677"/>
              <a:gd name="connsiteY4" fmla="*/ 0 h 6432884"/>
              <a:gd name="connsiteX0" fmla="*/ 5102088 w 8239677"/>
              <a:gd name="connsiteY0" fmla="*/ 0 h 6418433"/>
              <a:gd name="connsiteX1" fmla="*/ 8239677 w 8239677"/>
              <a:gd name="connsiteY1" fmla="*/ 0 h 6418433"/>
              <a:gd name="connsiteX2" fmla="*/ 363933 w 8239677"/>
              <a:gd name="connsiteY2" fmla="*/ 6418433 h 6418433"/>
              <a:gd name="connsiteX3" fmla="*/ 0 w 8239677"/>
              <a:gd name="connsiteY3" fmla="*/ 6393128 h 6418433"/>
              <a:gd name="connsiteX4" fmla="*/ 5102088 w 8239677"/>
              <a:gd name="connsiteY4" fmla="*/ 0 h 6418433"/>
              <a:gd name="connsiteX0" fmla="*/ 5102088 w 5479554"/>
              <a:gd name="connsiteY0" fmla="*/ 0 h 6418433"/>
              <a:gd name="connsiteX1" fmla="*/ 5479554 w 5479554"/>
              <a:gd name="connsiteY1" fmla="*/ 14451 h 6418433"/>
              <a:gd name="connsiteX2" fmla="*/ 363933 w 5479554"/>
              <a:gd name="connsiteY2" fmla="*/ 6418433 h 6418433"/>
              <a:gd name="connsiteX3" fmla="*/ 0 w 5479554"/>
              <a:gd name="connsiteY3" fmla="*/ 6393128 h 6418433"/>
              <a:gd name="connsiteX4" fmla="*/ 5102088 w 5479554"/>
              <a:gd name="connsiteY4" fmla="*/ 0 h 6418433"/>
              <a:gd name="connsiteX0" fmla="*/ 5120384 w 5497850"/>
              <a:gd name="connsiteY0" fmla="*/ 0 h 6448015"/>
              <a:gd name="connsiteX1" fmla="*/ 5497850 w 5497850"/>
              <a:gd name="connsiteY1" fmla="*/ 14451 h 6448015"/>
              <a:gd name="connsiteX2" fmla="*/ 382229 w 5497850"/>
              <a:gd name="connsiteY2" fmla="*/ 6418433 h 6448015"/>
              <a:gd name="connsiteX3" fmla="*/ 0 w 5497850"/>
              <a:gd name="connsiteY3" fmla="*/ 6448015 h 6448015"/>
              <a:gd name="connsiteX4" fmla="*/ 5120384 w 5497850"/>
              <a:gd name="connsiteY4" fmla="*/ 0 h 6448015"/>
              <a:gd name="connsiteX0" fmla="*/ 5120384 w 5497850"/>
              <a:gd name="connsiteY0" fmla="*/ 0 h 6448015"/>
              <a:gd name="connsiteX1" fmla="*/ 5497850 w 5497850"/>
              <a:gd name="connsiteY1" fmla="*/ 14451 h 6448015"/>
              <a:gd name="connsiteX2" fmla="*/ 418820 w 5497850"/>
              <a:gd name="connsiteY2" fmla="*/ 6436729 h 6448015"/>
              <a:gd name="connsiteX3" fmla="*/ 0 w 5497850"/>
              <a:gd name="connsiteY3" fmla="*/ 6448015 h 6448015"/>
              <a:gd name="connsiteX4" fmla="*/ 5120384 w 5497850"/>
              <a:gd name="connsiteY4" fmla="*/ 0 h 6448015"/>
              <a:gd name="connsiteX0" fmla="*/ 5129532 w 5506998"/>
              <a:gd name="connsiteY0" fmla="*/ 0 h 6438867"/>
              <a:gd name="connsiteX1" fmla="*/ 5506998 w 5506998"/>
              <a:gd name="connsiteY1" fmla="*/ 14451 h 6438867"/>
              <a:gd name="connsiteX2" fmla="*/ 427968 w 5506998"/>
              <a:gd name="connsiteY2" fmla="*/ 6436729 h 6438867"/>
              <a:gd name="connsiteX3" fmla="*/ 0 w 5506998"/>
              <a:gd name="connsiteY3" fmla="*/ 6438867 h 6438867"/>
              <a:gd name="connsiteX4" fmla="*/ 5129532 w 5506998"/>
              <a:gd name="connsiteY4" fmla="*/ 0 h 6438867"/>
              <a:gd name="connsiteX0" fmla="*/ 5129532 w 5506998"/>
              <a:gd name="connsiteY0" fmla="*/ 0 h 6438867"/>
              <a:gd name="connsiteX1" fmla="*/ 5506998 w 5506998"/>
              <a:gd name="connsiteY1" fmla="*/ 14451 h 6438867"/>
              <a:gd name="connsiteX2" fmla="*/ 427968 w 5506998"/>
              <a:gd name="connsiteY2" fmla="*/ 6436729 h 6438867"/>
              <a:gd name="connsiteX3" fmla="*/ 0 w 5506998"/>
              <a:gd name="connsiteY3" fmla="*/ 6438867 h 6438867"/>
              <a:gd name="connsiteX4" fmla="*/ 5129532 w 5506998"/>
              <a:gd name="connsiteY4" fmla="*/ 0 h 6438867"/>
              <a:gd name="connsiteX0" fmla="*/ 5129532 w 5517385"/>
              <a:gd name="connsiteY0" fmla="*/ 0 h 6438867"/>
              <a:gd name="connsiteX1" fmla="*/ 5517385 w 5517385"/>
              <a:gd name="connsiteY1" fmla="*/ 4705 h 6438867"/>
              <a:gd name="connsiteX2" fmla="*/ 427968 w 5517385"/>
              <a:gd name="connsiteY2" fmla="*/ 6436729 h 6438867"/>
              <a:gd name="connsiteX3" fmla="*/ 0 w 5517385"/>
              <a:gd name="connsiteY3" fmla="*/ 6438867 h 6438867"/>
              <a:gd name="connsiteX4" fmla="*/ 5129532 w 5517385"/>
              <a:gd name="connsiteY4" fmla="*/ 0 h 643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7385" h="6438867">
                <a:moveTo>
                  <a:pt x="5129532" y="0"/>
                </a:moveTo>
                <a:lnTo>
                  <a:pt x="5517385" y="4705"/>
                </a:lnTo>
                <a:lnTo>
                  <a:pt x="427968" y="6436729"/>
                </a:lnTo>
                <a:lnTo>
                  <a:pt x="0" y="6438867"/>
                </a:lnTo>
                <a:lnTo>
                  <a:pt x="5129532" y="0"/>
                </a:lnTo>
                <a:close/>
              </a:path>
            </a:pathLst>
          </a:custGeom>
          <a:solidFill>
            <a:schemeClr val="tx1">
              <a:alpha val="2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ctr" anchorCtr="0" forceAA="0" compatLnSpc="1">
            <a:prstTxWarp prst="textNoShape">
              <a:avLst/>
            </a:prstTxWarp>
            <a:noAutofit/>
          </a:bodyPr>
          <a:lstStyle/>
          <a:p>
            <a:pPr marL="2921711" algn="ctr">
              <a:lnSpc>
                <a:spcPct val="110000"/>
              </a:lnSpc>
              <a:spcAft>
                <a:spcPts val="900"/>
              </a:spcAft>
            </a:pPr>
            <a:endParaRPr lang="en-US" sz="5998" spc="40">
              <a:solidFill>
                <a:schemeClr val="bg1"/>
              </a:solidFill>
              <a:latin typeface="Arial" charset="0"/>
            </a:endParaRPr>
          </a:p>
        </p:txBody>
      </p:sp>
      <p:sp>
        <p:nvSpPr>
          <p:cNvPr id="10" name="Rectangle 75">
            <a:extLst>
              <a:ext uri="{FF2B5EF4-FFF2-40B4-BE49-F238E27FC236}">
                <a16:creationId xmlns:a16="http://schemas.microsoft.com/office/drawing/2014/main" id="{84D232F2-2D8F-45C0-B312-28FD042D0FE1}"/>
              </a:ext>
            </a:extLst>
          </p:cNvPr>
          <p:cNvSpPr/>
          <p:nvPr/>
        </p:nvSpPr>
        <p:spPr>
          <a:xfrm>
            <a:off x="5923956" y="316"/>
            <a:ext cx="6282787" cy="6856792"/>
          </a:xfrm>
          <a:custGeom>
            <a:avLst/>
            <a:gdLst>
              <a:gd name="connsiteX0" fmla="*/ 0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0 w 5006146"/>
              <a:gd name="connsiteY4" fmla="*/ 0 h 6432884"/>
              <a:gd name="connsiteX0" fmla="*/ 1868557 w 5006146"/>
              <a:gd name="connsiteY0" fmla="*/ 0 h 6432884"/>
              <a:gd name="connsiteX1" fmla="*/ 5006146 w 5006146"/>
              <a:gd name="connsiteY1" fmla="*/ 0 h 6432884"/>
              <a:gd name="connsiteX2" fmla="*/ 5006146 w 5006146"/>
              <a:gd name="connsiteY2" fmla="*/ 6432884 h 6432884"/>
              <a:gd name="connsiteX3" fmla="*/ 0 w 5006146"/>
              <a:gd name="connsiteY3" fmla="*/ 6432884 h 6432884"/>
              <a:gd name="connsiteX4" fmla="*/ 1868557 w 5006146"/>
              <a:gd name="connsiteY4" fmla="*/ 0 h 6432884"/>
              <a:gd name="connsiteX0" fmla="*/ 4823792 w 7961381"/>
              <a:gd name="connsiteY0" fmla="*/ 0 h 6432884"/>
              <a:gd name="connsiteX1" fmla="*/ 7961381 w 7961381"/>
              <a:gd name="connsiteY1" fmla="*/ 0 h 6432884"/>
              <a:gd name="connsiteX2" fmla="*/ 7961381 w 7961381"/>
              <a:gd name="connsiteY2" fmla="*/ 6432884 h 6432884"/>
              <a:gd name="connsiteX3" fmla="*/ 0 w 7961381"/>
              <a:gd name="connsiteY3" fmla="*/ 6353371 h 6432884"/>
              <a:gd name="connsiteX4" fmla="*/ 4823792 w 7961381"/>
              <a:gd name="connsiteY4" fmla="*/ 0 h 6432884"/>
              <a:gd name="connsiteX0" fmla="*/ 5049079 w 8186668"/>
              <a:gd name="connsiteY0" fmla="*/ 0 h 6432884"/>
              <a:gd name="connsiteX1" fmla="*/ 8186668 w 8186668"/>
              <a:gd name="connsiteY1" fmla="*/ 0 h 6432884"/>
              <a:gd name="connsiteX2" fmla="*/ 8186668 w 8186668"/>
              <a:gd name="connsiteY2" fmla="*/ 6432884 h 6432884"/>
              <a:gd name="connsiteX3" fmla="*/ 0 w 8186668"/>
              <a:gd name="connsiteY3" fmla="*/ 6379876 h 6432884"/>
              <a:gd name="connsiteX4" fmla="*/ 5049079 w 8186668"/>
              <a:gd name="connsiteY4" fmla="*/ 0 h 6432884"/>
              <a:gd name="connsiteX0" fmla="*/ 5102088 w 8239677"/>
              <a:gd name="connsiteY0" fmla="*/ 0 h 6432884"/>
              <a:gd name="connsiteX1" fmla="*/ 8239677 w 8239677"/>
              <a:gd name="connsiteY1" fmla="*/ 0 h 6432884"/>
              <a:gd name="connsiteX2" fmla="*/ 8239677 w 8239677"/>
              <a:gd name="connsiteY2" fmla="*/ 6432884 h 6432884"/>
              <a:gd name="connsiteX3" fmla="*/ 0 w 8239677"/>
              <a:gd name="connsiteY3" fmla="*/ 6393128 h 6432884"/>
              <a:gd name="connsiteX4" fmla="*/ 5102088 w 8239677"/>
              <a:gd name="connsiteY4" fmla="*/ 0 h 6432884"/>
              <a:gd name="connsiteX0" fmla="*/ 5093699 w 8231288"/>
              <a:gd name="connsiteY0" fmla="*/ 0 h 6435073"/>
              <a:gd name="connsiteX1" fmla="*/ 8231288 w 8231288"/>
              <a:gd name="connsiteY1" fmla="*/ 0 h 6435073"/>
              <a:gd name="connsiteX2" fmla="*/ 8231288 w 8231288"/>
              <a:gd name="connsiteY2" fmla="*/ 6432884 h 6435073"/>
              <a:gd name="connsiteX3" fmla="*/ 0 w 8231288"/>
              <a:gd name="connsiteY3" fmla="*/ 6435073 h 6435073"/>
              <a:gd name="connsiteX4" fmla="*/ 5093699 w 8231288"/>
              <a:gd name="connsiteY4" fmla="*/ 0 h 6435073"/>
              <a:gd name="connsiteX0" fmla="*/ 5093699 w 8231288"/>
              <a:gd name="connsiteY0" fmla="*/ 0 h 6435073"/>
              <a:gd name="connsiteX1" fmla="*/ 6242067 w 8231288"/>
              <a:gd name="connsiteY1" fmla="*/ 0 h 6435073"/>
              <a:gd name="connsiteX2" fmla="*/ 8231288 w 8231288"/>
              <a:gd name="connsiteY2" fmla="*/ 6432884 h 6435073"/>
              <a:gd name="connsiteX3" fmla="*/ 0 w 8231288"/>
              <a:gd name="connsiteY3" fmla="*/ 6435073 h 6435073"/>
              <a:gd name="connsiteX4" fmla="*/ 5093699 w 8231288"/>
              <a:gd name="connsiteY4" fmla="*/ 0 h 6435073"/>
              <a:gd name="connsiteX0" fmla="*/ 5093699 w 6274151"/>
              <a:gd name="connsiteY0" fmla="*/ 0 h 6435073"/>
              <a:gd name="connsiteX1" fmla="*/ 6242067 w 6274151"/>
              <a:gd name="connsiteY1" fmla="*/ 0 h 6435073"/>
              <a:gd name="connsiteX2" fmla="*/ 6274151 w 6274151"/>
              <a:gd name="connsiteY2" fmla="*/ 6432884 h 6435073"/>
              <a:gd name="connsiteX3" fmla="*/ 0 w 6274151"/>
              <a:gd name="connsiteY3" fmla="*/ 6435073 h 6435073"/>
              <a:gd name="connsiteX4" fmla="*/ 5093699 w 6274151"/>
              <a:gd name="connsiteY4" fmla="*/ 0 h 6435073"/>
              <a:gd name="connsiteX0" fmla="*/ 5093699 w 6274151"/>
              <a:gd name="connsiteY0" fmla="*/ 0 h 6435073"/>
              <a:gd name="connsiteX1" fmla="*/ 6258109 w 6274151"/>
              <a:gd name="connsiteY1" fmla="*/ 16042 h 6435073"/>
              <a:gd name="connsiteX2" fmla="*/ 6274151 w 6274151"/>
              <a:gd name="connsiteY2" fmla="*/ 6432884 h 6435073"/>
              <a:gd name="connsiteX3" fmla="*/ 0 w 6274151"/>
              <a:gd name="connsiteY3" fmla="*/ 6435073 h 6435073"/>
              <a:gd name="connsiteX4" fmla="*/ 5093699 w 6274151"/>
              <a:gd name="connsiteY4" fmla="*/ 0 h 6435073"/>
              <a:gd name="connsiteX0" fmla="*/ 5093699 w 6284424"/>
              <a:gd name="connsiteY0" fmla="*/ 542 h 6435615"/>
              <a:gd name="connsiteX1" fmla="*/ 6283509 w 6284424"/>
              <a:gd name="connsiteY1" fmla="*/ 1688 h 6435615"/>
              <a:gd name="connsiteX2" fmla="*/ 6274151 w 6284424"/>
              <a:gd name="connsiteY2" fmla="*/ 6433426 h 6435615"/>
              <a:gd name="connsiteX3" fmla="*/ 0 w 6284424"/>
              <a:gd name="connsiteY3" fmla="*/ 6435615 h 6435615"/>
              <a:gd name="connsiteX4" fmla="*/ 5093699 w 6284424"/>
              <a:gd name="connsiteY4" fmla="*/ 542 h 6435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84424" h="6435615">
                <a:moveTo>
                  <a:pt x="5093699" y="542"/>
                </a:moveTo>
                <a:cubicBezTo>
                  <a:pt x="5481836" y="5889"/>
                  <a:pt x="5895372" y="-3659"/>
                  <a:pt x="6283509" y="1688"/>
                </a:cubicBezTo>
                <a:cubicBezTo>
                  <a:pt x="6288856" y="2140635"/>
                  <a:pt x="6268804" y="4294479"/>
                  <a:pt x="6274151" y="6433426"/>
                </a:cubicBezTo>
                <a:lnTo>
                  <a:pt x="0" y="6435615"/>
                </a:lnTo>
                <a:lnTo>
                  <a:pt x="5093699" y="542"/>
                </a:lnTo>
                <a:close/>
              </a:path>
            </a:pathLst>
          </a:custGeom>
          <a:solidFill>
            <a:schemeClr val="tx1">
              <a:alpha val="3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540" tIns="118841" rIns="228540" bIns="118841" numCol="1" spcCol="0" rtlCol="0" fromWordArt="0" anchor="ctr" anchorCtr="0" forceAA="0" compatLnSpc="1">
            <a:prstTxWarp prst="textNoShape">
              <a:avLst/>
            </a:prstTxWarp>
            <a:noAutofit/>
          </a:bodyPr>
          <a:lstStyle/>
          <a:p>
            <a:pPr marL="2921711" algn="ctr">
              <a:lnSpc>
                <a:spcPct val="110000"/>
              </a:lnSpc>
              <a:spcAft>
                <a:spcPts val="900"/>
              </a:spcAft>
            </a:pPr>
            <a:endParaRPr lang="en-US" sz="5998" spc="40">
              <a:solidFill>
                <a:schemeClr val="bg1"/>
              </a:solidFill>
              <a:latin typeface="Arial" charset="0"/>
            </a:endParaRPr>
          </a:p>
        </p:txBody>
      </p:sp>
      <p:sp>
        <p:nvSpPr>
          <p:cNvPr id="6" name="Title 1">
            <a:extLst>
              <a:ext uri="{FF2B5EF4-FFF2-40B4-BE49-F238E27FC236}">
                <a16:creationId xmlns:a16="http://schemas.microsoft.com/office/drawing/2014/main" id="{919F9C14-1333-4FA0-B627-256705CEBADC}"/>
              </a:ext>
            </a:extLst>
          </p:cNvPr>
          <p:cNvSpPr txBox="1">
            <a:spLocks/>
          </p:cNvSpPr>
          <p:nvPr/>
        </p:nvSpPr>
        <p:spPr>
          <a:xfrm>
            <a:off x="736840" y="452673"/>
            <a:ext cx="6861172" cy="498475"/>
          </a:xfrm>
          <a:prstGeom prst="rect">
            <a:avLst/>
          </a:prstGeom>
        </p:spPr>
        <p:txBody>
          <a:bodyPr/>
          <a:lstStyle>
            <a:lvl1pPr algn="l" rtl="0" eaLnBrk="1" fontAlgn="base" hangingPunct="1">
              <a:lnSpc>
                <a:spcPts val="32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a:lstStyle>
          <a:p>
            <a:r>
              <a:rPr lang="en-US" kern="0"/>
              <a:t>Not working as expected</a:t>
            </a:r>
          </a:p>
        </p:txBody>
      </p:sp>
      <p:sp>
        <p:nvSpPr>
          <p:cNvPr id="7" name="Oval 6">
            <a:extLst>
              <a:ext uri="{FF2B5EF4-FFF2-40B4-BE49-F238E27FC236}">
                <a16:creationId xmlns:a16="http://schemas.microsoft.com/office/drawing/2014/main" id="{FA434762-D3B4-4C1E-BEEC-18034B0DA070}"/>
              </a:ext>
            </a:extLst>
          </p:cNvPr>
          <p:cNvSpPr/>
          <p:nvPr/>
        </p:nvSpPr>
        <p:spPr>
          <a:xfrm>
            <a:off x="9285671" y="3360214"/>
            <a:ext cx="2011680" cy="2011680"/>
          </a:xfrm>
          <a:prstGeom prst="ellipse">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pPr algn="ctr">
              <a:lnSpc>
                <a:spcPct val="110000"/>
              </a:lnSpc>
              <a:spcAft>
                <a:spcPts val="900"/>
              </a:spcAft>
            </a:pPr>
            <a:endParaRPr lang="en-US" sz="1400" b="0" spc="40">
              <a:solidFill>
                <a:schemeClr val="tx1">
                  <a:lumMod val="75000"/>
                  <a:lumOff val="25000"/>
                </a:schemeClr>
              </a:solidFill>
              <a:latin typeface="Arial Narrow" panose="020B0606020202030204" pitchFamily="34" charset="0"/>
            </a:endParaRPr>
          </a:p>
        </p:txBody>
      </p:sp>
      <p:sp>
        <p:nvSpPr>
          <p:cNvPr id="11" name="Oval 10">
            <a:extLst>
              <a:ext uri="{FF2B5EF4-FFF2-40B4-BE49-F238E27FC236}">
                <a16:creationId xmlns:a16="http://schemas.microsoft.com/office/drawing/2014/main" id="{B07754A3-B98C-4C0F-A92B-1F2716D6C57A}"/>
              </a:ext>
            </a:extLst>
          </p:cNvPr>
          <p:cNvSpPr/>
          <p:nvPr/>
        </p:nvSpPr>
        <p:spPr>
          <a:xfrm>
            <a:off x="8266499" y="4615855"/>
            <a:ext cx="1188720" cy="1188720"/>
          </a:xfrm>
          <a:prstGeom prst="ellipse">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pPr algn="ctr">
              <a:lnSpc>
                <a:spcPct val="110000"/>
              </a:lnSpc>
              <a:spcAft>
                <a:spcPts val="900"/>
              </a:spcAft>
            </a:pPr>
            <a:endParaRPr lang="en-US" sz="900" b="0" spc="40">
              <a:solidFill>
                <a:schemeClr val="tx1">
                  <a:lumMod val="75000"/>
                  <a:lumOff val="25000"/>
                </a:schemeClr>
              </a:solidFill>
              <a:latin typeface="Arial Narrow" panose="020B0606020202030204" pitchFamily="34" charset="0"/>
            </a:endParaRPr>
          </a:p>
        </p:txBody>
      </p:sp>
      <p:sp>
        <p:nvSpPr>
          <p:cNvPr id="12" name="TextBox 11">
            <a:extLst>
              <a:ext uri="{FF2B5EF4-FFF2-40B4-BE49-F238E27FC236}">
                <a16:creationId xmlns:a16="http://schemas.microsoft.com/office/drawing/2014/main" id="{5DF6E9EE-18AC-48DD-B4FE-0CE0845F7C0F}"/>
              </a:ext>
            </a:extLst>
          </p:cNvPr>
          <p:cNvSpPr txBox="1"/>
          <p:nvPr/>
        </p:nvSpPr>
        <p:spPr>
          <a:xfrm>
            <a:off x="9285670" y="3360213"/>
            <a:ext cx="2011680" cy="2006178"/>
          </a:xfrm>
          <a:prstGeom prst="rect">
            <a:avLst/>
          </a:prstGeom>
          <a:noFill/>
        </p:spPr>
        <p:txBody>
          <a:bodyPr wrap="none" lIns="0" tIns="0" rIns="0" bIns="0" rtlCol="0" anchor="ctr">
            <a:noAutofit/>
          </a:bodyPr>
          <a:lstStyle/>
          <a:p>
            <a:pPr algn="ctr">
              <a:lnSpc>
                <a:spcPct val="110000"/>
              </a:lnSpc>
              <a:spcAft>
                <a:spcPts val="900"/>
              </a:spcAft>
            </a:pPr>
            <a:r>
              <a:rPr lang="en-US" sz="2000" b="0" spc="40">
                <a:solidFill>
                  <a:schemeClr val="tx1">
                    <a:lumMod val="50000"/>
                    <a:lumOff val="50000"/>
                  </a:schemeClr>
                </a:solidFill>
                <a:latin typeface="Arial Narrow" panose="020B0606020202030204" pitchFamily="34" charset="0"/>
              </a:rPr>
              <a:t>Notes</a:t>
            </a:r>
            <a:br>
              <a:rPr lang="en-US" sz="2000" b="0" spc="40">
                <a:solidFill>
                  <a:schemeClr val="tx1">
                    <a:lumMod val="50000"/>
                    <a:lumOff val="50000"/>
                  </a:schemeClr>
                </a:solidFill>
                <a:latin typeface="Arial Narrow" panose="020B0606020202030204" pitchFamily="34" charset="0"/>
              </a:rPr>
            </a:br>
            <a:r>
              <a:rPr lang="en-US" sz="1600" b="0" spc="40">
                <a:solidFill>
                  <a:schemeClr val="tx1">
                    <a:lumMod val="50000"/>
                    <a:lumOff val="50000"/>
                  </a:schemeClr>
                </a:solidFill>
                <a:latin typeface="Arial Narrow" panose="020B0606020202030204" pitchFamily="34" charset="0"/>
              </a:rPr>
              <a:t>(16)</a:t>
            </a:r>
            <a:endParaRPr lang="en-US" sz="2000" b="0" spc="40">
              <a:solidFill>
                <a:schemeClr val="tx1">
                  <a:lumMod val="50000"/>
                  <a:lumOff val="50000"/>
                </a:schemeClr>
              </a:solidFill>
              <a:latin typeface="Arial Narrow" panose="020B0606020202030204" pitchFamily="34" charset="0"/>
            </a:endParaRPr>
          </a:p>
        </p:txBody>
      </p:sp>
      <p:sp>
        <p:nvSpPr>
          <p:cNvPr id="13" name="TextBox 12">
            <a:extLst>
              <a:ext uri="{FF2B5EF4-FFF2-40B4-BE49-F238E27FC236}">
                <a16:creationId xmlns:a16="http://schemas.microsoft.com/office/drawing/2014/main" id="{EA5CA859-7264-44BC-BFF7-3CD08FCC6FCD}"/>
              </a:ext>
            </a:extLst>
          </p:cNvPr>
          <p:cNvSpPr txBox="1"/>
          <p:nvPr/>
        </p:nvSpPr>
        <p:spPr>
          <a:xfrm>
            <a:off x="8266499" y="4615854"/>
            <a:ext cx="1188720" cy="1188721"/>
          </a:xfrm>
          <a:prstGeom prst="rect">
            <a:avLst/>
          </a:prstGeom>
          <a:noFill/>
        </p:spPr>
        <p:txBody>
          <a:bodyPr wrap="none" lIns="0" tIns="0" rIns="0" bIns="0" rtlCol="0" anchor="ctr">
            <a:noAutofit/>
          </a:bodyPr>
          <a:lstStyle/>
          <a:p>
            <a:pPr algn="ctr">
              <a:lnSpc>
                <a:spcPct val="110000"/>
              </a:lnSpc>
              <a:spcAft>
                <a:spcPts val="900"/>
              </a:spcAft>
            </a:pPr>
            <a:r>
              <a:rPr lang="en-US" b="0" spc="40">
                <a:solidFill>
                  <a:schemeClr val="tx1">
                    <a:lumMod val="50000"/>
                    <a:lumOff val="50000"/>
                  </a:schemeClr>
                </a:solidFill>
                <a:latin typeface="Arial Narrow" panose="020B0606020202030204" pitchFamily="34" charset="0"/>
              </a:rPr>
              <a:t>Usability</a:t>
            </a:r>
            <a:br>
              <a:rPr lang="en-US" b="0" spc="40">
                <a:solidFill>
                  <a:schemeClr val="tx1">
                    <a:lumMod val="50000"/>
                    <a:lumOff val="50000"/>
                  </a:schemeClr>
                </a:solidFill>
                <a:latin typeface="Arial Narrow" panose="020B0606020202030204" pitchFamily="34" charset="0"/>
              </a:rPr>
            </a:br>
            <a:r>
              <a:rPr lang="en-US" sz="1400" b="0" spc="40">
                <a:solidFill>
                  <a:schemeClr val="tx1">
                    <a:lumMod val="50000"/>
                    <a:lumOff val="50000"/>
                  </a:schemeClr>
                </a:solidFill>
                <a:latin typeface="Arial Narrow" panose="020B0606020202030204" pitchFamily="34" charset="0"/>
              </a:rPr>
              <a:t>(6)</a:t>
            </a:r>
            <a:endParaRPr lang="en-US" b="0" spc="40">
              <a:solidFill>
                <a:schemeClr val="tx1">
                  <a:lumMod val="50000"/>
                  <a:lumOff val="50000"/>
                </a:schemeClr>
              </a:solidFill>
              <a:latin typeface="Arial Narrow" panose="020B0606020202030204" pitchFamily="34" charset="0"/>
            </a:endParaRPr>
          </a:p>
        </p:txBody>
      </p:sp>
      <p:sp>
        <p:nvSpPr>
          <p:cNvPr id="14" name="Oval 13">
            <a:extLst>
              <a:ext uri="{FF2B5EF4-FFF2-40B4-BE49-F238E27FC236}">
                <a16:creationId xmlns:a16="http://schemas.microsoft.com/office/drawing/2014/main" id="{E6AB2A0D-4DF6-45DB-BB7B-D8885FC33EBA}"/>
              </a:ext>
            </a:extLst>
          </p:cNvPr>
          <p:cNvSpPr/>
          <p:nvPr/>
        </p:nvSpPr>
        <p:spPr>
          <a:xfrm>
            <a:off x="9323222" y="5366392"/>
            <a:ext cx="914400" cy="914400"/>
          </a:xfrm>
          <a:prstGeom prst="ellipse">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pPr algn="ctr">
              <a:lnSpc>
                <a:spcPct val="110000"/>
              </a:lnSpc>
              <a:spcAft>
                <a:spcPts val="900"/>
              </a:spcAft>
            </a:pPr>
            <a:endParaRPr lang="en-US" sz="900" b="0" spc="40">
              <a:solidFill>
                <a:schemeClr val="tx1">
                  <a:lumMod val="75000"/>
                  <a:lumOff val="25000"/>
                </a:schemeClr>
              </a:solidFill>
              <a:latin typeface="Arial Narrow" panose="020B0606020202030204" pitchFamily="34" charset="0"/>
            </a:endParaRPr>
          </a:p>
        </p:txBody>
      </p:sp>
      <p:sp>
        <p:nvSpPr>
          <p:cNvPr id="15" name="TextBox 14">
            <a:extLst>
              <a:ext uri="{FF2B5EF4-FFF2-40B4-BE49-F238E27FC236}">
                <a16:creationId xmlns:a16="http://schemas.microsoft.com/office/drawing/2014/main" id="{4F1B3044-E6C0-4E08-B993-2432008F7303}"/>
              </a:ext>
            </a:extLst>
          </p:cNvPr>
          <p:cNvSpPr txBox="1"/>
          <p:nvPr/>
        </p:nvSpPr>
        <p:spPr>
          <a:xfrm>
            <a:off x="9323221" y="5366391"/>
            <a:ext cx="914399" cy="914401"/>
          </a:xfrm>
          <a:prstGeom prst="rect">
            <a:avLst/>
          </a:prstGeom>
          <a:noFill/>
        </p:spPr>
        <p:txBody>
          <a:bodyPr wrap="none" lIns="0" tIns="0" rIns="0" bIns="0" rtlCol="0" anchor="ctr">
            <a:noAutofit/>
          </a:bodyPr>
          <a:lstStyle/>
          <a:p>
            <a:pPr algn="ctr">
              <a:lnSpc>
                <a:spcPct val="110000"/>
              </a:lnSpc>
              <a:spcAft>
                <a:spcPts val="900"/>
              </a:spcAft>
            </a:pPr>
            <a:r>
              <a:rPr lang="en-US" sz="1200" b="0" spc="40">
                <a:solidFill>
                  <a:schemeClr val="tx1">
                    <a:lumMod val="50000"/>
                    <a:lumOff val="50000"/>
                  </a:schemeClr>
                </a:solidFill>
                <a:latin typeface="Arial Narrow" panose="020B0606020202030204" pitchFamily="34" charset="0"/>
              </a:rPr>
              <a:t>Efficiency</a:t>
            </a:r>
            <a:br>
              <a:rPr lang="en-US" sz="1200" b="0" spc="40">
                <a:solidFill>
                  <a:schemeClr val="tx1">
                    <a:lumMod val="50000"/>
                    <a:lumOff val="50000"/>
                  </a:schemeClr>
                </a:solidFill>
                <a:latin typeface="Arial Narrow" panose="020B0606020202030204" pitchFamily="34" charset="0"/>
              </a:rPr>
            </a:br>
            <a:r>
              <a:rPr lang="en-US" sz="1050" b="0" spc="40">
                <a:solidFill>
                  <a:schemeClr val="tx1">
                    <a:lumMod val="50000"/>
                    <a:lumOff val="50000"/>
                  </a:schemeClr>
                </a:solidFill>
                <a:latin typeface="Arial Narrow" panose="020B0606020202030204" pitchFamily="34" charset="0"/>
              </a:rPr>
              <a:t>(5)</a:t>
            </a:r>
            <a:endParaRPr lang="en-US" sz="1200" b="0" spc="40">
              <a:solidFill>
                <a:schemeClr val="tx1">
                  <a:lumMod val="50000"/>
                  <a:lumOff val="50000"/>
                </a:schemeClr>
              </a:solidFill>
              <a:latin typeface="Arial Narrow" panose="020B0606020202030204" pitchFamily="34" charset="0"/>
            </a:endParaRPr>
          </a:p>
        </p:txBody>
      </p:sp>
      <p:sp>
        <p:nvSpPr>
          <p:cNvPr id="16" name="Oval 15">
            <a:extLst>
              <a:ext uri="{FF2B5EF4-FFF2-40B4-BE49-F238E27FC236}">
                <a16:creationId xmlns:a16="http://schemas.microsoft.com/office/drawing/2014/main" id="{E87CC59B-1161-42EE-9B89-3C95127CC4A1}"/>
              </a:ext>
            </a:extLst>
          </p:cNvPr>
          <p:cNvSpPr/>
          <p:nvPr/>
        </p:nvSpPr>
        <p:spPr>
          <a:xfrm>
            <a:off x="10282275" y="5355441"/>
            <a:ext cx="914400" cy="914400"/>
          </a:xfrm>
          <a:prstGeom prst="ellipse">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pPr algn="ctr">
              <a:lnSpc>
                <a:spcPct val="110000"/>
              </a:lnSpc>
              <a:spcAft>
                <a:spcPts val="900"/>
              </a:spcAft>
            </a:pPr>
            <a:endParaRPr lang="en-US" sz="900" b="0" spc="40">
              <a:solidFill>
                <a:schemeClr val="tx1">
                  <a:lumMod val="75000"/>
                  <a:lumOff val="25000"/>
                </a:schemeClr>
              </a:solidFill>
              <a:latin typeface="Arial Narrow" panose="020B0606020202030204" pitchFamily="34" charset="0"/>
            </a:endParaRPr>
          </a:p>
        </p:txBody>
      </p:sp>
      <p:sp>
        <p:nvSpPr>
          <p:cNvPr id="17" name="TextBox 16">
            <a:extLst>
              <a:ext uri="{FF2B5EF4-FFF2-40B4-BE49-F238E27FC236}">
                <a16:creationId xmlns:a16="http://schemas.microsoft.com/office/drawing/2014/main" id="{14F8F8B6-1950-408F-94B6-C30F10CE1D42}"/>
              </a:ext>
            </a:extLst>
          </p:cNvPr>
          <p:cNvSpPr txBox="1"/>
          <p:nvPr/>
        </p:nvSpPr>
        <p:spPr>
          <a:xfrm>
            <a:off x="10282274" y="5366391"/>
            <a:ext cx="914399" cy="903449"/>
          </a:xfrm>
          <a:prstGeom prst="rect">
            <a:avLst/>
          </a:prstGeom>
          <a:noFill/>
        </p:spPr>
        <p:txBody>
          <a:bodyPr wrap="none" lIns="0" tIns="0" rIns="0" bIns="0" rtlCol="0" anchor="ctr">
            <a:noAutofit/>
          </a:bodyPr>
          <a:lstStyle/>
          <a:p>
            <a:pPr algn="ctr">
              <a:lnSpc>
                <a:spcPct val="110000"/>
              </a:lnSpc>
              <a:spcAft>
                <a:spcPts val="900"/>
              </a:spcAft>
            </a:pPr>
            <a:r>
              <a:rPr lang="en-US" sz="1200" b="0" spc="40">
                <a:solidFill>
                  <a:schemeClr val="tx1">
                    <a:lumMod val="50000"/>
                    <a:lumOff val="50000"/>
                  </a:schemeClr>
                </a:solidFill>
                <a:latin typeface="Arial Narrow" panose="020B0606020202030204" pitchFamily="34" charset="0"/>
              </a:rPr>
              <a:t>New Feature</a:t>
            </a:r>
            <a:br>
              <a:rPr lang="en-US" sz="1200" b="0" spc="40">
                <a:solidFill>
                  <a:schemeClr val="tx1">
                    <a:lumMod val="50000"/>
                    <a:lumOff val="50000"/>
                  </a:schemeClr>
                </a:solidFill>
                <a:latin typeface="Arial Narrow" panose="020B0606020202030204" pitchFamily="34" charset="0"/>
              </a:rPr>
            </a:br>
            <a:r>
              <a:rPr lang="en-US" sz="1050" b="0" spc="40">
                <a:solidFill>
                  <a:schemeClr val="tx1">
                    <a:lumMod val="50000"/>
                    <a:lumOff val="50000"/>
                  </a:schemeClr>
                </a:solidFill>
                <a:latin typeface="Arial Narrow" panose="020B0606020202030204" pitchFamily="34" charset="0"/>
              </a:rPr>
              <a:t>(5)</a:t>
            </a:r>
            <a:endParaRPr lang="en-US" sz="1200" b="0" spc="40">
              <a:solidFill>
                <a:schemeClr val="tx1">
                  <a:lumMod val="50000"/>
                  <a:lumOff val="50000"/>
                </a:schemeClr>
              </a:solidFill>
              <a:latin typeface="Arial Narrow" panose="020B0606020202030204" pitchFamily="34" charset="0"/>
            </a:endParaRPr>
          </a:p>
        </p:txBody>
      </p:sp>
      <p:sp>
        <p:nvSpPr>
          <p:cNvPr id="18" name="Oval 17">
            <a:extLst>
              <a:ext uri="{FF2B5EF4-FFF2-40B4-BE49-F238E27FC236}">
                <a16:creationId xmlns:a16="http://schemas.microsoft.com/office/drawing/2014/main" id="{83627A06-2A16-445D-BC3C-A906907DA071}"/>
              </a:ext>
            </a:extLst>
          </p:cNvPr>
          <p:cNvSpPr/>
          <p:nvPr/>
        </p:nvSpPr>
        <p:spPr>
          <a:xfrm>
            <a:off x="11037243" y="4933583"/>
            <a:ext cx="640080" cy="640080"/>
          </a:xfrm>
          <a:prstGeom prst="ellipse">
            <a:avLst/>
          </a:prstGeom>
          <a:solidFill>
            <a:schemeClr val="accent4">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ctr" anchorCtr="0" forceAA="0" compatLnSpc="1">
            <a:prstTxWarp prst="textNoShape">
              <a:avLst/>
            </a:prstTxWarp>
            <a:noAutofit/>
          </a:bodyPr>
          <a:lstStyle/>
          <a:p>
            <a:pPr algn="ctr">
              <a:lnSpc>
                <a:spcPct val="110000"/>
              </a:lnSpc>
              <a:spcAft>
                <a:spcPts val="900"/>
              </a:spcAft>
            </a:pPr>
            <a:endParaRPr lang="en-US" sz="900" b="0" spc="40">
              <a:solidFill>
                <a:schemeClr val="tx1">
                  <a:lumMod val="75000"/>
                  <a:lumOff val="25000"/>
                </a:schemeClr>
              </a:solidFill>
              <a:latin typeface="Arial Narrow" panose="020B0606020202030204" pitchFamily="34" charset="0"/>
            </a:endParaRPr>
          </a:p>
        </p:txBody>
      </p:sp>
      <p:sp>
        <p:nvSpPr>
          <p:cNvPr id="19" name="TextBox 18">
            <a:extLst>
              <a:ext uri="{FF2B5EF4-FFF2-40B4-BE49-F238E27FC236}">
                <a16:creationId xmlns:a16="http://schemas.microsoft.com/office/drawing/2014/main" id="{DFB9CFC6-7A81-49C9-915A-E4BE634E0B18}"/>
              </a:ext>
            </a:extLst>
          </p:cNvPr>
          <p:cNvSpPr txBox="1"/>
          <p:nvPr/>
        </p:nvSpPr>
        <p:spPr>
          <a:xfrm>
            <a:off x="11037242" y="4933583"/>
            <a:ext cx="640080" cy="640080"/>
          </a:xfrm>
          <a:prstGeom prst="rect">
            <a:avLst/>
          </a:prstGeom>
          <a:noFill/>
        </p:spPr>
        <p:txBody>
          <a:bodyPr wrap="none" lIns="0" tIns="0" rIns="0" bIns="0" rtlCol="0" anchor="ctr">
            <a:noAutofit/>
          </a:bodyPr>
          <a:lstStyle/>
          <a:p>
            <a:pPr algn="ctr">
              <a:lnSpc>
                <a:spcPct val="110000"/>
              </a:lnSpc>
              <a:spcAft>
                <a:spcPts val="900"/>
              </a:spcAft>
            </a:pPr>
            <a:r>
              <a:rPr lang="en-US" sz="1200" b="0" spc="40">
                <a:solidFill>
                  <a:schemeClr val="tx1">
                    <a:lumMod val="50000"/>
                    <a:lumOff val="50000"/>
                  </a:schemeClr>
                </a:solidFill>
                <a:latin typeface="Arial Narrow" panose="020B0606020202030204" pitchFamily="34" charset="0"/>
              </a:rPr>
              <a:t>Others</a:t>
            </a:r>
            <a:br>
              <a:rPr lang="en-US" sz="1200" b="0" spc="40">
                <a:solidFill>
                  <a:schemeClr val="tx1">
                    <a:lumMod val="50000"/>
                    <a:lumOff val="50000"/>
                  </a:schemeClr>
                </a:solidFill>
                <a:latin typeface="Arial Narrow" panose="020B0606020202030204" pitchFamily="34" charset="0"/>
              </a:rPr>
            </a:br>
            <a:r>
              <a:rPr lang="en-US" sz="1050" b="0" spc="40">
                <a:solidFill>
                  <a:schemeClr val="tx1">
                    <a:lumMod val="50000"/>
                    <a:lumOff val="50000"/>
                  </a:schemeClr>
                </a:solidFill>
                <a:latin typeface="Arial Narrow" panose="020B0606020202030204" pitchFamily="34" charset="0"/>
              </a:rPr>
              <a:t>(3)</a:t>
            </a:r>
            <a:endParaRPr lang="en-US" sz="1200" b="0" spc="40">
              <a:solidFill>
                <a:schemeClr val="tx1">
                  <a:lumMod val="50000"/>
                  <a:lumOff val="50000"/>
                </a:schemeClr>
              </a:solidFill>
              <a:latin typeface="Arial Narrow" panose="020B0606020202030204" pitchFamily="34" charset="0"/>
            </a:endParaRPr>
          </a:p>
        </p:txBody>
      </p:sp>
      <p:sp>
        <p:nvSpPr>
          <p:cNvPr id="21" name="Text Placeholder 3">
            <a:extLst>
              <a:ext uri="{FF2B5EF4-FFF2-40B4-BE49-F238E27FC236}">
                <a16:creationId xmlns:a16="http://schemas.microsoft.com/office/drawing/2014/main" id="{EA5EE27E-CAD6-4BC0-B9A5-3E8560074400}"/>
              </a:ext>
            </a:extLst>
          </p:cNvPr>
          <p:cNvSpPr txBox="1">
            <a:spLocks/>
          </p:cNvSpPr>
          <p:nvPr/>
        </p:nvSpPr>
        <p:spPr>
          <a:xfrm>
            <a:off x="988115" y="1482664"/>
            <a:ext cx="6596354" cy="5033241"/>
          </a:xfrm>
          <a:prstGeom prst="rect">
            <a:avLst/>
          </a:prstGeom>
        </p:spPr>
        <p:txBody>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pPr marL="684213" lvl="1" indent="-342900">
              <a:buFont typeface="Arial" panose="020B0604020202020204" pitchFamily="34" charset="0"/>
              <a:buChar char="•"/>
            </a:pPr>
            <a:r>
              <a:rPr lang="en-US" sz="1800" kern="0">
                <a:solidFill>
                  <a:schemeClr val="tx1">
                    <a:lumMod val="75000"/>
                    <a:lumOff val="25000"/>
                  </a:schemeClr>
                </a:solidFill>
                <a:latin typeface="Arial Narrow" panose="020B0606020202030204" pitchFamily="34" charset="0"/>
              </a:rPr>
              <a:t>The button “created new credit request” doesn't work</a:t>
            </a:r>
          </a:p>
          <a:p>
            <a:pPr marL="684213" lvl="1" indent="-342900">
              <a:buFont typeface="Arial" panose="020B0604020202020204" pitchFamily="34" charset="0"/>
              <a:buChar char="•"/>
            </a:pPr>
            <a:r>
              <a:rPr lang="en-US" sz="1800" kern="0">
                <a:solidFill>
                  <a:schemeClr val="tx1">
                    <a:lumMod val="75000"/>
                    <a:lumOff val="25000"/>
                  </a:schemeClr>
                </a:solidFill>
                <a:latin typeface="Arial Narrow" panose="020B0606020202030204" pitchFamily="34" charset="0"/>
              </a:rPr>
              <a:t>Employee search – the individuals on the top, </a:t>
            </a:r>
            <a:br>
              <a:rPr lang="en-US" sz="1800" kern="0">
                <a:solidFill>
                  <a:schemeClr val="tx1">
                    <a:lumMod val="75000"/>
                    <a:lumOff val="25000"/>
                  </a:schemeClr>
                </a:solidFill>
                <a:latin typeface="Arial Narrow" panose="020B0606020202030204" pitchFamily="34" charset="0"/>
              </a:rPr>
            </a:br>
            <a:r>
              <a:rPr lang="en-US" sz="1800" kern="0">
                <a:solidFill>
                  <a:schemeClr val="tx1">
                    <a:lumMod val="75000"/>
                    <a:lumOff val="25000"/>
                  </a:schemeClr>
                </a:solidFill>
                <a:latin typeface="Arial Narrow" panose="020B0606020202030204" pitchFamily="34" charset="0"/>
              </a:rPr>
              <a:t>other employees who have 0 work items on the list and so do I, </a:t>
            </a:r>
            <a:br>
              <a:rPr lang="en-US" sz="1800" kern="0">
                <a:solidFill>
                  <a:schemeClr val="tx1">
                    <a:lumMod val="75000"/>
                    <a:lumOff val="25000"/>
                  </a:schemeClr>
                </a:solidFill>
                <a:latin typeface="Arial Narrow" panose="020B0606020202030204" pitchFamily="34" charset="0"/>
              </a:rPr>
            </a:br>
            <a:r>
              <a:rPr lang="en-US" sz="1800" kern="0">
                <a:solidFill>
                  <a:schemeClr val="tx1">
                    <a:lumMod val="75000"/>
                    <a:lumOff val="25000"/>
                  </a:schemeClr>
                </a:solidFill>
                <a:latin typeface="Arial Narrow" panose="020B0606020202030204" pitchFamily="34" charset="0"/>
              </a:rPr>
              <a:t>I cannot find my name while I can see other employees’ names. </a:t>
            </a:r>
            <a:br>
              <a:rPr lang="en-US" sz="1800" kern="0">
                <a:solidFill>
                  <a:schemeClr val="tx1">
                    <a:lumMod val="75000"/>
                    <a:lumOff val="25000"/>
                  </a:schemeClr>
                </a:solidFill>
                <a:latin typeface="Arial Narrow" panose="020B0606020202030204" pitchFamily="34" charset="0"/>
              </a:rPr>
            </a:br>
            <a:r>
              <a:rPr lang="en-US" sz="1800" kern="0">
                <a:solidFill>
                  <a:schemeClr val="tx1">
                    <a:lumMod val="75000"/>
                    <a:lumOff val="25000"/>
                  </a:schemeClr>
                </a:solidFill>
                <a:latin typeface="Arial Narrow" panose="020B0606020202030204" pitchFamily="34" charset="0"/>
              </a:rPr>
              <a:t>I use “employees” tab , it should you give you your name </a:t>
            </a:r>
            <a:br>
              <a:rPr lang="en-US" sz="1800" kern="0">
                <a:solidFill>
                  <a:schemeClr val="tx1">
                    <a:lumMod val="75000"/>
                    <a:lumOff val="25000"/>
                  </a:schemeClr>
                </a:solidFill>
                <a:latin typeface="Arial Narrow" panose="020B0606020202030204" pitchFamily="34" charset="0"/>
              </a:rPr>
            </a:br>
            <a:r>
              <a:rPr lang="en-US" sz="1800" kern="0">
                <a:solidFill>
                  <a:schemeClr val="tx1">
                    <a:lumMod val="75000"/>
                    <a:lumOff val="25000"/>
                  </a:schemeClr>
                </a:solidFill>
                <a:latin typeface="Arial Narrow" panose="020B0606020202030204" pitchFamily="34" charset="0"/>
              </a:rPr>
              <a:t>with “0” items but it is not showing me at all</a:t>
            </a:r>
          </a:p>
          <a:p>
            <a:pPr marL="684213" lvl="1" indent="-342900">
              <a:buFont typeface="Arial" panose="020B0604020202020204" pitchFamily="34" charset="0"/>
              <a:buChar char="•"/>
            </a:pPr>
            <a:r>
              <a:rPr lang="en-US" sz="1800" kern="0">
                <a:solidFill>
                  <a:schemeClr val="tx1">
                    <a:lumMod val="75000"/>
                    <a:lumOff val="25000"/>
                  </a:schemeClr>
                </a:solidFill>
                <a:latin typeface="Arial Narrow" panose="020B0606020202030204" pitchFamily="34" charset="0"/>
              </a:rPr>
              <a:t>When you hover over the load number </a:t>
            </a:r>
            <a:br>
              <a:rPr lang="en-US" sz="1800" kern="0">
                <a:solidFill>
                  <a:schemeClr val="tx1">
                    <a:lumMod val="75000"/>
                    <a:lumOff val="25000"/>
                  </a:schemeClr>
                </a:solidFill>
                <a:latin typeface="Arial Narrow" panose="020B0606020202030204" pitchFamily="34" charset="0"/>
              </a:rPr>
            </a:br>
            <a:r>
              <a:rPr lang="en-US" sz="1800" kern="0">
                <a:solidFill>
                  <a:schemeClr val="tx1">
                    <a:lumMod val="75000"/>
                    <a:lumOff val="25000"/>
                  </a:schemeClr>
                </a:solidFill>
                <a:latin typeface="Arial Narrow" panose="020B0606020202030204" pitchFamily="34" charset="0"/>
              </a:rPr>
              <a:t>it gives you 'don't touch it' icon but still I can copy it, </a:t>
            </a:r>
            <a:br>
              <a:rPr lang="en-US" sz="1800" kern="0">
                <a:solidFill>
                  <a:schemeClr val="tx1">
                    <a:lumMod val="75000"/>
                    <a:lumOff val="25000"/>
                  </a:schemeClr>
                </a:solidFill>
                <a:latin typeface="Arial Narrow" panose="020B0606020202030204" pitchFamily="34" charset="0"/>
              </a:rPr>
            </a:br>
            <a:r>
              <a:rPr lang="en-US" sz="1800" kern="0">
                <a:solidFill>
                  <a:schemeClr val="tx1">
                    <a:lumMod val="75000"/>
                    <a:lumOff val="25000"/>
                  </a:schemeClr>
                </a:solidFill>
                <a:latin typeface="Arial Narrow" panose="020B0606020202030204" pitchFamily="34" charset="0"/>
              </a:rPr>
              <a:t>I still need to copy the loan number, </a:t>
            </a:r>
            <a:br>
              <a:rPr lang="en-US" sz="1800" kern="0">
                <a:solidFill>
                  <a:schemeClr val="tx1">
                    <a:lumMod val="75000"/>
                    <a:lumOff val="25000"/>
                  </a:schemeClr>
                </a:solidFill>
                <a:latin typeface="Arial Narrow" panose="020B0606020202030204" pitchFamily="34" charset="0"/>
              </a:rPr>
            </a:br>
            <a:r>
              <a:rPr lang="en-US" sz="1800" kern="0">
                <a:solidFill>
                  <a:schemeClr val="tx1">
                    <a:lumMod val="75000"/>
                    <a:lumOff val="25000"/>
                  </a:schemeClr>
                </a:solidFill>
                <a:latin typeface="Arial Narrow" panose="020B0606020202030204" pitchFamily="34" charset="0"/>
              </a:rPr>
              <a:t>no need for scary icons</a:t>
            </a:r>
          </a:p>
          <a:p>
            <a:pPr marL="684213" lvl="1" indent="-342900">
              <a:buFont typeface="Arial" panose="020B0604020202020204" pitchFamily="34" charset="0"/>
              <a:buChar char="•"/>
            </a:pPr>
            <a:endParaRPr lang="en-US" sz="1800" kern="0">
              <a:solidFill>
                <a:schemeClr val="tx1">
                  <a:lumMod val="75000"/>
                  <a:lumOff val="25000"/>
                </a:schemeClr>
              </a:solidFill>
              <a:latin typeface="Arial Narrow" panose="020B0606020202030204" pitchFamily="34" charset="0"/>
            </a:endParaRPr>
          </a:p>
          <a:p>
            <a:pPr marL="684213" lvl="1" indent="-342900">
              <a:buFont typeface="Arial" panose="020B0604020202020204" pitchFamily="34" charset="0"/>
              <a:buChar char="•"/>
            </a:pPr>
            <a:endParaRPr lang="en-US" sz="1800" kern="0">
              <a:solidFill>
                <a:schemeClr val="tx1">
                  <a:lumMod val="75000"/>
                  <a:lumOff val="25000"/>
                </a:schemeClr>
              </a:solidFill>
              <a:latin typeface="Arial Narrow" panose="020B0606020202030204" pitchFamily="34" charset="0"/>
            </a:endParaRPr>
          </a:p>
          <a:p>
            <a:pPr marL="684213" lvl="1" indent="-342900">
              <a:buFont typeface="Arial" panose="020B0604020202020204" pitchFamily="34" charset="0"/>
              <a:buChar char="•"/>
            </a:pPr>
            <a:endParaRPr lang="en-US" sz="1800" kern="0">
              <a:solidFill>
                <a:schemeClr val="tx1">
                  <a:lumMod val="75000"/>
                  <a:lumOff val="25000"/>
                </a:schemeClr>
              </a:solidFill>
              <a:latin typeface="Arial Narrow" panose="020B0606020202030204" pitchFamily="34" charset="0"/>
            </a:endParaRPr>
          </a:p>
          <a:p>
            <a:pPr marL="684213" lvl="1" indent="-342900">
              <a:buFont typeface="Arial" panose="020B0604020202020204" pitchFamily="34" charset="0"/>
              <a:buChar char="•"/>
            </a:pPr>
            <a:endParaRPr lang="en-US" sz="1800" kern="0">
              <a:solidFill>
                <a:schemeClr val="tx1">
                  <a:lumMod val="75000"/>
                  <a:lumOff val="25000"/>
                </a:schemeClr>
              </a:solidFill>
              <a:latin typeface="Arial Narrow" panose="020B0606020202030204" pitchFamily="34" charset="0"/>
            </a:endParaRPr>
          </a:p>
          <a:p>
            <a:pPr marL="684213" lvl="1" indent="-342900">
              <a:buFont typeface="Arial" panose="020B0604020202020204" pitchFamily="34" charset="0"/>
              <a:buChar char="•"/>
            </a:pPr>
            <a:endParaRPr lang="en-US" sz="1800" kern="0">
              <a:solidFill>
                <a:schemeClr val="tx1">
                  <a:lumMod val="75000"/>
                  <a:lumOff val="25000"/>
                </a:schemeClr>
              </a:solidFill>
              <a:latin typeface="Arial Narrow" panose="020B0606020202030204" pitchFamily="34" charset="0"/>
            </a:endParaRPr>
          </a:p>
          <a:p>
            <a:pPr marL="684213" lvl="1" indent="-342900">
              <a:buFont typeface="Arial" panose="020B0604020202020204" pitchFamily="34" charset="0"/>
              <a:buChar char="•"/>
            </a:pPr>
            <a:endParaRPr lang="en-US" sz="1800" kern="0">
              <a:solidFill>
                <a:schemeClr val="tx1">
                  <a:lumMod val="75000"/>
                  <a:lumOff val="25000"/>
                </a:schemeClr>
              </a:solidFill>
              <a:latin typeface="Arial Narrow" panose="020B0606020202030204" pitchFamily="34" charset="0"/>
            </a:endParaRPr>
          </a:p>
          <a:p>
            <a:pPr marL="684213" lvl="1" indent="-342900">
              <a:buFont typeface="Arial" panose="020B0604020202020204" pitchFamily="34" charset="0"/>
              <a:buChar char="•"/>
            </a:pPr>
            <a:endParaRPr lang="en-US" sz="1800" kern="0">
              <a:solidFill>
                <a:schemeClr val="tx1">
                  <a:lumMod val="75000"/>
                  <a:lumOff val="25000"/>
                </a:schemeClr>
              </a:solidFill>
              <a:latin typeface="Arial Narrow" panose="020B0606020202030204" pitchFamily="34" charset="0"/>
            </a:endParaRPr>
          </a:p>
          <a:p>
            <a:pPr marL="684213" lvl="1" indent="-342900">
              <a:buFont typeface="Arial" panose="020B0604020202020204" pitchFamily="34" charset="0"/>
              <a:buChar char="•"/>
            </a:pPr>
            <a:endParaRPr lang="en-US" sz="1800" kern="0">
              <a:solidFill>
                <a:schemeClr val="tx1">
                  <a:lumMod val="75000"/>
                  <a:lumOff val="25000"/>
                </a:schemeClr>
              </a:solidFill>
              <a:latin typeface="Arial Narrow" panose="020B0606020202030204" pitchFamily="34" charset="0"/>
            </a:endParaRPr>
          </a:p>
          <a:p>
            <a:pPr marL="684213" lvl="1" indent="-342900">
              <a:buFont typeface="Arial" panose="020B0604020202020204" pitchFamily="34" charset="0"/>
              <a:buChar char="•"/>
            </a:pPr>
            <a:endParaRPr lang="en-US" sz="1800" kern="0">
              <a:solidFill>
                <a:schemeClr val="tx1">
                  <a:lumMod val="75000"/>
                  <a:lumOff val="25000"/>
                </a:schemeClr>
              </a:solidFill>
              <a:latin typeface="Arial Narrow" panose="020B0606020202030204" pitchFamily="34" charset="0"/>
            </a:endParaRPr>
          </a:p>
          <a:p>
            <a:endParaRPr lang="en-US" sz="1800" kern="0">
              <a:solidFill>
                <a:schemeClr val="tx1">
                  <a:lumMod val="75000"/>
                  <a:lumOff val="25000"/>
                </a:schemeClr>
              </a:solidFill>
              <a:latin typeface="Arial Narrow" panose="020B0606020202030204" pitchFamily="34" charset="0"/>
            </a:endParaRPr>
          </a:p>
        </p:txBody>
      </p:sp>
      <p:sp>
        <p:nvSpPr>
          <p:cNvPr id="22" name="Text Placeholder 3">
            <a:extLst>
              <a:ext uri="{FF2B5EF4-FFF2-40B4-BE49-F238E27FC236}">
                <a16:creationId xmlns:a16="http://schemas.microsoft.com/office/drawing/2014/main" id="{40A40D22-BC55-4CAC-8DD6-3EBF5337884F}"/>
              </a:ext>
            </a:extLst>
          </p:cNvPr>
          <p:cNvSpPr txBox="1">
            <a:spLocks/>
          </p:cNvSpPr>
          <p:nvPr/>
        </p:nvSpPr>
        <p:spPr>
          <a:xfrm>
            <a:off x="104200" y="804107"/>
            <a:ext cx="1325494" cy="2006178"/>
          </a:xfrm>
          <a:prstGeom prst="rect">
            <a:avLst/>
          </a:prstGeom>
        </p:spPr>
        <p:txBody>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r>
              <a:rPr lang="en-US" sz="18000" kern="0">
                <a:solidFill>
                  <a:schemeClr val="bg1">
                    <a:lumMod val="75000"/>
                  </a:schemeClr>
                </a:solidFill>
                <a:latin typeface="Arial Nova" panose="020B0504020202020204" pitchFamily="34" charset="0"/>
              </a:rPr>
              <a:t>“</a:t>
            </a:r>
          </a:p>
        </p:txBody>
      </p:sp>
      <p:sp>
        <p:nvSpPr>
          <p:cNvPr id="23" name="Text Placeholder 3">
            <a:extLst>
              <a:ext uri="{FF2B5EF4-FFF2-40B4-BE49-F238E27FC236}">
                <a16:creationId xmlns:a16="http://schemas.microsoft.com/office/drawing/2014/main" id="{397BDC6E-CDE1-4BE0-A15F-94ABEE34C867}"/>
              </a:ext>
            </a:extLst>
          </p:cNvPr>
          <p:cNvSpPr txBox="1">
            <a:spLocks/>
          </p:cNvSpPr>
          <p:nvPr/>
        </p:nvSpPr>
        <p:spPr>
          <a:xfrm>
            <a:off x="7103718" y="790028"/>
            <a:ext cx="1325494" cy="2006178"/>
          </a:xfrm>
          <a:prstGeom prst="rect">
            <a:avLst/>
          </a:prstGeom>
        </p:spPr>
        <p:txBody>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r>
              <a:rPr lang="en-US" sz="18000" kern="0">
                <a:solidFill>
                  <a:schemeClr val="bg1">
                    <a:lumMod val="75000"/>
                  </a:schemeClr>
                </a:solidFill>
                <a:latin typeface="Arial Nova" panose="020B0504020202020204" pitchFamily="34" charset="0"/>
              </a:rPr>
              <a:t>”</a:t>
            </a:r>
          </a:p>
        </p:txBody>
      </p:sp>
    </p:spTree>
    <p:extLst>
      <p:ext uri="{BB962C8B-B14F-4D97-AF65-F5344CB8AC3E}">
        <p14:creationId xmlns:p14="http://schemas.microsoft.com/office/powerpoint/2010/main" val="25832308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B81EF6C-ABEC-4D6B-B446-B3EAD58D448A}"/>
              </a:ext>
            </a:extLst>
          </p:cNvPr>
          <p:cNvSpPr/>
          <p:nvPr/>
        </p:nvSpPr>
        <p:spPr>
          <a:xfrm>
            <a:off x="0" y="0"/>
            <a:ext cx="12188825" cy="6859217"/>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t" anchorCtr="0" forceAA="0" compatLnSpc="1">
            <a:prstTxWarp prst="textNoShape">
              <a:avLst/>
            </a:prstTxWarp>
            <a:noAutofit/>
          </a:bodyPr>
          <a:lstStyle/>
          <a:p>
            <a:pPr algn="ctr">
              <a:lnSpc>
                <a:spcPct val="110000"/>
              </a:lnSpc>
              <a:spcAft>
                <a:spcPts val="900"/>
              </a:spcAft>
            </a:pPr>
            <a:endParaRPr lang="en-US" sz="2000" b="0" spc="40">
              <a:solidFill>
                <a:srgbClr val="000000"/>
              </a:solidFill>
              <a:latin typeface="Arial" charset="0"/>
            </a:endParaRPr>
          </a:p>
        </p:txBody>
      </p:sp>
      <p:sp>
        <p:nvSpPr>
          <p:cNvPr id="2" name="Title 1">
            <a:extLst>
              <a:ext uri="{FF2B5EF4-FFF2-40B4-BE49-F238E27FC236}">
                <a16:creationId xmlns:a16="http://schemas.microsoft.com/office/drawing/2014/main" id="{FF514A18-65C2-304E-BA9D-12AA567DF4B9}"/>
              </a:ext>
            </a:extLst>
          </p:cNvPr>
          <p:cNvSpPr>
            <a:spLocks noGrp="1"/>
          </p:cNvSpPr>
          <p:nvPr>
            <p:ph type="title"/>
          </p:nvPr>
        </p:nvSpPr>
        <p:spPr>
          <a:xfrm>
            <a:off x="736840" y="452673"/>
            <a:ext cx="6861172" cy="498475"/>
          </a:xfrm>
        </p:spPr>
        <p:txBody>
          <a:bodyPr/>
          <a:lstStyle/>
          <a:p>
            <a:r>
              <a:rPr lang="en-US"/>
              <a:t>Future Suggestions</a:t>
            </a:r>
          </a:p>
        </p:txBody>
      </p:sp>
      <p:pic>
        <p:nvPicPr>
          <p:cNvPr id="4" name="Graphic 4" descr="Customer review outline">
            <a:extLst>
              <a:ext uri="{FF2B5EF4-FFF2-40B4-BE49-F238E27FC236}">
                <a16:creationId xmlns:a16="http://schemas.microsoft.com/office/drawing/2014/main" id="{8D6C795B-E731-4ADE-B4EF-C25A8F1268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31942" y="3229690"/>
            <a:ext cx="1443706" cy="1444082"/>
          </a:xfrm>
          <a:prstGeom prst="rect">
            <a:avLst/>
          </a:prstGeom>
        </p:spPr>
      </p:pic>
      <p:sp>
        <p:nvSpPr>
          <p:cNvPr id="5" name="TextBox 4">
            <a:extLst>
              <a:ext uri="{FF2B5EF4-FFF2-40B4-BE49-F238E27FC236}">
                <a16:creationId xmlns:a16="http://schemas.microsoft.com/office/drawing/2014/main" id="{7E65FAB0-0C9D-401D-B9D6-268C841C94BA}"/>
              </a:ext>
            </a:extLst>
          </p:cNvPr>
          <p:cNvSpPr txBox="1"/>
          <p:nvPr/>
        </p:nvSpPr>
        <p:spPr>
          <a:xfrm>
            <a:off x="1110940" y="2652953"/>
            <a:ext cx="2952149" cy="31104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10000"/>
              </a:lnSpc>
              <a:spcAft>
                <a:spcPts val="900"/>
              </a:spcAft>
            </a:pPr>
            <a:r>
              <a:rPr lang="en-US" sz="2000" b="0" spc="40" dirty="0">
                <a:solidFill>
                  <a:schemeClr val="tx1">
                    <a:lumMod val="75000"/>
                    <a:lumOff val="25000"/>
                  </a:schemeClr>
                </a:solidFill>
                <a:latin typeface="Arial Narrow"/>
                <a:cs typeface="Arial"/>
              </a:rPr>
              <a:t>Feedback Loop Establishment</a:t>
            </a:r>
            <a:endParaRPr lang="en-US" dirty="0">
              <a:solidFill>
                <a:schemeClr val="tx1">
                  <a:lumMod val="75000"/>
                  <a:lumOff val="25000"/>
                </a:schemeClr>
              </a:solidFill>
              <a:latin typeface="Arial Narrow"/>
            </a:endParaRPr>
          </a:p>
        </p:txBody>
      </p:sp>
      <p:pic>
        <p:nvPicPr>
          <p:cNvPr id="10" name="Graphic 10" descr="Presentation with pie chart outline">
            <a:extLst>
              <a:ext uri="{FF2B5EF4-FFF2-40B4-BE49-F238E27FC236}">
                <a16:creationId xmlns:a16="http://schemas.microsoft.com/office/drawing/2014/main" id="{ADCDCD47-14EA-4F4B-A639-5C9C660603D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26631" y="3204255"/>
            <a:ext cx="1491182" cy="1481753"/>
          </a:xfrm>
          <a:prstGeom prst="rect">
            <a:avLst/>
          </a:prstGeom>
        </p:spPr>
      </p:pic>
      <p:pic>
        <p:nvPicPr>
          <p:cNvPr id="11" name="Graphic 11" descr="Priorities outline">
            <a:extLst>
              <a:ext uri="{FF2B5EF4-FFF2-40B4-BE49-F238E27FC236}">
                <a16:creationId xmlns:a16="http://schemas.microsoft.com/office/drawing/2014/main" id="{1D0407D4-19E9-46AC-A049-C42244F40D4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36479" y="3180826"/>
            <a:ext cx="1431482" cy="1431984"/>
          </a:xfrm>
          <a:prstGeom prst="rect">
            <a:avLst/>
          </a:prstGeom>
        </p:spPr>
      </p:pic>
      <p:sp>
        <p:nvSpPr>
          <p:cNvPr id="12" name="TextBox 11">
            <a:extLst>
              <a:ext uri="{FF2B5EF4-FFF2-40B4-BE49-F238E27FC236}">
                <a16:creationId xmlns:a16="http://schemas.microsoft.com/office/drawing/2014/main" id="{C71BA97D-4B6C-4986-801B-450BEE23BAD1}"/>
              </a:ext>
            </a:extLst>
          </p:cNvPr>
          <p:cNvSpPr txBox="1"/>
          <p:nvPr/>
        </p:nvSpPr>
        <p:spPr>
          <a:xfrm>
            <a:off x="5161263" y="2652951"/>
            <a:ext cx="2743199" cy="31104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10000"/>
              </a:lnSpc>
              <a:spcAft>
                <a:spcPts val="900"/>
              </a:spcAft>
            </a:pPr>
            <a:r>
              <a:rPr lang="en-US" sz="2000" b="0" spc="40" dirty="0">
                <a:solidFill>
                  <a:schemeClr val="tx1">
                    <a:lumMod val="75000"/>
                    <a:lumOff val="25000"/>
                  </a:schemeClr>
                </a:solidFill>
                <a:latin typeface="Arial Narrow"/>
                <a:cs typeface="Arial"/>
              </a:rPr>
              <a:t>Analytics Observation</a:t>
            </a:r>
            <a:endParaRPr lang="en-US" dirty="0"/>
          </a:p>
        </p:txBody>
      </p:sp>
      <p:sp>
        <p:nvSpPr>
          <p:cNvPr id="13" name="TextBox 12">
            <a:extLst>
              <a:ext uri="{FF2B5EF4-FFF2-40B4-BE49-F238E27FC236}">
                <a16:creationId xmlns:a16="http://schemas.microsoft.com/office/drawing/2014/main" id="{6E893BC1-B7DE-429B-AAD9-DCCEC6E51858}"/>
              </a:ext>
            </a:extLst>
          </p:cNvPr>
          <p:cNvSpPr txBox="1"/>
          <p:nvPr/>
        </p:nvSpPr>
        <p:spPr>
          <a:xfrm>
            <a:off x="8465531" y="2652951"/>
            <a:ext cx="2743199" cy="31104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10000"/>
              </a:lnSpc>
              <a:spcAft>
                <a:spcPts val="900"/>
              </a:spcAft>
            </a:pPr>
            <a:r>
              <a:rPr lang="en-US" sz="2000" b="0" spc="40" dirty="0">
                <a:solidFill>
                  <a:schemeClr val="tx1">
                    <a:lumMod val="75000"/>
                    <a:lumOff val="25000"/>
                  </a:schemeClr>
                </a:solidFill>
                <a:latin typeface="Arial Narrow"/>
                <a:cs typeface="Arial"/>
              </a:rPr>
              <a:t>Proactive Improvement</a:t>
            </a:r>
            <a:endParaRPr lang="en-US" dirty="0"/>
          </a:p>
        </p:txBody>
      </p:sp>
    </p:spTree>
    <p:extLst>
      <p:ext uri="{BB962C8B-B14F-4D97-AF65-F5344CB8AC3E}">
        <p14:creationId xmlns:p14="http://schemas.microsoft.com/office/powerpoint/2010/main" val="28209612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John Deere Masterslide">
  <a:themeElements>
    <a:clrScheme name="JD_VIS_Colors_7_8_2017 1">
      <a:dk1>
        <a:srgbClr val="000000"/>
      </a:dk1>
      <a:lt1>
        <a:srgbClr val="FFFFFF"/>
      </a:lt1>
      <a:dk2>
        <a:srgbClr val="BAB796"/>
      </a:dk2>
      <a:lt2>
        <a:srgbClr val="D9DBC3"/>
      </a:lt2>
      <a:accent1>
        <a:srgbClr val="FFDE00"/>
      </a:accent1>
      <a:accent2>
        <a:srgbClr val="367C2B"/>
      </a:accent2>
      <a:accent3>
        <a:srgbClr val="19581D"/>
      </a:accent3>
      <a:accent4>
        <a:srgbClr val="A3AE57"/>
      </a:accent4>
      <a:accent5>
        <a:srgbClr val="695B37"/>
      </a:accent5>
      <a:accent6>
        <a:srgbClr val="F1A800"/>
      </a:accent6>
      <a:hlink>
        <a:srgbClr val="367C2B"/>
      </a:hlink>
      <a:folHlink>
        <a:srgbClr val="666666"/>
      </a:folHlink>
    </a:clrScheme>
    <a:fontScheme name="jd_ppt_blackyellow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75000"/>
          </a:schemeClr>
        </a:solidFill>
        <a:ln>
          <a:noFill/>
        </a:ln>
        <a:effectLst/>
      </a:spPr>
      <a:bodyPr rot="0" spcFirstLastPara="0" vertOverflow="overflow" horzOverflow="overflow" vert="horz" wrap="square" lIns="228600" tIns="118872" rIns="228600" bIns="118872" numCol="1" spcCol="0" rtlCol="0" fromWordArt="0" anchor="t" anchorCtr="0" forceAA="0" compatLnSpc="1">
        <a:prstTxWarp prst="textNoShape">
          <a:avLst/>
        </a:prstTxWarp>
        <a:noAutofit/>
      </a:bodyPr>
      <a:lstStyle>
        <a:defPPr>
          <a:lnSpc>
            <a:spcPct val="110000"/>
          </a:lnSpc>
          <a:spcAft>
            <a:spcPts val="900"/>
          </a:spcAft>
          <a:defRPr sz="2000" b="0" spc="40" dirty="0" smtClean="0">
            <a:solidFill>
              <a:srgbClr val="000000"/>
            </a:solidFill>
            <a:latin typeface="Arial" charset="0"/>
          </a:defRPr>
        </a:defPPr>
      </a:lstStyle>
      <a:style>
        <a:lnRef idx="1">
          <a:schemeClr val="accent1"/>
        </a:lnRef>
        <a:fillRef idx="3">
          <a:schemeClr val="accent1"/>
        </a:fillRef>
        <a:effectRef idx="2">
          <a:schemeClr val="accent1"/>
        </a:effectRef>
        <a:fontRef idx="minor">
          <a:schemeClr val="lt1"/>
        </a:fontRef>
      </a: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txDef>
      <a:spPr>
        <a:noFill/>
      </a:spPr>
      <a:bodyPr wrap="square" lIns="0" tIns="0" rIns="0" bIns="0" rtlCol="0">
        <a:noAutofit/>
      </a:bodyPr>
      <a:lstStyle>
        <a:defPPr>
          <a:lnSpc>
            <a:spcPct val="110000"/>
          </a:lnSpc>
          <a:spcAft>
            <a:spcPts val="900"/>
          </a:spcAft>
          <a:defRPr sz="2000" b="0" spc="40" dirty="0" err="1" smtClean="0">
            <a:solidFill>
              <a:srgbClr val="000000"/>
            </a:solidFill>
            <a:latin typeface="Arial" charset="0"/>
          </a:defRPr>
        </a:defPPr>
      </a:lstStyle>
    </a:txDef>
  </a:objectDefaults>
  <a:extraClrSchemeLst>
    <a:extraClrScheme>
      <a:clrScheme name="jd_ppt_blackyellow_template 1">
        <a:dk1>
          <a:srgbClr val="000000"/>
        </a:dk1>
        <a:lt1>
          <a:srgbClr val="FFFFFF"/>
        </a:lt1>
        <a:dk2>
          <a:srgbClr val="367C2B"/>
        </a:dk2>
        <a:lt2>
          <a:srgbClr val="CCCCCC"/>
        </a:lt2>
        <a:accent1>
          <a:srgbClr val="367C2B"/>
        </a:accent1>
        <a:accent2>
          <a:srgbClr val="FFDE00"/>
        </a:accent2>
        <a:accent3>
          <a:srgbClr val="FFFFFF"/>
        </a:accent3>
        <a:accent4>
          <a:srgbClr val="000000"/>
        </a:accent4>
        <a:accent5>
          <a:srgbClr val="AEBFAC"/>
        </a:accent5>
        <a:accent6>
          <a:srgbClr val="E7C900"/>
        </a:accent6>
        <a:hlink>
          <a:srgbClr val="367C2B"/>
        </a:hlink>
        <a:folHlink>
          <a:srgbClr val="367C2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_Widescreen_GY_Financial" id="{6A638CE0-1E20-624A-8D2D-0238C6542057}" vid="{7DF15E80-8C15-3C4B-A505-8D2B045809EB}"/>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7374A1985DF5B4692B24DA9F206912F" ma:contentTypeVersion="9" ma:contentTypeDescription="Create a new document." ma:contentTypeScope="" ma:versionID="507c03d04eaafd8da3426b48209cad7f">
  <xsd:schema xmlns:xsd="http://www.w3.org/2001/XMLSchema" xmlns:xs="http://www.w3.org/2001/XMLSchema" xmlns:p="http://schemas.microsoft.com/office/2006/metadata/properties" xmlns:ns2="027fba89-c4a9-4cef-b028-47f15c699fc9" xmlns:ns3="605296e4-6468-493b-aa3e-dc8fba9ee804" targetNamespace="http://schemas.microsoft.com/office/2006/metadata/properties" ma:root="true" ma:fieldsID="409134a8eed833ed6c1034ddf4c150a0" ns2:_="" ns3:_="">
    <xsd:import namespace="027fba89-c4a9-4cef-b028-47f15c699fc9"/>
    <xsd:import namespace="605296e4-6468-493b-aa3e-dc8fba9ee804"/>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27fba89-c4a9-4cef-b028-47f15c699fc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05296e4-6468-493b-aa3e-dc8fba9ee804"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DE836FA-D228-4003-AF4F-43259BA8831C}">
  <ds:schemaRefs>
    <ds:schemaRef ds:uri="http://schemas.microsoft.com/sharepoint/v3/contenttype/forms"/>
  </ds:schemaRefs>
</ds:datastoreItem>
</file>

<file path=customXml/itemProps2.xml><?xml version="1.0" encoding="utf-8"?>
<ds:datastoreItem xmlns:ds="http://schemas.openxmlformats.org/officeDocument/2006/customXml" ds:itemID="{5B1E9BCA-438C-4A06-ADD8-CD9037F51768}">
  <ds:schemaRefs>
    <ds:schemaRef ds:uri="027fba89-c4a9-4cef-b028-47f15c699fc9"/>
    <ds:schemaRef ds:uri="605296e4-6468-493b-aa3e-dc8fba9ee80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4525746-2791-44EA-8798-DC5EAEDAB800}">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Presentation_Widescreen_GY_Financial_2.18.18</Template>
  <TotalTime>2</TotalTime>
  <Words>2500</Words>
  <Application>Microsoft Office PowerPoint</Application>
  <PresentationFormat>Custom</PresentationFormat>
  <Paragraphs>415</Paragraphs>
  <Slides>26</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.AppleSystemUIFont</vt:lpstr>
      <vt:lpstr>Arial</vt:lpstr>
      <vt:lpstr>Arial</vt:lpstr>
      <vt:lpstr>Arial Narrow</vt:lpstr>
      <vt:lpstr>Arial Nova</vt:lpstr>
      <vt:lpstr>Calibri</vt:lpstr>
      <vt:lpstr>Verdana</vt:lpstr>
      <vt:lpstr>John Deere Masterslide</vt:lpstr>
      <vt:lpstr>ABTools Before and After Analysis</vt:lpstr>
      <vt:lpstr>PowerPoint Presentation</vt:lpstr>
      <vt:lpstr>PowerPoint Presentation</vt:lpstr>
      <vt:lpstr>Study Objectives </vt:lpstr>
      <vt:lpstr>Study Timeline</vt:lpstr>
      <vt:lpstr>Study Design</vt:lpstr>
      <vt:lpstr>Previous ABTools</vt:lpstr>
      <vt:lpstr>Current ABTools</vt:lpstr>
      <vt:lpstr>Research Questionnaires </vt:lpstr>
      <vt:lpstr>Participant Demographics</vt:lpstr>
      <vt:lpstr>Participant Demographics</vt:lpstr>
      <vt:lpstr>System Usability Scale (SUS)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Future Suggestions</vt:lpstr>
      <vt:lpstr>PowerPoint Presentation</vt:lpstr>
    </vt:vector>
  </TitlesOfParts>
  <Company>Silver Oaks Communications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 is 26 point Arial bold</dc:title>
  <dc:creator>Yang Euijung</dc:creator>
  <cp:lastModifiedBy>Yang Euijung</cp:lastModifiedBy>
  <cp:revision>63</cp:revision>
  <dcterms:created xsi:type="dcterms:W3CDTF">2020-07-29T13:06:03Z</dcterms:created>
  <dcterms:modified xsi:type="dcterms:W3CDTF">2022-10-04T01:07:22Z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0x01010027374A1985DF5B4692B24DA9F206912F</vt:lpwstr>
  </property>
  <property fmtid="{D5CDD505-2E9C-101B-9397-08002B2CF9AE}" pid="3" name="MSIP_Label_6388fff8-b053-4fb1-90cd-f0bc93ae9791_Enabled">
    <vt:lpwstr>true</vt:lpwstr>
  </property>
  <property fmtid="{D5CDD505-2E9C-101B-9397-08002B2CF9AE}" pid="4" name="MSIP_Label_6388fff8-b053-4fb1-90cd-f0bc93ae9791_SetDate">
    <vt:lpwstr>2021-07-23T21:26:29Z</vt:lpwstr>
  </property>
  <property fmtid="{D5CDD505-2E9C-101B-9397-08002B2CF9AE}" pid="5" name="MSIP_Label_6388fff8-b053-4fb1-90cd-f0bc93ae9791_Method">
    <vt:lpwstr>Privileged</vt:lpwstr>
  </property>
  <property fmtid="{D5CDD505-2E9C-101B-9397-08002B2CF9AE}" pid="6" name="MSIP_Label_6388fff8-b053-4fb1-90cd-f0bc93ae9791_Name">
    <vt:lpwstr>Company Use</vt:lpwstr>
  </property>
  <property fmtid="{D5CDD505-2E9C-101B-9397-08002B2CF9AE}" pid="7" name="MSIP_Label_6388fff8-b053-4fb1-90cd-f0bc93ae9791_SiteId">
    <vt:lpwstr>39b03722-b836-496a-85ec-850f0957ca6b</vt:lpwstr>
  </property>
  <property fmtid="{D5CDD505-2E9C-101B-9397-08002B2CF9AE}" pid="8" name="MSIP_Label_6388fff8-b053-4fb1-90cd-f0bc93ae9791_ActionId">
    <vt:lpwstr>f5e7076b-90db-4a15-b3b5-7961a112e82b</vt:lpwstr>
  </property>
  <property fmtid="{D5CDD505-2E9C-101B-9397-08002B2CF9AE}" pid="9" name="MSIP_Label_6388fff8-b053-4fb1-90cd-f0bc93ae9791_ContentBits">
    <vt:lpwstr>2</vt:lpwstr>
  </property>
</Properties>
</file>